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4b84470b24944" /><Relationship Type="http://schemas.openxmlformats.org/officeDocument/2006/relationships/extended-properties" Target="/docProps/app.xml" Id="R6832123f9b014a4d" /><Relationship Type="http://schemas.openxmlformats.org/officeDocument/2006/relationships/officeDocument" Target="/ppt/presentation.xml" Id="R07e4d9b13af7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8a8fba0a514dd1"/>
  </p:sldMasterIdLst>
  <p:notesMasterIdLst>
    <p:notesMasterId xmlns:r="http://schemas.openxmlformats.org/officeDocument/2006/relationships" r:id="R12396ce30abf430b"/>
  </p:notesMasterIdLst>
  <p:sldIdLst>
    <p:sldId xmlns:r="http://schemas.openxmlformats.org/officeDocument/2006/relationships" id="256" r:id="R01dcbd2041b74a35"/>
  </p:sldIdLst>
  <p:sldSz cx="6588000" cy="4423371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0159c45f244073" /><Relationship Type="http://schemas.openxmlformats.org/officeDocument/2006/relationships/slideMaster" Target="/ppt/slideMasters/slideMaster1.xml" Id="Rab8a8fba0a514dd1" /><Relationship Type="http://schemas.openxmlformats.org/officeDocument/2006/relationships/notesMaster" Target="/ppt/notesMasters/notesMaster1.xml" Id="R12396ce30abf430b" /><Relationship Type="http://schemas.openxmlformats.org/officeDocument/2006/relationships/presProps" Target="/ppt/presProps.xml" Id="Ra1d61a4e35df4582" /><Relationship Type="http://schemas.openxmlformats.org/officeDocument/2006/relationships/tableStyles" Target="/ppt/tableStyles.xml" Id="R788ebfcb9ad8435e" /><Relationship Type="http://schemas.openxmlformats.org/officeDocument/2006/relationships/slide" Target="/ppt/slides/slide1.xml" Id="R01dcbd2041b7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454bd8bde540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3944e84d94127" /><Relationship Type="http://schemas.openxmlformats.org/officeDocument/2006/relationships/notesMaster" Target="/ppt/notesMasters/notesMaster1.xml" Id="R74e6b12daf1445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educational conceptual figure reconstructed as native editable objects from an AI-generated design reference. Not a reported method or empirical result. Token counts, tile shading and biological silhouettes are illustrative. Model identity was not exposed by the image tool. Layout reference: https://research-figure-guide.nature.com/figures/building-and-exporting-figure-panels/ (accessed 2026-09-09).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8f1426b3b4b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3ff3d8e8a4f39" /><Relationship Type="http://schemas.openxmlformats.org/officeDocument/2006/relationships/slideLayout" Target="/ppt/slideLayouts/slideLayout1.xml" Id="R6d1f79957c474d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1f79957c474d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d82a26b014b13" /><Relationship Type="http://schemas.openxmlformats.org/officeDocument/2006/relationships/notesSlide" Target="/ppt/notesSlides/notesSlide1.xml" Id="R39f1fab7804a4a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4" name="panel-a">
            <a:extLst xmlns:a="http://schemas.openxmlformats.org/drawingml/2006/main">
              <a:ext uri="{FF2B5EF4-FFF2-40B4-BE49-F238E27FC236}">
                <a16:creationId xmlns:a16="http://schemas.microsoft.com/office/drawing/2014/main" id="{F93655FF-9BDF-45CF-A836-D89E5320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1" y="75291"/>
            <a:ext cx="122349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ACA8EB3D-CA6B-4BEE-8575-30F80264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03" y="75291"/>
            <a:ext cx="6263306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Context-conditioned perturbation model</a:t>
            </a:r>
          </a:p>
        </p:txBody>
      </p:sp>
      <p:sp>
        <p:nvSpPr>
          <p:cNvPr id="3" name="profile-input-title">
            <a:extLst xmlns:a="http://schemas.openxmlformats.org/drawingml/2006/main">
              <a:ext uri="{FF2B5EF4-FFF2-40B4-BE49-F238E27FC236}">
                <a16:creationId xmlns:a16="http://schemas.microsoft.com/office/drawing/2014/main" id="{ED4E903C-15E9-40D6-B226-7DB8A040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4" y="1190546"/>
            <a:ext cx="719974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Cell profile</a:t>
            </a:r>
          </a:p>
        </p:txBody>
      </p:sp>
      <p:sp>
        <p:nvSpPr>
          <p:cNvPr id="4" name="baseline-profile-0-0">
            <a:extLst xmlns:a="http://schemas.openxmlformats.org/drawingml/2006/main">
              <a:ext uri="{FF2B5EF4-FFF2-40B4-BE49-F238E27FC236}">
                <a16:creationId xmlns:a16="http://schemas.microsoft.com/office/drawing/2014/main" id="{C4500ACD-F85B-45B2-A2E4-34C519F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seline-profile-0-1">
            <a:extLst xmlns:a="http://schemas.openxmlformats.org/drawingml/2006/main">
              <a:ext uri="{FF2B5EF4-FFF2-40B4-BE49-F238E27FC236}">
                <a16:creationId xmlns:a16="http://schemas.microsoft.com/office/drawing/2014/main" id="{4B96C37A-3B42-4E4E-9E28-957B4D02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seline-profile-0-2">
            <a:extLst xmlns:a="http://schemas.openxmlformats.org/drawingml/2006/main">
              <a:ext uri="{FF2B5EF4-FFF2-40B4-BE49-F238E27FC236}">
                <a16:creationId xmlns:a16="http://schemas.microsoft.com/office/drawing/2014/main" id="{AC8EB8EE-DDC4-473A-808F-0E55556B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seline-profile-0-3">
            <a:extLst xmlns:a="http://schemas.openxmlformats.org/drawingml/2006/main">
              <a:ext uri="{FF2B5EF4-FFF2-40B4-BE49-F238E27FC236}">
                <a16:creationId xmlns:a16="http://schemas.microsoft.com/office/drawing/2014/main" id="{A1504895-3511-43C4-84A3-B715CAA6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seline-profile-0-4">
            <a:extLst xmlns:a="http://schemas.openxmlformats.org/drawingml/2006/main">
              <a:ext uri="{FF2B5EF4-FFF2-40B4-BE49-F238E27FC236}">
                <a16:creationId xmlns:a16="http://schemas.microsoft.com/office/drawing/2014/main" id="{DFB67E39-37CB-42C2-9807-5DC56942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seline-profile-0-5">
            <a:extLst xmlns:a="http://schemas.openxmlformats.org/drawingml/2006/main">
              <a:ext uri="{FF2B5EF4-FFF2-40B4-BE49-F238E27FC236}">
                <a16:creationId xmlns:a16="http://schemas.microsoft.com/office/drawing/2014/main" id="{B1E3BC9C-2C55-4014-80F4-199C11C3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66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seline-profile-1-0">
            <a:extLst xmlns:a="http://schemas.openxmlformats.org/drawingml/2006/main">
              <a:ext uri="{FF2B5EF4-FFF2-40B4-BE49-F238E27FC236}">
                <a16:creationId xmlns:a16="http://schemas.microsoft.com/office/drawing/2014/main" id="{747D4535-3015-4DB5-92E9-BAC6D64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seline-profile-1-1">
            <a:extLst xmlns:a="http://schemas.openxmlformats.org/drawingml/2006/main">
              <a:ext uri="{FF2B5EF4-FFF2-40B4-BE49-F238E27FC236}">
                <a16:creationId xmlns:a16="http://schemas.microsoft.com/office/drawing/2014/main" id="{D19AC0E1-5217-4AEB-B0E1-F24DD3F0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seline-profile-1-2">
            <a:extLst xmlns:a="http://schemas.openxmlformats.org/drawingml/2006/main">
              <a:ext uri="{FF2B5EF4-FFF2-40B4-BE49-F238E27FC236}">
                <a16:creationId xmlns:a16="http://schemas.microsoft.com/office/drawing/2014/main" id="{CA3FB68B-795A-4026-8DC6-EDC6DB3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seline-profile-1-3">
            <a:extLst xmlns:a="http://schemas.openxmlformats.org/drawingml/2006/main">
              <a:ext uri="{FF2B5EF4-FFF2-40B4-BE49-F238E27FC236}">
                <a16:creationId xmlns:a16="http://schemas.microsoft.com/office/drawing/2014/main" id="{4978B029-C9CC-4934-815A-FC41AFA2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seline-profile-1-4">
            <a:extLst xmlns:a="http://schemas.openxmlformats.org/drawingml/2006/main">
              <a:ext uri="{FF2B5EF4-FFF2-40B4-BE49-F238E27FC236}">
                <a16:creationId xmlns:a16="http://schemas.microsoft.com/office/drawing/2014/main" id="{DF0A5F92-E872-45EF-A1F6-7B4B7FE4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seline-profile-1-5">
            <a:extLst xmlns:a="http://schemas.openxmlformats.org/drawingml/2006/main">
              <a:ext uri="{FF2B5EF4-FFF2-40B4-BE49-F238E27FC236}">
                <a16:creationId xmlns:a16="http://schemas.microsoft.com/office/drawing/2014/main" id="{8F544480-5303-4B94-AEAB-B8107822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66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seline-profile-2-0">
            <a:extLst xmlns:a="http://schemas.openxmlformats.org/drawingml/2006/main">
              <a:ext uri="{FF2B5EF4-FFF2-40B4-BE49-F238E27FC236}">
                <a16:creationId xmlns:a16="http://schemas.microsoft.com/office/drawing/2014/main" id="{8AF1B5E4-FB2C-42EF-AA1B-E88F8F0F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seline-profile-2-1">
            <a:extLst xmlns:a="http://schemas.openxmlformats.org/drawingml/2006/main">
              <a:ext uri="{FF2B5EF4-FFF2-40B4-BE49-F238E27FC236}">
                <a16:creationId xmlns:a16="http://schemas.microsoft.com/office/drawing/2014/main" id="{1275CDDC-00DE-40FE-96E9-CA9C349D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seline-profile-2-2">
            <a:extLst xmlns:a="http://schemas.openxmlformats.org/drawingml/2006/main">
              <a:ext uri="{FF2B5EF4-FFF2-40B4-BE49-F238E27FC236}">
                <a16:creationId xmlns:a16="http://schemas.microsoft.com/office/drawing/2014/main" id="{0753D916-160F-4B59-86CC-0DFF1191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seline-profile-2-3">
            <a:extLst xmlns:a="http://schemas.openxmlformats.org/drawingml/2006/main">
              <a:ext uri="{FF2B5EF4-FFF2-40B4-BE49-F238E27FC236}">
                <a16:creationId xmlns:a16="http://schemas.microsoft.com/office/drawing/2014/main" id="{40AC1416-251B-4C80-B627-741B12A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seline-profile-2-4">
            <a:extLst xmlns:a="http://schemas.openxmlformats.org/drawingml/2006/main">
              <a:ext uri="{FF2B5EF4-FFF2-40B4-BE49-F238E27FC236}">
                <a16:creationId xmlns:a16="http://schemas.microsoft.com/office/drawing/2014/main" id="{68D15CDD-5E44-4F2B-B57F-73B61B7F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seline-profile-2-5">
            <a:extLst xmlns:a="http://schemas.openxmlformats.org/drawingml/2006/main">
              <a:ext uri="{FF2B5EF4-FFF2-40B4-BE49-F238E27FC236}">
                <a16:creationId xmlns:a16="http://schemas.microsoft.com/office/drawing/2014/main" id="{9E6BE94F-A364-4D1D-A11A-E1E3823F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66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seline-profile-3-0">
            <a:extLst xmlns:a="http://schemas.openxmlformats.org/drawingml/2006/main">
              <a:ext uri="{FF2B5EF4-FFF2-40B4-BE49-F238E27FC236}">
                <a16:creationId xmlns:a16="http://schemas.microsoft.com/office/drawing/2014/main" id="{8E42505F-361F-491D-AEE3-231F18E6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seline-profile-3-1">
            <a:extLst xmlns:a="http://schemas.openxmlformats.org/drawingml/2006/main">
              <a:ext uri="{FF2B5EF4-FFF2-40B4-BE49-F238E27FC236}">
                <a16:creationId xmlns:a16="http://schemas.microsoft.com/office/drawing/2014/main" id="{9871A5A2-7E2C-4AF8-A4EC-DE22E6BE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seline-profile-3-2">
            <a:extLst xmlns:a="http://schemas.openxmlformats.org/drawingml/2006/main">
              <a:ext uri="{FF2B5EF4-FFF2-40B4-BE49-F238E27FC236}">
                <a16:creationId xmlns:a16="http://schemas.microsoft.com/office/drawing/2014/main" id="{5C182DBD-2FAE-4701-9516-8CC01F5D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seline-profile-3-3">
            <a:extLst xmlns:a="http://schemas.openxmlformats.org/drawingml/2006/main">
              <a:ext uri="{FF2B5EF4-FFF2-40B4-BE49-F238E27FC236}">
                <a16:creationId xmlns:a16="http://schemas.microsoft.com/office/drawing/2014/main" id="{89581A13-D194-4A19-82B9-E3D892A6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seline-profile-3-4">
            <a:extLst xmlns:a="http://schemas.openxmlformats.org/drawingml/2006/main">
              <a:ext uri="{FF2B5EF4-FFF2-40B4-BE49-F238E27FC236}">
                <a16:creationId xmlns:a16="http://schemas.microsoft.com/office/drawing/2014/main" id="{C436F41B-D268-4D72-AB9F-BA86B1A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seline-profile-3-5">
            <a:extLst xmlns:a="http://schemas.openxmlformats.org/drawingml/2006/main">
              <a:ext uri="{FF2B5EF4-FFF2-40B4-BE49-F238E27FC236}">
                <a16:creationId xmlns:a16="http://schemas.microsoft.com/office/drawing/2014/main" id="{7CF1C034-F0C3-4244-ADC8-63EBA92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66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aseline-profile-4-0">
            <a:extLst xmlns:a="http://schemas.openxmlformats.org/drawingml/2006/main">
              <a:ext uri="{FF2B5EF4-FFF2-40B4-BE49-F238E27FC236}">
                <a16:creationId xmlns:a16="http://schemas.microsoft.com/office/drawing/2014/main" id="{AD7A453D-45C4-4D15-9F96-2518366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aseline-profile-4-1">
            <a:extLst xmlns:a="http://schemas.openxmlformats.org/drawingml/2006/main">
              <a:ext uri="{FF2B5EF4-FFF2-40B4-BE49-F238E27FC236}">
                <a16:creationId xmlns:a16="http://schemas.microsoft.com/office/drawing/2014/main" id="{F420E5E5-9EF8-4701-B0E1-C8FDF1F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seline-profile-4-2">
            <a:extLst xmlns:a="http://schemas.openxmlformats.org/drawingml/2006/main">
              <a:ext uri="{FF2B5EF4-FFF2-40B4-BE49-F238E27FC236}">
                <a16:creationId xmlns:a16="http://schemas.microsoft.com/office/drawing/2014/main" id="{751068BE-5909-4030-B6E7-315CA019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seline-profile-4-3">
            <a:extLst xmlns:a="http://schemas.openxmlformats.org/drawingml/2006/main">
              <a:ext uri="{FF2B5EF4-FFF2-40B4-BE49-F238E27FC236}">
                <a16:creationId xmlns:a16="http://schemas.microsoft.com/office/drawing/2014/main" id="{0BED0DF9-110D-4955-872B-A9091A28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seline-profile-4-4">
            <a:extLst xmlns:a="http://schemas.openxmlformats.org/drawingml/2006/main">
              <a:ext uri="{FF2B5EF4-FFF2-40B4-BE49-F238E27FC236}">
                <a16:creationId xmlns:a16="http://schemas.microsoft.com/office/drawing/2014/main" id="{68A8F7ED-0001-4531-B5A1-22E421DF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seline-profile-4-5">
            <a:extLst xmlns:a="http://schemas.openxmlformats.org/drawingml/2006/main">
              <a:ext uri="{FF2B5EF4-FFF2-40B4-BE49-F238E27FC236}">
                <a16:creationId xmlns:a16="http://schemas.microsoft.com/office/drawing/2014/main" id="{EAECE8A2-C7B5-406B-897F-38F81D33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66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aseline-caption">
            <a:extLst xmlns:a="http://schemas.openxmlformats.org/drawingml/2006/main">
              <a:ext uri="{FF2B5EF4-FFF2-40B4-BE49-F238E27FC236}">
                <a16:creationId xmlns:a16="http://schemas.microsoft.com/office/drawing/2014/main" id="{471D8DD2-2652-450C-AABF-00800954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0" y="1886991"/>
            <a:ext cx="625860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35" name="cell-encoder-body">
            <a:extLst xmlns:a="http://schemas.openxmlformats.org/drawingml/2006/main">
              <a:ext uri="{FF2B5EF4-FFF2-40B4-BE49-F238E27FC236}">
                <a16:creationId xmlns:a16="http://schemas.microsoft.com/office/drawing/2014/main" id="{15CC4C8D-ED92-4801-AA19-D3D14250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43" y="1336423"/>
            <a:ext cx="644683" cy="583509"/>
          </a:xfrm>
          <a:custGeom xmlns:a="http://schemas.openxmlformats.org/drawingml/2006/main">
            <a:pathLst>
              <a:path w="1304925" h="1181100">
                <a:moveTo>
                  <a:pt x="0" y="0"/>
                </a:moveTo>
                <a:lnTo>
                  <a:pt x="1304925" y="200787"/>
                </a:lnTo>
                <a:lnTo>
                  <a:pt x="1304925" y="980313"/>
                </a:lnTo>
                <a:lnTo>
                  <a:pt x="0" y="1181100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8470">
            <a:solidFill>
              <a:srgbClr val="52779C"/>
            </a:solidFill>
            <a:prstDash val="solid"/>
          </a:ln>
        </p:spPr>
      </p:sp>
      <p:sp>
        <p:nvSpPr>
          <p:cNvPr id="36" name="cell-encoder-label">
            <a:extLst xmlns:a="http://schemas.openxmlformats.org/drawingml/2006/main">
              <a:ext uri="{FF2B5EF4-FFF2-40B4-BE49-F238E27FC236}">
                <a16:creationId xmlns:a16="http://schemas.microsoft.com/office/drawing/2014/main" id="{9C56EEE7-A2EC-457F-A6B0-BE023690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66" y="1470630"/>
            <a:ext cx="607037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Cell encoder</a:t>
            </a:r>
          </a:p>
        </p:txBody>
      </p:sp>
      <p:sp>
        <p:nvSpPr>
          <p:cNvPr id="37" name="cell-encoder-lane-0">
            <a:extLst xmlns:a="http://schemas.openxmlformats.org/drawingml/2006/main">
              <a:ext uri="{FF2B5EF4-FFF2-40B4-BE49-F238E27FC236}">
                <a16:creationId xmlns:a16="http://schemas.microsoft.com/office/drawing/2014/main" id="{DB398B48-1B25-4C22-B6C2-6EB2C438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779" y="1709868"/>
            <a:ext cx="64468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ell-encoder-lane-1">
            <a:extLst xmlns:a="http://schemas.openxmlformats.org/drawingml/2006/main">
              <a:ext uri="{FF2B5EF4-FFF2-40B4-BE49-F238E27FC236}">
                <a16:creationId xmlns:a16="http://schemas.microsoft.com/office/drawing/2014/main" id="{F0E22CC2-9733-47DC-A000-F3F230CB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16" y="1709868"/>
            <a:ext cx="64468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ell-encoder-lane-2">
            <a:extLst xmlns:a="http://schemas.openxmlformats.org/drawingml/2006/main">
              <a:ext uri="{FF2B5EF4-FFF2-40B4-BE49-F238E27FC236}">
                <a16:creationId xmlns:a16="http://schemas.microsoft.com/office/drawing/2014/main" id="{04EA647D-F7FF-485C-891A-1B851155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653" y="1709868"/>
            <a:ext cx="64468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tate-tokens-0">
            <a:extLst xmlns:a="http://schemas.openxmlformats.org/drawingml/2006/main">
              <a:ext uri="{FF2B5EF4-FFF2-40B4-BE49-F238E27FC236}">
                <a16:creationId xmlns:a16="http://schemas.microsoft.com/office/drawing/2014/main" id="{ED09B6A8-86B1-4827-8360-9DDC8DAE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106" y="1534063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41" name="state-tokens-1">
            <a:extLst xmlns:a="http://schemas.openxmlformats.org/drawingml/2006/main">
              <a:ext uri="{FF2B5EF4-FFF2-40B4-BE49-F238E27FC236}">
                <a16:creationId xmlns:a16="http://schemas.microsoft.com/office/drawing/2014/main" id="{D5F2220A-F825-42D1-B500-1CCDDC36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103" y="1534063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42" name="state-tokens-2">
            <a:extLst xmlns:a="http://schemas.openxmlformats.org/drawingml/2006/main">
              <a:ext uri="{FF2B5EF4-FFF2-40B4-BE49-F238E27FC236}">
                <a16:creationId xmlns:a16="http://schemas.microsoft.com/office/drawing/2014/main" id="{8440B479-2498-4AE5-ACE5-19F6DB37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100" y="1534063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43" name="state-tokens-3">
            <a:extLst xmlns:a="http://schemas.openxmlformats.org/drawingml/2006/main">
              <a:ext uri="{FF2B5EF4-FFF2-40B4-BE49-F238E27FC236}">
                <a16:creationId xmlns:a16="http://schemas.microsoft.com/office/drawing/2014/main" id="{BFAC4265-E7B2-4AFB-914D-C316D44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97" y="1534063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44" name="state-token-title">
            <a:extLst xmlns:a="http://schemas.openxmlformats.org/drawingml/2006/main">
              <a:ext uri="{FF2B5EF4-FFF2-40B4-BE49-F238E27FC236}">
                <a16:creationId xmlns:a16="http://schemas.microsoft.com/office/drawing/2014/main" id="{97A02800-E040-4187-92B3-AD7BA8DC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580" y="1303483"/>
            <a:ext cx="588214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7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State tokens</a:t>
            </a:r>
          </a:p>
        </p:txBody>
      </p:sp>
      <p:sp>
        <p:nvSpPr>
          <p:cNvPr id="45" name="response-decoder-body">
            <a:extLst xmlns:a="http://schemas.openxmlformats.org/drawingml/2006/main">
              <a:ext uri="{FF2B5EF4-FFF2-40B4-BE49-F238E27FC236}">
                <a16:creationId xmlns:a16="http://schemas.microsoft.com/office/drawing/2014/main" id="{A1D65B10-B1E4-41FC-B2F9-EADEE3B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357" y="1336423"/>
            <a:ext cx="639977" cy="583509"/>
          </a:xfrm>
          <a:custGeom xmlns:a="http://schemas.openxmlformats.org/drawingml/2006/main">
            <a:pathLst>
              <a:path w="1295400" h="1181100">
                <a:moveTo>
                  <a:pt x="0" y="200787"/>
                </a:moveTo>
                <a:lnTo>
                  <a:pt x="1295400" y="0"/>
                </a:lnTo>
                <a:lnTo>
                  <a:pt x="1295400" y="1181100"/>
                </a:lnTo>
                <a:lnTo>
                  <a:pt x="0" y="980313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8470">
            <a:solidFill>
              <a:srgbClr val="4C8B82"/>
            </a:solidFill>
            <a:prstDash val="solid"/>
          </a:ln>
        </p:spPr>
      </p:sp>
      <p:sp>
        <p:nvSpPr>
          <p:cNvPr id="46" name="response-decoder-label">
            <a:extLst xmlns:a="http://schemas.openxmlformats.org/drawingml/2006/main">
              <a:ext uri="{FF2B5EF4-FFF2-40B4-BE49-F238E27FC236}">
                <a16:creationId xmlns:a16="http://schemas.microsoft.com/office/drawing/2014/main" id="{07B7A77A-310A-413D-9518-C9484A83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180" y="1470630"/>
            <a:ext cx="602331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47" name="response-decoder-lane-0">
            <a:extLst xmlns:a="http://schemas.openxmlformats.org/drawingml/2006/main">
              <a:ext uri="{FF2B5EF4-FFF2-40B4-BE49-F238E27FC236}">
                <a16:creationId xmlns:a16="http://schemas.microsoft.com/office/drawing/2014/main" id="{6ADF3E44-1827-4818-9538-CA79BAA1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353" y="1709868"/>
            <a:ext cx="63998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sponse-decoder-lane-1">
            <a:extLst xmlns:a="http://schemas.openxmlformats.org/drawingml/2006/main">
              <a:ext uri="{FF2B5EF4-FFF2-40B4-BE49-F238E27FC236}">
                <a16:creationId xmlns:a16="http://schemas.microsoft.com/office/drawing/2014/main" id="{B2BF4DE7-EB3C-41C1-A246-C44D9CC6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348" y="1709868"/>
            <a:ext cx="63998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sponse-decoder-lane-2">
            <a:extLst xmlns:a="http://schemas.openxmlformats.org/drawingml/2006/main">
              <a:ext uri="{FF2B5EF4-FFF2-40B4-BE49-F238E27FC236}">
                <a16:creationId xmlns:a16="http://schemas.microsoft.com/office/drawing/2014/main" id="{2BB3AA62-4D2C-4C32-8017-BB5B6AA6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343" y="1709868"/>
            <a:ext cx="63998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utput-profile-0-0">
            <a:extLst xmlns:a="http://schemas.openxmlformats.org/drawingml/2006/main">
              <a:ext uri="{FF2B5EF4-FFF2-40B4-BE49-F238E27FC236}">
                <a16:creationId xmlns:a16="http://schemas.microsoft.com/office/drawing/2014/main" id="{CBEE5975-42B9-4666-BC63-280EAF6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200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utput-profile-0-1">
            <a:extLst xmlns:a="http://schemas.openxmlformats.org/drawingml/2006/main">
              <a:ext uri="{FF2B5EF4-FFF2-40B4-BE49-F238E27FC236}">
                <a16:creationId xmlns:a16="http://schemas.microsoft.com/office/drawing/2014/main" id="{2629FB26-F6A2-492E-A5EF-206406B6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97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utput-profile-0-2">
            <a:extLst xmlns:a="http://schemas.openxmlformats.org/drawingml/2006/main">
              <a:ext uri="{FF2B5EF4-FFF2-40B4-BE49-F238E27FC236}">
                <a16:creationId xmlns:a16="http://schemas.microsoft.com/office/drawing/2014/main" id="{3B612474-A341-4BA4-840E-32D5C6AA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194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utput-profile-0-3">
            <a:extLst xmlns:a="http://schemas.openxmlformats.org/drawingml/2006/main">
              <a:ext uri="{FF2B5EF4-FFF2-40B4-BE49-F238E27FC236}">
                <a16:creationId xmlns:a16="http://schemas.microsoft.com/office/drawing/2014/main" id="{7481BB76-1D34-4481-83C7-B2A2044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91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utput-profile-0-4">
            <a:extLst xmlns:a="http://schemas.openxmlformats.org/drawingml/2006/main">
              <a:ext uri="{FF2B5EF4-FFF2-40B4-BE49-F238E27FC236}">
                <a16:creationId xmlns:a16="http://schemas.microsoft.com/office/drawing/2014/main" id="{4620E852-E937-4BEB-8C71-1EAC88D2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89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utput-profile-0-5">
            <a:extLst xmlns:a="http://schemas.openxmlformats.org/drawingml/2006/main">
              <a:ext uri="{FF2B5EF4-FFF2-40B4-BE49-F238E27FC236}">
                <a16:creationId xmlns:a16="http://schemas.microsoft.com/office/drawing/2014/main" id="{9F500E3D-6261-4209-9319-0C7E6DA2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186" y="1407009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utput-profile-1-0">
            <a:extLst xmlns:a="http://schemas.openxmlformats.org/drawingml/2006/main">
              <a:ext uri="{FF2B5EF4-FFF2-40B4-BE49-F238E27FC236}">
                <a16:creationId xmlns:a16="http://schemas.microsoft.com/office/drawing/2014/main" id="{8B3ADB50-768E-453C-8E5B-F1899446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200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utput-profile-1-1">
            <a:extLst xmlns:a="http://schemas.openxmlformats.org/drawingml/2006/main">
              <a:ext uri="{FF2B5EF4-FFF2-40B4-BE49-F238E27FC236}">
                <a16:creationId xmlns:a16="http://schemas.microsoft.com/office/drawing/2014/main" id="{2874B7E3-C256-4A06-895F-19A4907B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97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output-profile-1-2">
            <a:extLst xmlns:a="http://schemas.openxmlformats.org/drawingml/2006/main">
              <a:ext uri="{FF2B5EF4-FFF2-40B4-BE49-F238E27FC236}">
                <a16:creationId xmlns:a16="http://schemas.microsoft.com/office/drawing/2014/main" id="{5197E11A-96BE-4225-BADF-2CED420D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194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output-profile-1-3">
            <a:extLst xmlns:a="http://schemas.openxmlformats.org/drawingml/2006/main">
              <a:ext uri="{FF2B5EF4-FFF2-40B4-BE49-F238E27FC236}">
                <a16:creationId xmlns:a16="http://schemas.microsoft.com/office/drawing/2014/main" id="{D274ACAC-1382-4769-9BE0-27D00DB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91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output-profile-1-4">
            <a:extLst xmlns:a="http://schemas.openxmlformats.org/drawingml/2006/main">
              <a:ext uri="{FF2B5EF4-FFF2-40B4-BE49-F238E27FC236}">
                <a16:creationId xmlns:a16="http://schemas.microsoft.com/office/drawing/2014/main" id="{D5DF785E-7E3B-4806-A7F8-ACF01C08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89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output-profile-1-5">
            <a:extLst xmlns:a="http://schemas.openxmlformats.org/drawingml/2006/main">
              <a:ext uri="{FF2B5EF4-FFF2-40B4-BE49-F238E27FC236}">
                <a16:creationId xmlns:a16="http://schemas.microsoft.com/office/drawing/2014/main" id="{12443FE4-9994-44CA-8D95-D0B69C93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186" y="1487006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output-profile-2-0">
            <a:extLst xmlns:a="http://schemas.openxmlformats.org/drawingml/2006/main">
              <a:ext uri="{FF2B5EF4-FFF2-40B4-BE49-F238E27FC236}">
                <a16:creationId xmlns:a16="http://schemas.microsoft.com/office/drawing/2014/main" id="{C3CAF1ED-203B-4D5D-B2DE-9DE27E0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200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output-profile-2-1">
            <a:extLst xmlns:a="http://schemas.openxmlformats.org/drawingml/2006/main">
              <a:ext uri="{FF2B5EF4-FFF2-40B4-BE49-F238E27FC236}">
                <a16:creationId xmlns:a16="http://schemas.microsoft.com/office/drawing/2014/main" id="{F9E6CE37-F0D0-4080-A779-551ED242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97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output-profile-2-2">
            <a:extLst xmlns:a="http://schemas.openxmlformats.org/drawingml/2006/main">
              <a:ext uri="{FF2B5EF4-FFF2-40B4-BE49-F238E27FC236}">
                <a16:creationId xmlns:a16="http://schemas.microsoft.com/office/drawing/2014/main" id="{7ABC924B-28E8-4199-B7EB-209F1F84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194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output-profile-2-3">
            <a:extLst xmlns:a="http://schemas.openxmlformats.org/drawingml/2006/main">
              <a:ext uri="{FF2B5EF4-FFF2-40B4-BE49-F238E27FC236}">
                <a16:creationId xmlns:a16="http://schemas.microsoft.com/office/drawing/2014/main" id="{68F462E4-BDD9-49BE-8EC0-16A9195F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91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output-profile-2-4">
            <a:extLst xmlns:a="http://schemas.openxmlformats.org/drawingml/2006/main">
              <a:ext uri="{FF2B5EF4-FFF2-40B4-BE49-F238E27FC236}">
                <a16:creationId xmlns:a16="http://schemas.microsoft.com/office/drawing/2014/main" id="{4077C740-3EF7-4974-AD00-180963F2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89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output-profile-2-5">
            <a:extLst xmlns:a="http://schemas.openxmlformats.org/drawingml/2006/main">
              <a:ext uri="{FF2B5EF4-FFF2-40B4-BE49-F238E27FC236}">
                <a16:creationId xmlns:a16="http://schemas.microsoft.com/office/drawing/2014/main" id="{126BF080-C6A1-466C-B7E2-5B1634B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186" y="156700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output-profile-3-0">
            <a:extLst xmlns:a="http://schemas.openxmlformats.org/drawingml/2006/main">
              <a:ext uri="{FF2B5EF4-FFF2-40B4-BE49-F238E27FC236}">
                <a16:creationId xmlns:a16="http://schemas.microsoft.com/office/drawing/2014/main" id="{97F12A45-1161-48FE-A71C-EB4AC49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200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output-profile-3-1">
            <a:extLst xmlns:a="http://schemas.openxmlformats.org/drawingml/2006/main">
              <a:ext uri="{FF2B5EF4-FFF2-40B4-BE49-F238E27FC236}">
                <a16:creationId xmlns:a16="http://schemas.microsoft.com/office/drawing/2014/main" id="{B60C321E-12FC-4105-BD96-CAD17FD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97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output-profile-3-2">
            <a:extLst xmlns:a="http://schemas.openxmlformats.org/drawingml/2006/main">
              <a:ext uri="{FF2B5EF4-FFF2-40B4-BE49-F238E27FC236}">
                <a16:creationId xmlns:a16="http://schemas.microsoft.com/office/drawing/2014/main" id="{AE45C9A9-8E56-482C-A2D4-3B67AC58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194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output-profile-3-3">
            <a:extLst xmlns:a="http://schemas.openxmlformats.org/drawingml/2006/main">
              <a:ext uri="{FF2B5EF4-FFF2-40B4-BE49-F238E27FC236}">
                <a16:creationId xmlns:a16="http://schemas.microsoft.com/office/drawing/2014/main" id="{000840D0-FF43-4BA1-9602-6B255D44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91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output-profile-3-4">
            <a:extLst xmlns:a="http://schemas.openxmlformats.org/drawingml/2006/main">
              <a:ext uri="{FF2B5EF4-FFF2-40B4-BE49-F238E27FC236}">
                <a16:creationId xmlns:a16="http://schemas.microsoft.com/office/drawing/2014/main" id="{8F99743A-7354-4788-8B17-216BD486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89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output-profile-3-5">
            <a:extLst xmlns:a="http://schemas.openxmlformats.org/drawingml/2006/main">
              <a:ext uri="{FF2B5EF4-FFF2-40B4-BE49-F238E27FC236}">
                <a16:creationId xmlns:a16="http://schemas.microsoft.com/office/drawing/2014/main" id="{19C110D3-8DF9-4BDE-8028-3D083453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186" y="164700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output-profile-4-0">
            <a:extLst xmlns:a="http://schemas.openxmlformats.org/drawingml/2006/main">
              <a:ext uri="{FF2B5EF4-FFF2-40B4-BE49-F238E27FC236}">
                <a16:creationId xmlns:a16="http://schemas.microsoft.com/office/drawing/2014/main" id="{3B77CD2D-7157-432E-8754-10124727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200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output-profile-4-1">
            <a:extLst xmlns:a="http://schemas.openxmlformats.org/drawingml/2006/main">
              <a:ext uri="{FF2B5EF4-FFF2-40B4-BE49-F238E27FC236}">
                <a16:creationId xmlns:a16="http://schemas.microsoft.com/office/drawing/2014/main" id="{23EF418F-C94A-48B1-95C7-409B32A7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97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output-profile-4-2">
            <a:extLst xmlns:a="http://schemas.openxmlformats.org/drawingml/2006/main">
              <a:ext uri="{FF2B5EF4-FFF2-40B4-BE49-F238E27FC236}">
                <a16:creationId xmlns:a16="http://schemas.microsoft.com/office/drawing/2014/main" id="{6ECB504D-50BB-4759-94AB-9BFD57DA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194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output-profile-4-3">
            <a:extLst xmlns:a="http://schemas.openxmlformats.org/drawingml/2006/main">
              <a:ext uri="{FF2B5EF4-FFF2-40B4-BE49-F238E27FC236}">
                <a16:creationId xmlns:a16="http://schemas.microsoft.com/office/drawing/2014/main" id="{E29DDBF9-E371-4A60-B91C-B2FE6C3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91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output-profile-4-4">
            <a:extLst xmlns:a="http://schemas.openxmlformats.org/drawingml/2006/main">
              <a:ext uri="{FF2B5EF4-FFF2-40B4-BE49-F238E27FC236}">
                <a16:creationId xmlns:a16="http://schemas.microsoft.com/office/drawing/2014/main" id="{58E53447-4E1E-4DAF-A39F-9D2F1B3F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89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output-profile-4-5">
            <a:extLst xmlns:a="http://schemas.openxmlformats.org/drawingml/2006/main">
              <a:ext uri="{FF2B5EF4-FFF2-40B4-BE49-F238E27FC236}">
                <a16:creationId xmlns:a16="http://schemas.microsoft.com/office/drawing/2014/main" id="{9AC449DC-AECA-4C8A-B194-52116653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186" y="172699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6DE1C2F7-07CE-4A6D-B9EA-6DD6979B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091" y="1190546"/>
            <a:ext cx="828206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4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74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Predicted profile</a:t>
            </a:r>
          </a:p>
        </p:txBody>
      </p:sp>
      <p:sp>
        <p:nvSpPr>
          <p:cNvPr id="81" name="output-caption">
            <a:extLst xmlns:a="http://schemas.openxmlformats.org/drawingml/2006/main">
              <a:ext uri="{FF2B5EF4-FFF2-40B4-BE49-F238E27FC236}">
                <a16:creationId xmlns:a16="http://schemas.microsoft.com/office/drawing/2014/main" id="{AE5E0A5B-18FC-426D-89AF-222C23D6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263" y="1886991"/>
            <a:ext cx="71056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82" name="cell-encode-anchor-1-a">
            <a:extLst xmlns:a="http://schemas.openxmlformats.org/drawingml/2006/main">
              <a:ext uri="{FF2B5EF4-FFF2-40B4-BE49-F238E27FC236}">
                <a16:creationId xmlns:a16="http://schemas.microsoft.com/office/drawing/2014/main" id="{B8BD8D56-384C-41C5-A06E-06062AA5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26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cell-encode-anchor-1-b">
            <a:extLst xmlns:a="http://schemas.openxmlformats.org/drawingml/2006/main">
              <a:ext uri="{FF2B5EF4-FFF2-40B4-BE49-F238E27FC236}">
                <a16:creationId xmlns:a16="http://schemas.microsoft.com/office/drawing/2014/main" id="{761EF54D-F769-4ABB-8DE8-7185608B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69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762373" y="1628201"/>
            <a:ext cx="282296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85" name="encode-tokens-anchor-1-a">
            <a:extLst xmlns:a="http://schemas.openxmlformats.org/drawingml/2006/main">
              <a:ext uri="{FF2B5EF4-FFF2-40B4-BE49-F238E27FC236}">
                <a16:creationId xmlns:a16="http://schemas.microsoft.com/office/drawing/2014/main" id="{6E6D06E0-4688-450F-8803-5F87BB6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994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encode-tokens-anchor-1-b">
            <a:extLst xmlns:a="http://schemas.openxmlformats.org/drawingml/2006/main">
              <a:ext uri="{FF2B5EF4-FFF2-40B4-BE49-F238E27FC236}">
                <a16:creationId xmlns:a16="http://schemas.microsoft.com/office/drawing/2014/main" id="{3BF5D97F-9330-4FAD-B4E3-675872A7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226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1807041" y="1628201"/>
            <a:ext cx="108185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88" name="tokens-interaction-anchor-1-a">
            <a:extLst xmlns:a="http://schemas.openxmlformats.org/drawingml/2006/main">
              <a:ext uri="{FF2B5EF4-FFF2-40B4-BE49-F238E27FC236}">
                <a16:creationId xmlns:a16="http://schemas.microsoft.com/office/drawing/2014/main" id="{C5C320D1-CF1A-4380-9D29-36245C2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034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tokens-interaction-anchor-1-b">
            <a:extLst xmlns:a="http://schemas.openxmlformats.org/drawingml/2006/main">
              <a:ext uri="{FF2B5EF4-FFF2-40B4-BE49-F238E27FC236}">
                <a16:creationId xmlns:a16="http://schemas.microsoft.com/office/drawing/2014/main" id="{93B42620-CECA-45C5-9393-8A6AEE28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317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2334081" y="1628201"/>
            <a:ext cx="315236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91" name="interaction-0">
            <a:extLst xmlns:a="http://schemas.openxmlformats.org/drawingml/2006/main">
              <a:ext uri="{FF2B5EF4-FFF2-40B4-BE49-F238E27FC236}">
                <a16:creationId xmlns:a16="http://schemas.microsoft.com/office/drawing/2014/main" id="{E9388EB1-7F65-4BD0-B726-7FF16CDD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609" y="1251720"/>
            <a:ext cx="814089" cy="776443"/>
          </a:xfrm>
          <a:prstGeom xmlns:a="http://schemas.openxmlformats.org/drawingml/2006/main" prst="roundRect">
            <a:avLst>
              <a:gd name="adj" fmla="val 9814"/>
            </a:avLst>
          </a:prstGeom>
          <a:noFill xmlns:a="http://schemas.openxmlformats.org/drawingml/2006/main"/>
          <a:ln xmlns:a="http://schemas.openxmlformats.org/drawingml/2006/main" w="8470">
            <a:solidFill>
              <a:srgbClr val="4C8B82"/>
            </a:solidFill>
            <a:prstDash val="solid"/>
          </a:ln>
        </p:spPr>
      </p:sp>
      <p:sp>
        <p:nvSpPr>
          <p:cNvPr id="92" name="interaction-title-0">
            <a:extLst xmlns:a="http://schemas.openxmlformats.org/drawingml/2006/main">
              <a:ext uri="{FF2B5EF4-FFF2-40B4-BE49-F238E27FC236}">
                <a16:creationId xmlns:a16="http://schemas.microsoft.com/office/drawing/2014/main" id="{DB0911C3-9844-489F-82D5-4F7E0FB0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37" y="1294071"/>
            <a:ext cx="767031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Interaction block</a:t>
            </a:r>
          </a:p>
        </p:txBody>
      </p:sp>
      <p:sp>
        <p:nvSpPr>
          <p:cNvPr id="93" name="interaction-index-0">
            <a:extLst xmlns:a="http://schemas.openxmlformats.org/drawingml/2006/main">
              <a:ext uri="{FF2B5EF4-FFF2-40B4-BE49-F238E27FC236}">
                <a16:creationId xmlns:a16="http://schemas.microsoft.com/office/drawing/2014/main" id="{B25F15C1-6646-4794-AAB7-C1A33DE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03" y="1901109"/>
            <a:ext cx="127054" cy="9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4" name="interaction-state-0-0">
            <a:extLst xmlns:a="http://schemas.openxmlformats.org/drawingml/2006/main">
              <a:ext uri="{FF2B5EF4-FFF2-40B4-BE49-F238E27FC236}">
                <a16:creationId xmlns:a16="http://schemas.microsoft.com/office/drawing/2014/main" id="{84524A0F-A687-45EC-A635-F1D45BCE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369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95" name="interaction-state-0-1">
            <a:extLst xmlns:a="http://schemas.openxmlformats.org/drawingml/2006/main">
              <a:ext uri="{FF2B5EF4-FFF2-40B4-BE49-F238E27FC236}">
                <a16:creationId xmlns:a16="http://schemas.microsoft.com/office/drawing/2014/main" id="{5AD7FB68-6DD5-4F4B-8CB8-B5DEFA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366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96" name="interaction-state-0-2">
            <a:extLst xmlns:a="http://schemas.openxmlformats.org/drawingml/2006/main">
              <a:ext uri="{FF2B5EF4-FFF2-40B4-BE49-F238E27FC236}">
                <a16:creationId xmlns:a16="http://schemas.microsoft.com/office/drawing/2014/main" id="{DCB7331B-7959-4DA9-A687-BE730B4C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63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97" name="interaction-update-0-0">
            <a:extLst xmlns:a="http://schemas.openxmlformats.org/drawingml/2006/main">
              <a:ext uri="{FF2B5EF4-FFF2-40B4-BE49-F238E27FC236}">
                <a16:creationId xmlns:a16="http://schemas.microsoft.com/office/drawing/2014/main" id="{48C8F39B-69A8-4601-9ECF-0A9852E0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591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98" name="interaction-update-0-1">
            <a:extLst xmlns:a="http://schemas.openxmlformats.org/drawingml/2006/main">
              <a:ext uri="{FF2B5EF4-FFF2-40B4-BE49-F238E27FC236}">
                <a16:creationId xmlns:a16="http://schemas.microsoft.com/office/drawing/2014/main" id="{75C37B06-2217-4D99-B31F-0B7DBD21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589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99" name="interaction-update-0-2">
            <a:extLst xmlns:a="http://schemas.openxmlformats.org/drawingml/2006/main">
              <a:ext uri="{FF2B5EF4-FFF2-40B4-BE49-F238E27FC236}">
                <a16:creationId xmlns:a16="http://schemas.microsoft.com/office/drawing/2014/main" id="{4A40385B-20BF-4C4F-95B3-EE86E2E5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586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100" name="interaction-transform-0-anchor-1-a">
            <a:extLst xmlns:a="http://schemas.openxmlformats.org/drawingml/2006/main">
              <a:ext uri="{FF2B5EF4-FFF2-40B4-BE49-F238E27FC236}">
                <a16:creationId xmlns:a16="http://schemas.microsoft.com/office/drawing/2014/main" id="{D182CD93-4754-4AC3-AE49-2E1B5748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066" y="1604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interaction-transform-0-anchor-1-b">
            <a:extLst xmlns:a="http://schemas.openxmlformats.org/drawingml/2006/main">
              <a:ext uri="{FF2B5EF4-FFF2-40B4-BE49-F238E27FC236}">
                <a16:creationId xmlns:a16="http://schemas.microsoft.com/office/drawing/2014/main" id="{771515B0-BE70-41DF-B20A-B17C99F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063" y="1604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5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3101113" y="1604673"/>
            <a:ext cx="79950" cy="0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4C8B82"/>
            </a:solidFill>
            <a:prstDash val="solid"/>
            <a:tailEnd type="triangle" w="med" len="med"/>
          </a:ln>
        </p:spPr>
      </p:cxnSp>
      <p:sp>
        <p:nvSpPr>
          <p:cNvPr id="103" name="interaction-caption-0">
            <a:extLst xmlns:a="http://schemas.openxmlformats.org/drawingml/2006/main">
              <a:ext uri="{FF2B5EF4-FFF2-40B4-BE49-F238E27FC236}">
                <a16:creationId xmlns:a16="http://schemas.microsoft.com/office/drawing/2014/main" id="{12C73AC7-D850-464A-8C85-B719A1C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783" y="1764643"/>
            <a:ext cx="691740" cy="12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State update</a:t>
            </a:r>
          </a:p>
        </p:txBody>
      </p:sp>
      <p:sp>
        <p:nvSpPr>
          <p:cNvPr id="104" name="interaction-1">
            <a:extLst xmlns:a="http://schemas.openxmlformats.org/drawingml/2006/main">
              <a:ext uri="{FF2B5EF4-FFF2-40B4-BE49-F238E27FC236}">
                <a16:creationId xmlns:a16="http://schemas.microsoft.com/office/drawing/2014/main" id="{3DD57058-AB17-4CD3-A1B2-B5E17988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1251720"/>
            <a:ext cx="814089" cy="776443"/>
          </a:xfrm>
          <a:prstGeom xmlns:a="http://schemas.openxmlformats.org/drawingml/2006/main" prst="roundRect">
            <a:avLst>
              <a:gd name="adj" fmla="val 9814"/>
            </a:avLst>
          </a:prstGeom>
          <a:noFill xmlns:a="http://schemas.openxmlformats.org/drawingml/2006/main"/>
          <a:ln xmlns:a="http://schemas.openxmlformats.org/drawingml/2006/main" w="8470">
            <a:solidFill>
              <a:srgbClr val="4C8B82"/>
            </a:solidFill>
            <a:prstDash val="solid"/>
          </a:ln>
        </p:spPr>
      </p:sp>
      <p:sp>
        <p:nvSpPr>
          <p:cNvPr id="105" name="interaction-title-1">
            <a:extLst xmlns:a="http://schemas.openxmlformats.org/drawingml/2006/main">
              <a:ext uri="{FF2B5EF4-FFF2-40B4-BE49-F238E27FC236}">
                <a16:creationId xmlns:a16="http://schemas.microsoft.com/office/drawing/2014/main" id="{D1DD7E17-6772-420D-B2CB-92A491EE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629" y="1294071"/>
            <a:ext cx="767031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Interaction block</a:t>
            </a:r>
          </a:p>
        </p:txBody>
      </p:sp>
      <p:sp>
        <p:nvSpPr>
          <p:cNvPr id="106" name="interaction-index-1">
            <a:extLst xmlns:a="http://schemas.openxmlformats.org/drawingml/2006/main">
              <a:ext uri="{FF2B5EF4-FFF2-40B4-BE49-F238E27FC236}">
                <a16:creationId xmlns:a16="http://schemas.microsoft.com/office/drawing/2014/main" id="{BD8DBBE9-3544-4C3B-A41A-45474761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194" y="1901109"/>
            <a:ext cx="127054" cy="9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7" name="interaction-state-1-0">
            <a:extLst xmlns:a="http://schemas.openxmlformats.org/drawingml/2006/main">
              <a:ext uri="{FF2B5EF4-FFF2-40B4-BE49-F238E27FC236}">
                <a16:creationId xmlns:a16="http://schemas.microsoft.com/office/drawing/2014/main" id="{E2E4A9CA-A16F-4FC9-B0E2-90D11F47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860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108" name="interaction-state-1-1">
            <a:extLst xmlns:a="http://schemas.openxmlformats.org/drawingml/2006/main">
              <a:ext uri="{FF2B5EF4-FFF2-40B4-BE49-F238E27FC236}">
                <a16:creationId xmlns:a16="http://schemas.microsoft.com/office/drawing/2014/main" id="{23442105-28D6-4B40-A516-1C85CB6A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857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109" name="interaction-state-1-2">
            <a:extLst xmlns:a="http://schemas.openxmlformats.org/drawingml/2006/main">
              <a:ext uri="{FF2B5EF4-FFF2-40B4-BE49-F238E27FC236}">
                <a16:creationId xmlns:a16="http://schemas.microsoft.com/office/drawing/2014/main" id="{DC5710AC-67D1-4EAB-B240-FB882155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54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110" name="interaction-update-1-0">
            <a:extLst xmlns:a="http://schemas.openxmlformats.org/drawingml/2006/main">
              <a:ext uri="{FF2B5EF4-FFF2-40B4-BE49-F238E27FC236}">
                <a16:creationId xmlns:a16="http://schemas.microsoft.com/office/drawing/2014/main" id="{0FC37876-0290-4F52-AFFD-4690B20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083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111" name="interaction-update-1-1">
            <a:extLst xmlns:a="http://schemas.openxmlformats.org/drawingml/2006/main">
              <a:ext uri="{FF2B5EF4-FFF2-40B4-BE49-F238E27FC236}">
                <a16:creationId xmlns:a16="http://schemas.microsoft.com/office/drawing/2014/main" id="{2106BF29-FFEF-4F5F-BA9B-C2142D1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080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112" name="interaction-update-1-2">
            <a:extLst xmlns:a="http://schemas.openxmlformats.org/drawingml/2006/main">
              <a:ext uri="{FF2B5EF4-FFF2-40B4-BE49-F238E27FC236}">
                <a16:creationId xmlns:a16="http://schemas.microsoft.com/office/drawing/2014/main" id="{C62992AD-4D2E-47FF-9928-BCCD401E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77" y="1510534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113" name="interaction-transform-1-anchor-1-a">
            <a:extLst xmlns:a="http://schemas.openxmlformats.org/drawingml/2006/main">
              <a:ext uri="{FF2B5EF4-FFF2-40B4-BE49-F238E27FC236}">
                <a16:creationId xmlns:a16="http://schemas.microsoft.com/office/drawing/2014/main" id="{A463547B-79EE-4A96-B8A6-6F3B217F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557" y="1604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interaction-transform-1-anchor-1-b">
            <a:extLst xmlns:a="http://schemas.openxmlformats.org/drawingml/2006/main">
              <a:ext uri="{FF2B5EF4-FFF2-40B4-BE49-F238E27FC236}">
                <a16:creationId xmlns:a16="http://schemas.microsoft.com/office/drawing/2014/main" id="{236DF34F-1D90-4C65-8993-8DA22AFE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554" y="1604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4164604" y="1604673"/>
            <a:ext cx="79950" cy="0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4C8B82"/>
            </a:solidFill>
            <a:prstDash val="solid"/>
            <a:tailEnd type="triangle" w="med" len="med"/>
          </a:ln>
        </p:spPr>
      </p:cxnSp>
      <p:sp>
        <p:nvSpPr>
          <p:cNvPr id="116" name="interaction-caption-1">
            <a:extLst xmlns:a="http://schemas.openxmlformats.org/drawingml/2006/main">
              <a:ext uri="{FF2B5EF4-FFF2-40B4-BE49-F238E27FC236}">
                <a16:creationId xmlns:a16="http://schemas.microsoft.com/office/drawing/2014/main" id="{AE078E53-3695-46AC-8CFF-38BD02FD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274" y="1764643"/>
            <a:ext cx="691740" cy="12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State update</a:t>
            </a:r>
          </a:p>
        </p:txBody>
      </p:sp>
      <p:sp>
        <p:nvSpPr>
          <p:cNvPr id="117" name="block-to-block-anchor-1-a">
            <a:extLst xmlns:a="http://schemas.openxmlformats.org/drawingml/2006/main">
              <a:ext uri="{FF2B5EF4-FFF2-40B4-BE49-F238E27FC236}">
                <a16:creationId xmlns:a16="http://schemas.microsoft.com/office/drawing/2014/main" id="{1F394115-FB11-400F-8B24-C10D706F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460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block-to-block-anchor-1-b">
            <a:extLst xmlns:a="http://schemas.openxmlformats.org/drawingml/2006/main">
              <a:ext uri="{FF2B5EF4-FFF2-40B4-BE49-F238E27FC236}">
                <a16:creationId xmlns:a16="http://schemas.microsoft.com/office/drawing/2014/main" id="{56D6E7BC-3845-4F7D-9507-0E16EB6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631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3590507" y="1628201"/>
            <a:ext cx="141124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120" name="block-to-decoder-anchor-1-a">
            <a:extLst xmlns:a="http://schemas.openxmlformats.org/drawingml/2006/main">
              <a:ext uri="{FF2B5EF4-FFF2-40B4-BE49-F238E27FC236}">
                <a16:creationId xmlns:a16="http://schemas.microsoft.com/office/drawing/2014/main" id="{DDAB3FF2-B916-45B6-9A38-EA42080D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657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block-to-decoder-anchor-1-b">
            <a:extLst xmlns:a="http://schemas.openxmlformats.org/drawingml/2006/main">
              <a:ext uri="{FF2B5EF4-FFF2-40B4-BE49-F238E27FC236}">
                <a16:creationId xmlns:a16="http://schemas.microsoft.com/office/drawing/2014/main" id="{341E66C1-50B2-4685-9828-254BE7C1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183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5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4658704" y="1628201"/>
            <a:ext cx="10347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123" name="decode-predict-anchor-1-a">
            <a:extLst xmlns:a="http://schemas.openxmlformats.org/drawingml/2006/main">
              <a:ext uri="{FF2B5EF4-FFF2-40B4-BE49-F238E27FC236}">
                <a16:creationId xmlns:a16="http://schemas.microsoft.com/office/drawing/2014/main" id="{654E9154-8617-4790-AEEB-CA4E7BC5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803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decode-predict-anchor-1-b">
            <a:extLst xmlns:a="http://schemas.openxmlformats.org/drawingml/2006/main">
              <a:ext uri="{FF2B5EF4-FFF2-40B4-BE49-F238E27FC236}">
                <a16:creationId xmlns:a16="http://schemas.microsoft.com/office/drawing/2014/main" id="{A4FD138D-3A2F-4A5B-B5F6-796E63C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614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5519850" y="1628201"/>
            <a:ext cx="338764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  <a:tailEnd type="triangle" w="med" len="med"/>
          </a:ln>
        </p:spPr>
      </p:cxnSp>
      <p:sp>
        <p:nvSpPr>
          <p:cNvPr id="126" name="perturbation-record">
            <a:extLst xmlns:a="http://schemas.openxmlformats.org/drawingml/2006/main">
              <a:ext uri="{FF2B5EF4-FFF2-40B4-BE49-F238E27FC236}">
                <a16:creationId xmlns:a16="http://schemas.microsoft.com/office/drawing/2014/main" id="{FA98F916-92AA-484A-889A-24252114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57" y="409397"/>
            <a:ext cx="705857" cy="2446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0"/>
          </a:solidFill>
          <a:ln xmlns:a="http://schemas.openxmlformats.org/drawingml/2006/main" w="6588">
            <a:solidFill>
              <a:srgbClr val="B99654"/>
            </a:solidFill>
            <a:prstDash val="solid"/>
          </a:ln>
        </p:spPr>
      </p:sp>
      <p:sp>
        <p:nvSpPr>
          <p:cNvPr id="127" name="perturbation-record-label">
            <a:extLst xmlns:a="http://schemas.openxmlformats.org/drawingml/2006/main">
              <a:ext uri="{FF2B5EF4-FFF2-40B4-BE49-F238E27FC236}">
                <a16:creationId xmlns:a16="http://schemas.microsoft.com/office/drawing/2014/main" id="{FF3E47FC-2B1C-4A5E-A889-07A97CC2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1" y="437631"/>
            <a:ext cx="649389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Perturbation</a:t>
            </a:r>
          </a:p>
        </p:txBody>
      </p:sp>
      <p:sp>
        <p:nvSpPr>
          <p:cNvPr id="128" name="perturbation-encoder">
            <a:extLst xmlns:a="http://schemas.openxmlformats.org/drawingml/2006/main">
              <a:ext uri="{FF2B5EF4-FFF2-40B4-BE49-F238E27FC236}">
                <a16:creationId xmlns:a16="http://schemas.microsoft.com/office/drawing/2014/main" id="{973DBC98-02C1-42DA-A02E-CECE004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43" y="390574"/>
            <a:ext cx="927026" cy="28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588">
            <a:solidFill>
              <a:srgbClr val="B99654"/>
            </a:solidFill>
            <a:prstDash val="solid"/>
          </a:ln>
        </p:spPr>
      </p:sp>
      <p:sp>
        <p:nvSpPr>
          <p:cNvPr id="129" name="perturbation-encoder-label">
            <a:extLst xmlns:a="http://schemas.openxmlformats.org/drawingml/2006/main">
              <a:ext uri="{FF2B5EF4-FFF2-40B4-BE49-F238E27FC236}">
                <a16:creationId xmlns:a16="http://schemas.microsoft.com/office/drawing/2014/main" id="{2FD4AAA2-6AC4-496D-9580-7B632CAC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77" y="465866"/>
            <a:ext cx="870557" cy="136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7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Perturbation encoder</a:t>
            </a:r>
          </a:p>
        </p:txBody>
      </p:sp>
      <p:sp>
        <p:nvSpPr>
          <p:cNvPr id="130" name="perturbation-tokens-0">
            <a:extLst xmlns:a="http://schemas.openxmlformats.org/drawingml/2006/main">
              <a:ext uri="{FF2B5EF4-FFF2-40B4-BE49-F238E27FC236}">
                <a16:creationId xmlns:a16="http://schemas.microsoft.com/office/drawing/2014/main" id="{3785C3B7-670E-4B89-AAA2-B969E047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391" y="42822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E9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131" name="perturbation-tokens-1">
            <a:extLst xmlns:a="http://schemas.openxmlformats.org/drawingml/2006/main">
              <a:ext uri="{FF2B5EF4-FFF2-40B4-BE49-F238E27FC236}">
                <a16:creationId xmlns:a16="http://schemas.microsoft.com/office/drawing/2014/main" id="{34C37974-E7CC-4EE4-9E4C-424C98D7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389" y="42822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FC1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132" name="perturbation-tokens-2">
            <a:extLst xmlns:a="http://schemas.openxmlformats.org/drawingml/2006/main">
              <a:ext uri="{FF2B5EF4-FFF2-40B4-BE49-F238E27FC236}">
                <a16:creationId xmlns:a16="http://schemas.microsoft.com/office/drawing/2014/main" id="{277D303B-4A9C-448E-9304-8C98F614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386" y="42822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C493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133" name="perturbation-tokens-3">
            <a:extLst xmlns:a="http://schemas.openxmlformats.org/drawingml/2006/main">
              <a:ext uri="{FF2B5EF4-FFF2-40B4-BE49-F238E27FC236}">
                <a16:creationId xmlns:a16="http://schemas.microsoft.com/office/drawing/2014/main" id="{01DE0B88-9B34-49AE-BD0B-44F120C5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383" y="42822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A6A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134" name="perturbation-encode-anchor-1-a">
            <a:extLst xmlns:a="http://schemas.openxmlformats.org/drawingml/2006/main">
              <a:ext uri="{FF2B5EF4-FFF2-40B4-BE49-F238E27FC236}">
                <a16:creationId xmlns:a16="http://schemas.microsoft.com/office/drawing/2014/main" id="{8385B3C3-A491-4F62-B855-D80727D1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83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perturbation-encode-anchor-1-b">
            <a:extLst xmlns:a="http://schemas.openxmlformats.org/drawingml/2006/main">
              <a:ext uri="{FF2B5EF4-FFF2-40B4-BE49-F238E27FC236}">
                <a16:creationId xmlns:a16="http://schemas.microsoft.com/office/drawing/2014/main" id="{C6A0AEEC-D7BB-4F20-814D-5A8DA695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69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9" name="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974130" y="531770"/>
            <a:ext cx="7053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solid"/>
            <a:tailEnd type="triangle" w="med" len="med"/>
          </a:ln>
        </p:spPr>
      </p:cxnSp>
      <p:sp>
        <p:nvSpPr>
          <p:cNvPr id="137" name="perturbation-tokens-route-anchor-1-a">
            <a:extLst xmlns:a="http://schemas.openxmlformats.org/drawingml/2006/main">
              <a:ext uri="{FF2B5EF4-FFF2-40B4-BE49-F238E27FC236}">
                <a16:creationId xmlns:a16="http://schemas.microsoft.com/office/drawing/2014/main" id="{0440EE34-085F-4F0A-8835-D205FD2D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337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perturbation-tokens-route-anchor-1-b">
            <a:extLst xmlns:a="http://schemas.openxmlformats.org/drawingml/2006/main">
              <a:ext uri="{FF2B5EF4-FFF2-40B4-BE49-F238E27FC236}">
                <a16:creationId xmlns:a16="http://schemas.microsoft.com/office/drawing/2014/main" id="{036502E6-3C92-4E1E-9F77-3D8E67F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923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2089384" y="531770"/>
            <a:ext cx="7053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solid"/>
            <a:tailEnd type="triangle" w="med" len="med"/>
          </a:ln>
        </p:spPr>
      </p:cxnSp>
      <p:sp>
        <p:nvSpPr>
          <p:cNvPr id="140" name="perturbation-rail-anchor-1-a">
            <a:extLst xmlns:a="http://schemas.openxmlformats.org/drawingml/2006/main">
              <a:ext uri="{FF2B5EF4-FFF2-40B4-BE49-F238E27FC236}">
                <a16:creationId xmlns:a16="http://schemas.microsoft.com/office/drawing/2014/main" id="{9713520E-FAE9-488B-8788-7C5B529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731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perturbation-rail-anchor-1-b">
            <a:extLst xmlns:a="http://schemas.openxmlformats.org/drawingml/2006/main">
              <a:ext uri="{FF2B5EF4-FFF2-40B4-BE49-F238E27FC236}">
                <a16:creationId xmlns:a16="http://schemas.microsoft.com/office/drawing/2014/main" id="{DE6A09C8-BF44-4E34-A5A1-2ED8668B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2578778" y="531770"/>
            <a:ext cx="409351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</a:ln>
        </p:spPr>
      </p:cxnSp>
      <p:sp>
        <p:nvSpPr>
          <p:cNvPr id="143" name="perturbation-rail-anchor-2-a">
            <a:extLst xmlns:a="http://schemas.openxmlformats.org/drawingml/2006/main">
              <a:ext uri="{FF2B5EF4-FFF2-40B4-BE49-F238E27FC236}">
                <a16:creationId xmlns:a16="http://schemas.microsoft.com/office/drawing/2014/main" id="{C0C04564-FD9B-4DEE-AAED-39DBAE6F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perturbation-rail-anchor-2-b">
            <a:extLst xmlns:a="http://schemas.openxmlformats.org/drawingml/2006/main">
              <a:ext uri="{FF2B5EF4-FFF2-40B4-BE49-F238E27FC236}">
                <a16:creationId xmlns:a16="http://schemas.microsoft.com/office/drawing/2014/main" id="{8E4510CE-294D-4A1B-8B88-50FAC780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326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2988176" y="531770"/>
            <a:ext cx="1068150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</a:ln>
        </p:spPr>
      </p:cxnSp>
      <p:sp>
        <p:nvSpPr>
          <p:cNvPr id="146" name="perturbation-to-one-anchor-1-a">
            <a:extLst xmlns:a="http://schemas.openxmlformats.org/drawingml/2006/main">
              <a:ext uri="{FF2B5EF4-FFF2-40B4-BE49-F238E27FC236}">
                <a16:creationId xmlns:a16="http://schemas.microsoft.com/office/drawing/2014/main" id="{7C0ABAA4-8C48-444B-871C-4D7D149E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perturbation-to-one-anchor-1-b">
            <a:extLst xmlns:a="http://schemas.openxmlformats.org/drawingml/2006/main">
              <a:ext uri="{FF2B5EF4-FFF2-40B4-BE49-F238E27FC236}">
                <a16:creationId xmlns:a16="http://schemas.microsoft.com/office/drawing/2014/main" id="{69064071-EBB2-4C77-A2C3-D9D2931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11858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2988153" y="531793"/>
            <a:ext cx="0" cy="654047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  <a:tailEnd type="triangle" w="med" len="med"/>
          </a:ln>
        </p:spPr>
      </p:cxnSp>
      <p:sp>
        <p:nvSpPr>
          <p:cNvPr id="149" name="perturbation-to-two-anchor-1-a">
            <a:extLst xmlns:a="http://schemas.openxmlformats.org/drawingml/2006/main">
              <a:ext uri="{FF2B5EF4-FFF2-40B4-BE49-F238E27FC236}">
                <a16:creationId xmlns:a16="http://schemas.microsoft.com/office/drawing/2014/main" id="{ACC4D98D-5169-4223-8848-E51EABE1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326" y="5317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erturbation-to-two-anchor-1-b">
            <a:extLst xmlns:a="http://schemas.openxmlformats.org/drawingml/2006/main">
              <a:ext uri="{FF2B5EF4-FFF2-40B4-BE49-F238E27FC236}">
                <a16:creationId xmlns:a16="http://schemas.microsoft.com/office/drawing/2014/main" id="{3D2F9825-E598-4742-993E-7821D59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326" y="11858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49" idx="2"/>
            <a:endCxn xmlns:a="http://schemas.openxmlformats.org/drawingml/2006/main" id="150" idx="0"/>
          </p:cNvCxnSpPr>
          <p:nvPr/>
        </p:nvCxnSpPr>
        <p:spPr>
          <a:xfrm xmlns:a="http://schemas.openxmlformats.org/drawingml/2006/main">
            <a:off x="4056350" y="531793"/>
            <a:ext cx="0" cy="654047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  <a:tailEnd type="triangle" w="med" len="med"/>
          </a:ln>
        </p:spPr>
      </p:cxnSp>
      <p:sp>
        <p:nvSpPr>
          <p:cNvPr id="152" name="context-record">
            <a:extLst xmlns:a="http://schemas.openxmlformats.org/drawingml/2006/main">
              <a:ext uri="{FF2B5EF4-FFF2-40B4-BE49-F238E27FC236}">
                <a16:creationId xmlns:a16="http://schemas.microsoft.com/office/drawing/2014/main" id="{63BA6596-8699-4ECC-898D-6DAFA2D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57" y="818794"/>
            <a:ext cx="705857" cy="2446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6588">
            <a:solidFill>
              <a:srgbClr val="8D79AC"/>
            </a:solidFill>
            <a:prstDash val="solid"/>
          </a:ln>
        </p:spPr>
      </p:sp>
      <p:sp>
        <p:nvSpPr>
          <p:cNvPr id="153" name="context-record-label">
            <a:extLst xmlns:a="http://schemas.openxmlformats.org/drawingml/2006/main">
              <a:ext uri="{FF2B5EF4-FFF2-40B4-BE49-F238E27FC236}">
                <a16:creationId xmlns:a16="http://schemas.microsoft.com/office/drawing/2014/main" id="{5C1A52D0-4776-4868-BC49-851ED2C5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1" y="870557"/>
            <a:ext cx="649389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54" name="context-encoder">
            <a:extLst xmlns:a="http://schemas.openxmlformats.org/drawingml/2006/main">
              <a:ext uri="{FF2B5EF4-FFF2-40B4-BE49-F238E27FC236}">
                <a16:creationId xmlns:a16="http://schemas.microsoft.com/office/drawing/2014/main" id="{3F033D53-F0A0-4124-92C0-A202EF6A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43" y="799971"/>
            <a:ext cx="927026" cy="28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588">
            <a:solidFill>
              <a:srgbClr val="8D79AC"/>
            </a:solidFill>
            <a:prstDash val="solid"/>
          </a:ln>
        </p:spPr>
      </p:sp>
      <p:sp>
        <p:nvSpPr>
          <p:cNvPr id="155" name="context-encoder-label">
            <a:extLst xmlns:a="http://schemas.openxmlformats.org/drawingml/2006/main">
              <a:ext uri="{FF2B5EF4-FFF2-40B4-BE49-F238E27FC236}">
                <a16:creationId xmlns:a16="http://schemas.microsoft.com/office/drawing/2014/main" id="{35B5D8EC-24D4-4880-9A7F-9280765A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77" y="870557"/>
            <a:ext cx="870557" cy="136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7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Context encoder</a:t>
            </a:r>
          </a:p>
        </p:txBody>
      </p:sp>
      <p:sp>
        <p:nvSpPr>
          <p:cNvPr id="156" name="context-tokens-0">
            <a:extLst xmlns:a="http://schemas.openxmlformats.org/drawingml/2006/main">
              <a:ext uri="{FF2B5EF4-FFF2-40B4-BE49-F238E27FC236}">
                <a16:creationId xmlns:a16="http://schemas.microsoft.com/office/drawing/2014/main" id="{64AA2779-E5B7-4DC1-B6AA-F0422453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391" y="837617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7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157" name="context-tokens-1">
            <a:extLst xmlns:a="http://schemas.openxmlformats.org/drawingml/2006/main">
              <a:ext uri="{FF2B5EF4-FFF2-40B4-BE49-F238E27FC236}">
                <a16:creationId xmlns:a16="http://schemas.microsoft.com/office/drawing/2014/main" id="{8E9A76B9-7785-41A1-A45B-AFD128F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389" y="837617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B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158" name="context-tokens-2">
            <a:extLst xmlns:a="http://schemas.openxmlformats.org/drawingml/2006/main">
              <a:ext uri="{FF2B5EF4-FFF2-40B4-BE49-F238E27FC236}">
                <a16:creationId xmlns:a16="http://schemas.microsoft.com/office/drawing/2014/main" id="{6FEFBCEB-858E-4ABD-A19B-075A4FA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386" y="837617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159" name="context-tokens-3">
            <a:extLst xmlns:a="http://schemas.openxmlformats.org/drawingml/2006/main">
              <a:ext uri="{FF2B5EF4-FFF2-40B4-BE49-F238E27FC236}">
                <a16:creationId xmlns:a16="http://schemas.microsoft.com/office/drawing/2014/main" id="{F8BE75CE-32D7-459C-9D7F-0D4ED10D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383" y="837617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3BE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160" name="context-encode-anchor-1-a">
            <a:extLst xmlns:a="http://schemas.openxmlformats.org/drawingml/2006/main">
              <a:ext uri="{FF2B5EF4-FFF2-40B4-BE49-F238E27FC236}">
                <a16:creationId xmlns:a16="http://schemas.microsoft.com/office/drawing/2014/main" id="{18C59551-A058-445E-928B-344CD35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83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context-encode-anchor-1-b">
            <a:extLst xmlns:a="http://schemas.openxmlformats.org/drawingml/2006/main">
              <a:ext uri="{FF2B5EF4-FFF2-40B4-BE49-F238E27FC236}">
                <a16:creationId xmlns:a16="http://schemas.microsoft.com/office/drawing/2014/main" id="{6853843D-98DD-4423-8AF7-A30D65D0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69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5" name=""/>
          <p:cNvCxnSpPr>
            <a:stCxn xmlns:a="http://schemas.openxmlformats.org/drawingml/2006/main" id="160" idx="3"/>
            <a:endCxn xmlns:a="http://schemas.openxmlformats.org/drawingml/2006/main" id="161" idx="1"/>
          </p:cNvCxnSpPr>
          <p:nvPr/>
        </p:nvCxnSpPr>
        <p:spPr>
          <a:xfrm xmlns:a="http://schemas.openxmlformats.org/drawingml/2006/main">
            <a:off x="974130" y="941167"/>
            <a:ext cx="7053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solid"/>
            <a:tailEnd type="triangle" w="med" len="med"/>
          </a:ln>
        </p:spPr>
      </p:cxnSp>
      <p:sp>
        <p:nvSpPr>
          <p:cNvPr id="163" name="context-token-route-anchor-1-a">
            <a:extLst xmlns:a="http://schemas.openxmlformats.org/drawingml/2006/main">
              <a:ext uri="{FF2B5EF4-FFF2-40B4-BE49-F238E27FC236}">
                <a16:creationId xmlns:a16="http://schemas.microsoft.com/office/drawing/2014/main" id="{FB868A58-5B4E-443D-8104-CDEAD85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337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context-token-route-anchor-1-b">
            <a:extLst xmlns:a="http://schemas.openxmlformats.org/drawingml/2006/main">
              <a:ext uri="{FF2B5EF4-FFF2-40B4-BE49-F238E27FC236}">
                <a16:creationId xmlns:a16="http://schemas.microsoft.com/office/drawing/2014/main" id="{EEDC5060-C8C8-489D-8893-796002C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923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8" name="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2089384" y="941167"/>
            <a:ext cx="7053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solid"/>
            <a:tailEnd type="triangle" w="med" len="med"/>
          </a:ln>
        </p:spPr>
      </p:cxnSp>
      <p:sp>
        <p:nvSpPr>
          <p:cNvPr id="166" name="context-rail-anchor-1-a">
            <a:extLst xmlns:a="http://schemas.openxmlformats.org/drawingml/2006/main">
              <a:ext uri="{FF2B5EF4-FFF2-40B4-BE49-F238E27FC236}">
                <a16:creationId xmlns:a16="http://schemas.microsoft.com/office/drawing/2014/main" id="{FB73F919-3E53-4D4E-AAFC-5C24845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731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context-rail-anchor-1-b">
            <a:extLst xmlns:a="http://schemas.openxmlformats.org/drawingml/2006/main">
              <a:ext uri="{FF2B5EF4-FFF2-40B4-BE49-F238E27FC236}">
                <a16:creationId xmlns:a16="http://schemas.microsoft.com/office/drawing/2014/main" id="{FF991C14-AE24-46DC-9B56-4E80C069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237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1" name=""/>
          <p:cNvCxnSpPr>
            <a:stCxn xmlns:a="http://schemas.openxmlformats.org/drawingml/2006/main" id="166" idx="3"/>
            <a:endCxn xmlns:a="http://schemas.openxmlformats.org/drawingml/2006/main" id="167" idx="1"/>
          </p:cNvCxnSpPr>
          <p:nvPr/>
        </p:nvCxnSpPr>
        <p:spPr>
          <a:xfrm xmlns:a="http://schemas.openxmlformats.org/drawingml/2006/main">
            <a:off x="2578778" y="941167"/>
            <a:ext cx="66345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</a:ln>
        </p:spPr>
      </p:cxnSp>
      <p:sp>
        <p:nvSpPr>
          <p:cNvPr id="169" name="context-rail-anchor-2-a">
            <a:extLst xmlns:a="http://schemas.openxmlformats.org/drawingml/2006/main">
              <a:ext uri="{FF2B5EF4-FFF2-40B4-BE49-F238E27FC236}">
                <a16:creationId xmlns:a16="http://schemas.microsoft.com/office/drawing/2014/main" id="{86CD1D05-E366-4B3D-A04F-08619B3E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237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context-rail-anchor-2-b">
            <a:extLst xmlns:a="http://schemas.openxmlformats.org/drawingml/2006/main">
              <a:ext uri="{FF2B5EF4-FFF2-40B4-BE49-F238E27FC236}">
                <a16:creationId xmlns:a16="http://schemas.microsoft.com/office/drawing/2014/main" id="{2901C29C-7125-4FA5-9E93-7D45FAA2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434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4" name="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3242284" y="941167"/>
            <a:ext cx="1068150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</a:ln>
        </p:spPr>
      </p:cxnSp>
      <p:sp>
        <p:nvSpPr>
          <p:cNvPr id="172" name="context-to-one-anchor-1-a">
            <a:extLst xmlns:a="http://schemas.openxmlformats.org/drawingml/2006/main">
              <a:ext uri="{FF2B5EF4-FFF2-40B4-BE49-F238E27FC236}">
                <a16:creationId xmlns:a16="http://schemas.microsoft.com/office/drawing/2014/main" id="{D5548FE8-9D8C-4360-A390-2F03641E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237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context-to-one-anchor-1-b">
            <a:extLst xmlns:a="http://schemas.openxmlformats.org/drawingml/2006/main">
              <a:ext uri="{FF2B5EF4-FFF2-40B4-BE49-F238E27FC236}">
                <a16:creationId xmlns:a16="http://schemas.microsoft.com/office/drawing/2014/main" id="{F588C301-A07D-4C32-B193-890167D3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237" y="11858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3242261" y="941190"/>
            <a:ext cx="0" cy="24465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  <a:tailEnd type="triangle" w="med" len="med"/>
          </a:ln>
        </p:spPr>
      </p:cxnSp>
      <p:sp>
        <p:nvSpPr>
          <p:cNvPr id="175" name="context-to-two-anchor-1-a">
            <a:extLst xmlns:a="http://schemas.openxmlformats.org/drawingml/2006/main">
              <a:ext uri="{FF2B5EF4-FFF2-40B4-BE49-F238E27FC236}">
                <a16:creationId xmlns:a16="http://schemas.microsoft.com/office/drawing/2014/main" id="{0AAB7C21-4D61-4AEF-81FC-A0A6FB90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434" y="9411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context-to-two-anchor-1-b">
            <a:extLst xmlns:a="http://schemas.openxmlformats.org/drawingml/2006/main">
              <a:ext uri="{FF2B5EF4-FFF2-40B4-BE49-F238E27FC236}">
                <a16:creationId xmlns:a16="http://schemas.microsoft.com/office/drawing/2014/main" id="{FF472526-1DE7-47F9-B799-BDB5CC5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434" y="11858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175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>
            <a:off x="4310458" y="941190"/>
            <a:ext cx="0" cy="24465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  <a:tailEnd type="triangle" w="med" len="med"/>
          </a:ln>
        </p:spPr>
      </p:cxnSp>
      <p:sp>
        <p:nvSpPr>
          <p:cNvPr id="178" name="conditioning-label">
            <a:extLst xmlns:a="http://schemas.openxmlformats.org/drawingml/2006/main">
              <a:ext uri="{FF2B5EF4-FFF2-40B4-BE49-F238E27FC236}">
                <a16:creationId xmlns:a16="http://schemas.microsoft.com/office/drawing/2014/main" id="{ED6AB216-46B2-4242-B459-D2F9D56C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29" y="738797"/>
            <a:ext cx="1143489" cy="136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8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48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Shared conditioning</a:t>
            </a:r>
          </a:p>
        </p:txBody>
      </p:sp>
      <p:sp>
        <p:nvSpPr>
          <p:cNvPr id="179" name="conditioning-key-anchor-1-a">
            <a:extLst xmlns:a="http://schemas.openxmlformats.org/drawingml/2006/main">
              <a:ext uri="{FF2B5EF4-FFF2-40B4-BE49-F238E27FC236}">
                <a16:creationId xmlns:a16="http://schemas.microsoft.com/office/drawing/2014/main" id="{54D5943E-4F1C-4F08-B382-C4EF9516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71" y="59292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conditioning-key-anchor-1-b">
            <a:extLst xmlns:a="http://schemas.openxmlformats.org/drawingml/2006/main">
              <a:ext uri="{FF2B5EF4-FFF2-40B4-BE49-F238E27FC236}">
                <a16:creationId xmlns:a16="http://schemas.microsoft.com/office/drawing/2014/main" id="{5C0C66AA-EB30-456E-9A0A-9862273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46" y="59292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4588118" y="592944"/>
            <a:ext cx="225828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56636F"/>
            </a:solidFill>
            <a:prstDash val="dash"/>
            <a:tailEnd type="triangle" w="med" len="med"/>
          </a:ln>
        </p:spPr>
      </p:cxnSp>
      <p:sp>
        <p:nvSpPr>
          <p:cNvPr id="182" name="conditioning-key-label">
            <a:extLst xmlns:a="http://schemas.openxmlformats.org/drawingml/2006/main">
              <a:ext uri="{FF2B5EF4-FFF2-40B4-BE49-F238E27FC236}">
                <a16:creationId xmlns:a16="http://schemas.microsoft.com/office/drawing/2014/main" id="{B70F4766-64E2-496D-81E2-EA16BD6D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709" y="531746"/>
            <a:ext cx="1082314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Condition tokens</a:t>
            </a:r>
          </a:p>
        </p:txBody>
      </p:sp>
      <p:sp>
        <p:nvSpPr>
          <p:cNvPr id="183" name="observed-label">
            <a:extLst xmlns:a="http://schemas.openxmlformats.org/drawingml/2006/main">
              <a:ext uri="{FF2B5EF4-FFF2-40B4-BE49-F238E27FC236}">
                <a16:creationId xmlns:a16="http://schemas.microsoft.com/office/drawing/2014/main" id="{E603E1D9-0EED-4D32-866B-BB71C09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869" y="2249331"/>
            <a:ext cx="964671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8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48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Observed response</a:t>
            </a:r>
          </a:p>
        </p:txBody>
      </p:sp>
      <p:sp>
        <p:nvSpPr>
          <p:cNvPr id="184" name="observed-record">
            <a:extLst xmlns:a="http://schemas.openxmlformats.org/drawingml/2006/main">
              <a:ext uri="{FF2B5EF4-FFF2-40B4-BE49-F238E27FC236}">
                <a16:creationId xmlns:a16="http://schemas.microsoft.com/office/drawing/2014/main" id="{BEC9641C-C80D-4570-9F5D-BE0893A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691" y="2225803"/>
            <a:ext cx="941143" cy="174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185" name="reconstruction-loss">
            <a:extLst xmlns:a="http://schemas.openxmlformats.org/drawingml/2006/main">
              <a:ext uri="{FF2B5EF4-FFF2-40B4-BE49-F238E27FC236}">
                <a16:creationId xmlns:a16="http://schemas.microsoft.com/office/drawing/2014/main" id="{F54385EB-50D5-4764-B7AE-E911EB0F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883" y="2216391"/>
            <a:ext cx="1176429" cy="192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6588">
            <a:solidFill>
              <a:srgbClr val="4C8B82"/>
            </a:solidFill>
            <a:prstDash val="solid"/>
          </a:ln>
        </p:spPr>
      </p:sp>
      <p:sp>
        <p:nvSpPr>
          <p:cNvPr id="186" name="reconstruction-loss-label">
            <a:extLst xmlns:a="http://schemas.openxmlformats.org/drawingml/2006/main">
              <a:ext uri="{FF2B5EF4-FFF2-40B4-BE49-F238E27FC236}">
                <a16:creationId xmlns:a16="http://schemas.microsoft.com/office/drawing/2014/main" id="{E2D1D7A9-C6B8-4AA6-AA72-6833FD60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706" y="2244626"/>
            <a:ext cx="1138783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Reconstruction loss</a:t>
            </a:r>
          </a:p>
        </p:txBody>
      </p:sp>
      <p:sp>
        <p:nvSpPr>
          <p:cNvPr id="187" name="observed-to-loss-anchor-1-a">
            <a:extLst xmlns:a="http://schemas.openxmlformats.org/drawingml/2006/main">
              <a:ext uri="{FF2B5EF4-FFF2-40B4-BE49-F238E27FC236}">
                <a16:creationId xmlns:a16="http://schemas.microsoft.com/office/drawing/2014/main" id="{37CDFA1C-D0E2-4E34-AA25-4602C3E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480" y="231050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observed-to-loss-anchor-1-b">
            <a:extLst xmlns:a="http://schemas.openxmlformats.org/drawingml/2006/main">
              <a:ext uri="{FF2B5EF4-FFF2-40B4-BE49-F238E27FC236}">
                <a16:creationId xmlns:a16="http://schemas.microsoft.com/office/drawing/2014/main" id="{1DA130DC-D42C-4317-96A1-7C5238F3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120" y="231050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2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4677527" y="2310530"/>
            <a:ext cx="197593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  <a:tailEnd type="triangle" w="med" len="med"/>
          </a:ln>
        </p:spPr>
      </p:cxnSp>
      <p:sp>
        <p:nvSpPr>
          <p:cNvPr id="190" name="prediction-to-loss-anchor-1-a">
            <a:extLst xmlns:a="http://schemas.openxmlformats.org/drawingml/2006/main">
              <a:ext uri="{FF2B5EF4-FFF2-40B4-BE49-F238E27FC236}">
                <a16:creationId xmlns:a16="http://schemas.microsoft.com/office/drawing/2014/main" id="{4B7A6EDA-DDD2-4CD0-A237-4A858701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829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prediction-to-loss-anchor-1-b">
            <a:extLst xmlns:a="http://schemas.openxmlformats.org/drawingml/2006/main">
              <a:ext uri="{FF2B5EF4-FFF2-40B4-BE49-F238E27FC236}">
                <a16:creationId xmlns:a16="http://schemas.microsoft.com/office/drawing/2014/main" id="{224EBE2A-693C-430B-BB49-FAF9506E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297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5" name=""/>
          <p:cNvCxnSpPr>
            <a:stCxn xmlns:a="http://schemas.openxmlformats.org/drawingml/2006/main" id="190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6446876" y="1628201"/>
            <a:ext cx="56421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</a:ln>
        </p:spPr>
      </p:cxnSp>
      <p:sp>
        <p:nvSpPr>
          <p:cNvPr id="193" name="prediction-to-loss-anchor-2-a">
            <a:extLst xmlns:a="http://schemas.openxmlformats.org/drawingml/2006/main">
              <a:ext uri="{FF2B5EF4-FFF2-40B4-BE49-F238E27FC236}">
                <a16:creationId xmlns:a16="http://schemas.microsoft.com/office/drawing/2014/main" id="{C7153489-4A93-4AD2-B486-59C55C3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297" y="16281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prediction-to-loss-anchor-2-b">
            <a:extLst xmlns:a="http://schemas.openxmlformats.org/drawingml/2006/main">
              <a:ext uri="{FF2B5EF4-FFF2-40B4-BE49-F238E27FC236}">
                <a16:creationId xmlns:a16="http://schemas.microsoft.com/office/drawing/2014/main" id="{148D1723-EDEB-44DA-BEE4-6507035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297" y="231050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8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6503321" y="1628224"/>
            <a:ext cx="0" cy="682282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</a:ln>
        </p:spPr>
      </p:cxnSp>
      <p:sp>
        <p:nvSpPr>
          <p:cNvPr id="196" name="prediction-to-loss-anchor-3-a">
            <a:extLst xmlns:a="http://schemas.openxmlformats.org/drawingml/2006/main">
              <a:ext uri="{FF2B5EF4-FFF2-40B4-BE49-F238E27FC236}">
                <a16:creationId xmlns:a16="http://schemas.microsoft.com/office/drawing/2014/main" id="{FA9B2A6F-C2B2-4821-ABDA-B9C2DBF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297" y="231050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prediction-to-loss-anchor-3-b">
            <a:extLst xmlns:a="http://schemas.openxmlformats.org/drawingml/2006/main">
              <a:ext uri="{FF2B5EF4-FFF2-40B4-BE49-F238E27FC236}">
                <a16:creationId xmlns:a16="http://schemas.microsoft.com/office/drawing/2014/main" id="{C98F7807-094A-4C88-B92D-0A34804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486" y="231050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1" name=""/>
          <p:cNvCxnSpPr>
            <a:stCxn xmlns:a="http://schemas.openxmlformats.org/drawingml/2006/main" id="196" idx="1"/>
            <a:endCxn xmlns:a="http://schemas.openxmlformats.org/drawingml/2006/main" id="197" idx="3"/>
          </p:cNvCxnSpPr>
          <p:nvPr/>
        </p:nvCxnSpPr>
        <p:spPr>
          <a:xfrm xmlns:a="http://schemas.openxmlformats.org/drawingml/2006/main" flipH="1">
            <a:off x="6164533" y="2310530"/>
            <a:ext cx="338764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  <a:tailEnd type="triangle" w="med" len="med"/>
          </a:ln>
        </p:spPr>
      </p:cxnSp>
      <p:sp>
        <p:nvSpPr>
          <p:cNvPr id="199" name="training-only-label">
            <a:extLst xmlns:a="http://schemas.openxmlformats.org/drawingml/2006/main">
              <a:ext uri="{FF2B5EF4-FFF2-40B4-BE49-F238E27FC236}">
                <a16:creationId xmlns:a16="http://schemas.microsoft.com/office/drawing/2014/main" id="{58E20EBA-3677-4361-BD06-4F5EB2CA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769" y="2056397"/>
            <a:ext cx="1214074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Training only</a:t>
            </a:r>
          </a:p>
        </p:txBody>
      </p:sp>
      <p:sp>
        <p:nvSpPr>
          <p:cNvPr id="200" name="detail-leader-anchor-1-a">
            <a:extLst xmlns:a="http://schemas.openxmlformats.org/drawingml/2006/main">
              <a:ext uri="{FF2B5EF4-FFF2-40B4-BE49-F238E27FC236}">
                <a16:creationId xmlns:a16="http://schemas.microsoft.com/office/drawing/2014/main" id="{E656746B-1546-4A8A-87A3-D3A6E3A3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594" y="20799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detail-leader-anchor-1-b">
            <a:extLst xmlns:a="http://schemas.openxmlformats.org/drawingml/2006/main">
              <a:ext uri="{FF2B5EF4-FFF2-40B4-BE49-F238E27FC236}">
                <a16:creationId xmlns:a16="http://schemas.microsoft.com/office/drawing/2014/main" id="{9173F1BD-E311-4FA5-A818-452E30A9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594" y="232932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5" name=""/>
          <p:cNvCxnSpPr>
            <a:stCxn xmlns:a="http://schemas.openxmlformats.org/drawingml/2006/main" id="200" idx="2"/>
            <a:endCxn xmlns:a="http://schemas.openxmlformats.org/drawingml/2006/main" id="201" idx="0"/>
          </p:cNvCxnSpPr>
          <p:nvPr/>
        </p:nvCxnSpPr>
        <p:spPr>
          <a:xfrm xmlns:a="http://schemas.openxmlformats.org/drawingml/2006/main">
            <a:off x="3124618" y="2079973"/>
            <a:ext cx="0" cy="249356"/>
          </a:xfrm>
          <a:prstGeom xmlns:a="http://schemas.openxmlformats.org/drawingml/2006/main" prst="straightConnector1">
            <a:avLst/>
          </a:prstGeom>
          <a:ln xmlns:a="http://schemas.openxmlformats.org/drawingml/2006/main" w="5176">
            <a:solidFill>
              <a:srgbClr val="56636F"/>
            </a:solidFill>
            <a:prstDash val="dash"/>
          </a:ln>
        </p:spPr>
      </p:cxnSp>
      <p:sp>
        <p:nvSpPr>
          <p:cNvPr id="203" name="detail-leader-anchor-2-a">
            <a:extLst xmlns:a="http://schemas.openxmlformats.org/drawingml/2006/main">
              <a:ext uri="{FF2B5EF4-FFF2-40B4-BE49-F238E27FC236}">
                <a16:creationId xmlns:a16="http://schemas.microsoft.com/office/drawing/2014/main" id="{D2618E42-6FB2-4AE9-91D4-E7D9932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594" y="232932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detail-leader-anchor-2-b">
            <a:extLst xmlns:a="http://schemas.openxmlformats.org/drawingml/2006/main">
              <a:ext uri="{FF2B5EF4-FFF2-40B4-BE49-F238E27FC236}">
                <a16:creationId xmlns:a16="http://schemas.microsoft.com/office/drawing/2014/main" id="{A87E34A6-C7DB-45C2-BAC0-FE2FE14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29" y="232932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8" name=""/>
          <p:cNvCxnSpPr>
            <a:stCxn xmlns:a="http://schemas.openxmlformats.org/drawingml/2006/main" id="203" idx="1"/>
            <a:endCxn xmlns:a="http://schemas.openxmlformats.org/drawingml/2006/main" id="204" idx="3"/>
          </p:cNvCxnSpPr>
          <p:nvPr/>
        </p:nvCxnSpPr>
        <p:spPr>
          <a:xfrm xmlns:a="http://schemas.openxmlformats.org/drawingml/2006/main" flipH="1">
            <a:off x="188276" y="2329353"/>
            <a:ext cx="2936318" cy="0"/>
          </a:xfrm>
          <a:prstGeom xmlns:a="http://schemas.openxmlformats.org/drawingml/2006/main" prst="straightConnector1">
            <a:avLst/>
          </a:prstGeom>
          <a:ln xmlns:a="http://schemas.openxmlformats.org/drawingml/2006/main" w="5176">
            <a:solidFill>
              <a:srgbClr val="56636F"/>
            </a:solidFill>
            <a:prstDash val="dash"/>
          </a:ln>
        </p:spPr>
      </p:cxnSp>
      <p:sp>
        <p:nvSpPr>
          <p:cNvPr id="206" name="detail-leader-anchor-3-a">
            <a:extLst xmlns:a="http://schemas.openxmlformats.org/drawingml/2006/main">
              <a:ext uri="{FF2B5EF4-FFF2-40B4-BE49-F238E27FC236}">
                <a16:creationId xmlns:a16="http://schemas.microsoft.com/office/drawing/2014/main" id="{ACAD8C27-ADEC-40B3-B71A-85344B29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29" y="232932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detail-leader-anchor-3-b">
            <a:extLst xmlns:a="http://schemas.openxmlformats.org/drawingml/2006/main">
              <a:ext uri="{FF2B5EF4-FFF2-40B4-BE49-F238E27FC236}">
                <a16:creationId xmlns:a16="http://schemas.microsoft.com/office/drawing/2014/main" id="{AD7BFEEB-DDA1-426C-8D9D-24C65560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29" y="247050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1" name=""/>
          <p:cNvCxnSpPr>
            <a:stCxn xmlns:a="http://schemas.openxmlformats.org/drawingml/2006/main" id="206" idx="2"/>
            <a:endCxn xmlns:a="http://schemas.openxmlformats.org/drawingml/2006/main" id="207" idx="0"/>
          </p:cNvCxnSpPr>
          <p:nvPr/>
        </p:nvCxnSpPr>
        <p:spPr>
          <a:xfrm xmlns:a="http://schemas.openxmlformats.org/drawingml/2006/main">
            <a:off x="188253" y="2329376"/>
            <a:ext cx="0" cy="141124"/>
          </a:xfrm>
          <a:prstGeom xmlns:a="http://schemas.openxmlformats.org/drawingml/2006/main" prst="straightConnector1">
            <a:avLst/>
          </a:prstGeom>
          <a:ln xmlns:a="http://schemas.openxmlformats.org/drawingml/2006/main" w="5176">
            <a:solidFill>
              <a:srgbClr val="56636F"/>
            </a:solidFill>
            <a:prstDash val="dash"/>
          </a:ln>
        </p:spPr>
      </p:cxnSp>
      <p:sp>
        <p:nvSpPr>
          <p:cNvPr id="209" name="detail-leader-label">
            <a:extLst xmlns:a="http://schemas.openxmlformats.org/drawingml/2006/main">
              <a:ext uri="{FF2B5EF4-FFF2-40B4-BE49-F238E27FC236}">
                <a16:creationId xmlns:a16="http://schemas.microsoft.com/office/drawing/2014/main" id="{CC6C31E7-7232-4A89-B9C4-390BD122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11" y="2169334"/>
            <a:ext cx="762326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Block detail</a:t>
            </a:r>
          </a:p>
        </p:txBody>
      </p:sp>
      <p:sp>
        <p:nvSpPr>
          <p:cNvPr id="210" name="row-divider-anchor-1-a">
            <a:extLst xmlns:a="http://schemas.openxmlformats.org/drawingml/2006/main">
              <a:ext uri="{FF2B5EF4-FFF2-40B4-BE49-F238E27FC236}">
                <a16:creationId xmlns:a16="http://schemas.microsoft.com/office/drawing/2014/main" id="{E78CF4B5-0B6A-4308-B3D2-5E42A3C5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" y="25034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row-divider-anchor-1-b">
            <a:extLst xmlns:a="http://schemas.openxmlformats.org/drawingml/2006/main">
              <a:ext uri="{FF2B5EF4-FFF2-40B4-BE49-F238E27FC236}">
                <a16:creationId xmlns:a16="http://schemas.microsoft.com/office/drawing/2014/main" id="{513483F9-25BD-4C89-8A5A-E5672BAE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297" y="25034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210" idx="3"/>
            <a:endCxn xmlns:a="http://schemas.openxmlformats.org/drawingml/2006/main" id="211" idx="1"/>
          </p:cNvCxnSpPr>
          <p:nvPr/>
        </p:nvCxnSpPr>
        <p:spPr>
          <a:xfrm xmlns:a="http://schemas.openxmlformats.org/drawingml/2006/main">
            <a:off x="80044" y="2503464"/>
            <a:ext cx="6423253" cy="0"/>
          </a:xfrm>
          <a:prstGeom xmlns:a="http://schemas.openxmlformats.org/drawingml/2006/main" prst="straightConnector1">
            <a:avLst/>
          </a:prstGeom>
          <a:ln xmlns:a="http://schemas.openxmlformats.org/drawingml/2006/main" w="5647">
            <a:solidFill>
              <a:srgbClr val="D7DEE3"/>
            </a:solidFill>
            <a:prstDash val="solid"/>
          </a:ln>
        </p:spPr>
      </p:cxnSp>
      <p:sp>
        <p:nvSpPr>
          <p:cNvPr id="213" name="lower-divider-anchor-1-a">
            <a:extLst xmlns:a="http://schemas.openxmlformats.org/drawingml/2006/main">
              <a:ext uri="{FF2B5EF4-FFF2-40B4-BE49-F238E27FC236}">
                <a16:creationId xmlns:a16="http://schemas.microsoft.com/office/drawing/2014/main" id="{F5842470-D419-404B-BBAB-8A3D31B3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846" y="258343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lower-divider-anchor-1-b">
            <a:extLst xmlns:a="http://schemas.openxmlformats.org/drawingml/2006/main">
              <a:ext uri="{FF2B5EF4-FFF2-40B4-BE49-F238E27FC236}">
                <a16:creationId xmlns:a16="http://schemas.microsoft.com/office/drawing/2014/main" id="{C95A5983-8905-4C9A-9345-DF6AC895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846" y="41269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213" idx="2"/>
            <a:endCxn xmlns:a="http://schemas.openxmlformats.org/drawingml/2006/main" id="214" idx="0"/>
          </p:cNvCxnSpPr>
          <p:nvPr/>
        </p:nvCxnSpPr>
        <p:spPr>
          <a:xfrm xmlns:a="http://schemas.openxmlformats.org/drawingml/2006/main">
            <a:off x="4319870" y="2583484"/>
            <a:ext cx="0" cy="1543427"/>
          </a:xfrm>
          <a:prstGeom xmlns:a="http://schemas.openxmlformats.org/drawingml/2006/main" prst="straightConnector1">
            <a:avLst/>
          </a:prstGeom>
          <a:ln xmlns:a="http://schemas.openxmlformats.org/drawingml/2006/main" w="5647">
            <a:solidFill>
              <a:srgbClr val="D7DEE3"/>
            </a:solidFill>
            <a:prstDash val="solid"/>
          </a:ln>
        </p:spPr>
      </p:cxnSp>
      <p:sp>
        <p:nvSpPr>
          <p:cNvPr id="216" name="panel-b">
            <a:extLst xmlns:a="http://schemas.openxmlformats.org/drawingml/2006/main">
              <a:ext uri="{FF2B5EF4-FFF2-40B4-BE49-F238E27FC236}">
                <a16:creationId xmlns:a16="http://schemas.microsoft.com/office/drawing/2014/main" id="{D171B101-B421-4D14-B2CE-691D0FB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1" y="2574026"/>
            <a:ext cx="122349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7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067BF47D-231A-4EE5-B755-E56B7A87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03" y="2574026"/>
            <a:ext cx="3985740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Interaction block detail</a:t>
            </a:r>
          </a:p>
        </p:txBody>
      </p:sp>
      <p:sp>
        <p:nvSpPr>
          <p:cNvPr id="218" name="condition-detail-title">
            <a:extLst xmlns:a="http://schemas.openxmlformats.org/drawingml/2006/main">
              <a:ext uri="{FF2B5EF4-FFF2-40B4-BE49-F238E27FC236}">
                <a16:creationId xmlns:a16="http://schemas.microsoft.com/office/drawing/2014/main" id="{6BB203F5-EE59-46EE-863E-3BF40CEE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31" y="2790489"/>
            <a:ext cx="163288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Perturbation + context tokens</a:t>
            </a:r>
          </a:p>
        </p:txBody>
      </p:sp>
      <p:sp>
        <p:nvSpPr>
          <p:cNvPr id="219" name="detail-perturbation-0">
            <a:extLst xmlns:a="http://schemas.openxmlformats.org/drawingml/2006/main">
              <a:ext uri="{FF2B5EF4-FFF2-40B4-BE49-F238E27FC236}">
                <a16:creationId xmlns:a16="http://schemas.microsoft.com/office/drawing/2014/main" id="{4D704AAB-15BE-4C30-BFFE-ABAFA63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20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E9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220" name="detail-perturbation-1">
            <a:extLst xmlns:a="http://schemas.openxmlformats.org/drawingml/2006/main">
              <a:ext uri="{FF2B5EF4-FFF2-40B4-BE49-F238E27FC236}">
                <a16:creationId xmlns:a16="http://schemas.microsoft.com/office/drawing/2014/main" id="{CBAEAF48-B7F1-47CC-A6F5-23908129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17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FC1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221" name="detail-perturbation-2">
            <a:extLst xmlns:a="http://schemas.openxmlformats.org/drawingml/2006/main">
              <a:ext uri="{FF2B5EF4-FFF2-40B4-BE49-F238E27FC236}">
                <a16:creationId xmlns:a16="http://schemas.microsoft.com/office/drawing/2014/main" id="{DF85AEA1-A071-4DC3-A1C2-5C7D9A94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14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C493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222" name="detail-perturbation-3">
            <a:extLst xmlns:a="http://schemas.openxmlformats.org/drawingml/2006/main">
              <a:ext uri="{FF2B5EF4-FFF2-40B4-BE49-F238E27FC236}">
                <a16:creationId xmlns:a16="http://schemas.microsoft.com/office/drawing/2014/main" id="{8FB9CC75-066A-4B3F-879D-6895E6AA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11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A6A"/>
          </a:solidFill>
          <a:ln xmlns:a="http://schemas.openxmlformats.org/drawingml/2006/main" w="4706">
            <a:solidFill>
              <a:srgbClr val="B99654"/>
            </a:solidFill>
            <a:prstDash val="solid"/>
          </a:ln>
        </p:spPr>
      </p:sp>
      <p:sp>
        <p:nvSpPr>
          <p:cNvPr id="223" name="detail-context-0">
            <a:extLst xmlns:a="http://schemas.openxmlformats.org/drawingml/2006/main">
              <a:ext uri="{FF2B5EF4-FFF2-40B4-BE49-F238E27FC236}">
                <a16:creationId xmlns:a16="http://schemas.microsoft.com/office/drawing/2014/main" id="{3DEE21C3-8716-4BD9-95B3-FDC58F0F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17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7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224" name="detail-context-1">
            <a:extLst xmlns:a="http://schemas.openxmlformats.org/drawingml/2006/main">
              <a:ext uri="{FF2B5EF4-FFF2-40B4-BE49-F238E27FC236}">
                <a16:creationId xmlns:a16="http://schemas.microsoft.com/office/drawing/2014/main" id="{30BAE913-3D1B-4CBC-83AE-7896D44E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14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B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225" name="detail-context-2">
            <a:extLst xmlns:a="http://schemas.openxmlformats.org/drawingml/2006/main">
              <a:ext uri="{FF2B5EF4-FFF2-40B4-BE49-F238E27FC236}">
                <a16:creationId xmlns:a16="http://schemas.microsoft.com/office/drawing/2014/main" id="{F2C63E4C-FE07-48BE-89AE-D7DEDDF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11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226" name="detail-context-3">
            <a:extLst xmlns:a="http://schemas.openxmlformats.org/drawingml/2006/main">
              <a:ext uri="{FF2B5EF4-FFF2-40B4-BE49-F238E27FC236}">
                <a16:creationId xmlns:a16="http://schemas.microsoft.com/office/drawing/2014/main" id="{B63743AC-9C63-4672-9183-95EA5297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09" y="2974011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3BE"/>
          </a:solidFill>
          <a:ln xmlns:a="http://schemas.openxmlformats.org/drawingml/2006/main" w="4706">
            <a:solidFill>
              <a:srgbClr val="8D79AC"/>
            </a:solidFill>
            <a:prstDash val="solid"/>
          </a:ln>
        </p:spPr>
      </p:sp>
      <p:sp>
        <p:nvSpPr>
          <p:cNvPr id="227" name="detail-perturbation-join-anchor-1-a">
            <a:extLst xmlns:a="http://schemas.openxmlformats.org/drawingml/2006/main">
              <a:ext uri="{FF2B5EF4-FFF2-40B4-BE49-F238E27FC236}">
                <a16:creationId xmlns:a16="http://schemas.microsoft.com/office/drawing/2014/main" id="{8350E5E9-89AD-4BC6-B807-7D657F33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3" y="31998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8" name="detail-perturbation-join-anchor-1-b">
            <a:extLst xmlns:a="http://schemas.openxmlformats.org/drawingml/2006/main">
              <a:ext uri="{FF2B5EF4-FFF2-40B4-BE49-F238E27FC236}">
                <a16:creationId xmlns:a16="http://schemas.microsoft.com/office/drawing/2014/main" id="{F2663A05-1EC8-4F75-ADF9-F51D73F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3" y="325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2" name=""/>
          <p:cNvCxnSpPr>
            <a:stCxn xmlns:a="http://schemas.openxmlformats.org/drawingml/2006/main" id="227" idx="2"/>
            <a:endCxn xmlns:a="http://schemas.openxmlformats.org/drawingml/2006/main" id="228" idx="0"/>
          </p:cNvCxnSpPr>
          <p:nvPr/>
        </p:nvCxnSpPr>
        <p:spPr>
          <a:xfrm xmlns:a="http://schemas.openxmlformats.org/drawingml/2006/main">
            <a:off x="578827" y="3199933"/>
            <a:ext cx="0" cy="51716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</a:ln>
        </p:spPr>
      </p:cxnSp>
      <p:sp>
        <p:nvSpPr>
          <p:cNvPr id="230" name="detail-perturbation-join-anchor-2-a">
            <a:extLst xmlns:a="http://schemas.openxmlformats.org/drawingml/2006/main">
              <a:ext uri="{FF2B5EF4-FFF2-40B4-BE49-F238E27FC236}">
                <a16:creationId xmlns:a16="http://schemas.microsoft.com/office/drawing/2014/main" id="{B4582838-8EED-4118-9A0D-8AB62FC1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3" y="325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1" name="detail-perturbation-join-anchor-2-b">
            <a:extLst xmlns:a="http://schemas.openxmlformats.org/drawingml/2006/main">
              <a:ext uri="{FF2B5EF4-FFF2-40B4-BE49-F238E27FC236}">
                <a16:creationId xmlns:a16="http://schemas.microsoft.com/office/drawing/2014/main" id="{F5E66CB5-9898-427A-9AF2-1731990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0" y="325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5" name=""/>
          <p:cNvCxnSpPr>
            <a:stCxn xmlns:a="http://schemas.openxmlformats.org/drawingml/2006/main" id="230" idx="3"/>
            <a:endCxn xmlns:a="http://schemas.openxmlformats.org/drawingml/2006/main" id="231" idx="1"/>
          </p:cNvCxnSpPr>
          <p:nvPr/>
        </p:nvCxnSpPr>
        <p:spPr>
          <a:xfrm xmlns:a="http://schemas.openxmlformats.org/drawingml/2006/main">
            <a:off x="578850" y="3251673"/>
            <a:ext cx="244650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</a:ln>
        </p:spPr>
      </p:cxnSp>
      <p:sp>
        <p:nvSpPr>
          <p:cNvPr id="233" name="detail-context-join-anchor-1-a">
            <a:extLst xmlns:a="http://schemas.openxmlformats.org/drawingml/2006/main">
              <a:ext uri="{FF2B5EF4-FFF2-40B4-BE49-F238E27FC236}">
                <a16:creationId xmlns:a16="http://schemas.microsoft.com/office/drawing/2014/main" id="{D4715B6C-A0CA-4D72-A500-F15BF234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00" y="31998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4" name="detail-context-join-anchor-1-b">
            <a:extLst xmlns:a="http://schemas.openxmlformats.org/drawingml/2006/main">
              <a:ext uri="{FF2B5EF4-FFF2-40B4-BE49-F238E27FC236}">
                <a16:creationId xmlns:a16="http://schemas.microsoft.com/office/drawing/2014/main" id="{FFCD5A6E-E2E8-4C23-A6CA-C8F8D67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00" y="325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8" name=""/>
          <p:cNvCxnSpPr>
            <a:stCxn xmlns:a="http://schemas.openxmlformats.org/drawingml/2006/main" id="233" idx="2"/>
            <a:endCxn xmlns:a="http://schemas.openxmlformats.org/drawingml/2006/main" id="234" idx="0"/>
          </p:cNvCxnSpPr>
          <p:nvPr/>
        </p:nvCxnSpPr>
        <p:spPr>
          <a:xfrm xmlns:a="http://schemas.openxmlformats.org/drawingml/2006/main">
            <a:off x="988224" y="3199933"/>
            <a:ext cx="0" cy="51716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</a:ln>
        </p:spPr>
      </p:cxnSp>
      <p:sp>
        <p:nvSpPr>
          <p:cNvPr id="236" name="detail-context-join-anchor-2-a">
            <a:extLst xmlns:a="http://schemas.openxmlformats.org/drawingml/2006/main">
              <a:ext uri="{FF2B5EF4-FFF2-40B4-BE49-F238E27FC236}">
                <a16:creationId xmlns:a16="http://schemas.microsoft.com/office/drawing/2014/main" id="{CB71E90E-017C-4283-9971-1DF66FF4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00" y="325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7" name="detail-context-join-anchor-2-b">
            <a:extLst xmlns:a="http://schemas.openxmlformats.org/drawingml/2006/main">
              <a:ext uri="{FF2B5EF4-FFF2-40B4-BE49-F238E27FC236}">
                <a16:creationId xmlns:a16="http://schemas.microsoft.com/office/drawing/2014/main" id="{6008B7A3-EC7D-40B7-9FB2-4CAE0D21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0" y="325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1" name=""/>
          <p:cNvCxnSpPr>
            <a:stCxn xmlns:a="http://schemas.openxmlformats.org/drawingml/2006/main" id="236" idx="1"/>
            <a:endCxn xmlns:a="http://schemas.openxmlformats.org/drawingml/2006/main" id="237" idx="3"/>
          </p:cNvCxnSpPr>
          <p:nvPr/>
        </p:nvCxnSpPr>
        <p:spPr>
          <a:xfrm xmlns:a="http://schemas.openxmlformats.org/drawingml/2006/main" flipH="1">
            <a:off x="823547" y="3251673"/>
            <a:ext cx="164653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</a:ln>
        </p:spPr>
      </p:cxnSp>
      <p:sp>
        <p:nvSpPr>
          <p:cNvPr id="239" name="conditioning-to-attention-anchor-1-a">
            <a:extLst xmlns:a="http://schemas.openxmlformats.org/drawingml/2006/main">
              <a:ext uri="{FF2B5EF4-FFF2-40B4-BE49-F238E27FC236}">
                <a16:creationId xmlns:a16="http://schemas.microsoft.com/office/drawing/2014/main" id="{C2E31DA1-55C6-4283-9F60-771C6753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0" y="325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0" name="conditioning-to-attention-anchor-1-b">
            <a:extLst xmlns:a="http://schemas.openxmlformats.org/drawingml/2006/main">
              <a:ext uri="{FF2B5EF4-FFF2-40B4-BE49-F238E27FC236}">
                <a16:creationId xmlns:a16="http://schemas.microsoft.com/office/drawing/2014/main" id="{F47CEDA4-FCDE-40ED-84E7-F3B7D066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0" y="33551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4" name=""/>
          <p:cNvCxnSpPr>
            <a:stCxn xmlns:a="http://schemas.openxmlformats.org/drawingml/2006/main" id="239" idx="2"/>
            <a:endCxn xmlns:a="http://schemas.openxmlformats.org/drawingml/2006/main" id="240" idx="0"/>
          </p:cNvCxnSpPr>
          <p:nvPr/>
        </p:nvCxnSpPr>
        <p:spPr>
          <a:xfrm xmlns:a="http://schemas.openxmlformats.org/drawingml/2006/main">
            <a:off x="823524" y="3251696"/>
            <a:ext cx="0" cy="103478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  <a:tailEnd type="triangle" w="med" len="med"/>
          </a:ln>
        </p:spPr>
      </p:cxnSp>
      <p:sp>
        <p:nvSpPr>
          <p:cNvPr id="242" name="kv-label">
            <a:extLst xmlns:a="http://schemas.openxmlformats.org/drawingml/2006/main">
              <a:ext uri="{FF2B5EF4-FFF2-40B4-BE49-F238E27FC236}">
                <a16:creationId xmlns:a16="http://schemas.microsoft.com/office/drawing/2014/main" id="{C855027D-D427-40EB-A5A9-C5D4647C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06" y="3077537"/>
            <a:ext cx="752914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Keys / values</a:t>
            </a:r>
          </a:p>
        </p:txBody>
      </p:sp>
      <p:sp>
        <p:nvSpPr>
          <p:cNvPr id="243" name="attention">
            <a:extLst xmlns:a="http://schemas.openxmlformats.org/drawingml/2006/main">
              <a:ext uri="{FF2B5EF4-FFF2-40B4-BE49-F238E27FC236}">
                <a16:creationId xmlns:a16="http://schemas.microsoft.com/office/drawing/2014/main" id="{CC0C222B-8BE6-4732-ADCE-FE22238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" y="3416349"/>
            <a:ext cx="771737" cy="4141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7059">
            <a:solidFill>
              <a:srgbClr val="4C8B82"/>
            </a:solidFill>
            <a:prstDash val="solid"/>
          </a:ln>
        </p:spPr>
      </p:sp>
      <p:sp>
        <p:nvSpPr>
          <p:cNvPr id="244" name="attention-label">
            <a:extLst xmlns:a="http://schemas.openxmlformats.org/drawingml/2006/main">
              <a:ext uri="{FF2B5EF4-FFF2-40B4-BE49-F238E27FC236}">
                <a16:creationId xmlns:a16="http://schemas.microsoft.com/office/drawing/2014/main" id="{2BFCE2AA-F35F-4264-A6A6-3D731109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3" y="3468111"/>
            <a:ext cx="724680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Cross-attention</a:t>
            </a:r>
          </a:p>
        </p:txBody>
      </p:sp>
      <p:sp>
        <p:nvSpPr>
          <p:cNvPr id="245" name="attention-caption">
            <a:extLst xmlns:a="http://schemas.openxmlformats.org/drawingml/2006/main">
              <a:ext uri="{FF2B5EF4-FFF2-40B4-BE49-F238E27FC236}">
                <a16:creationId xmlns:a16="http://schemas.microsoft.com/office/drawing/2014/main" id="{8DA80887-2A74-4761-9560-B928353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34" y="3646929"/>
            <a:ext cx="705857" cy="11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9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9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Token mixing</a:t>
            </a:r>
          </a:p>
        </p:txBody>
      </p:sp>
      <p:sp>
        <p:nvSpPr>
          <p:cNvPr id="246" name="detail-input-0">
            <a:extLst xmlns:a="http://schemas.openxmlformats.org/drawingml/2006/main">
              <a:ext uri="{FF2B5EF4-FFF2-40B4-BE49-F238E27FC236}">
                <a16:creationId xmlns:a16="http://schemas.microsoft.com/office/drawing/2014/main" id="{41B2AD96-3DAD-4B94-B4D8-52C58E8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94" y="3529286"/>
            <a:ext cx="61174" cy="61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247" name="detail-input-1">
            <a:extLst xmlns:a="http://schemas.openxmlformats.org/drawingml/2006/main">
              <a:ext uri="{FF2B5EF4-FFF2-40B4-BE49-F238E27FC236}">
                <a16:creationId xmlns:a16="http://schemas.microsoft.com/office/drawing/2014/main" id="{E34B4794-3FCF-487C-92C7-61DF138C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94" y="3609283"/>
            <a:ext cx="61174" cy="61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248" name="detail-input-2">
            <a:extLst xmlns:a="http://schemas.openxmlformats.org/drawingml/2006/main">
              <a:ext uri="{FF2B5EF4-FFF2-40B4-BE49-F238E27FC236}">
                <a16:creationId xmlns:a16="http://schemas.microsoft.com/office/drawing/2014/main" id="{5620AFAE-2DA0-46E2-B77A-147FA396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94" y="3689280"/>
            <a:ext cx="61174" cy="61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4706">
            <a:solidFill>
              <a:srgbClr val="52779C"/>
            </a:solidFill>
            <a:prstDash val="solid"/>
          </a:ln>
        </p:spPr>
      </p:sp>
      <p:sp>
        <p:nvSpPr>
          <p:cNvPr id="249" name="query-label">
            <a:extLst xmlns:a="http://schemas.openxmlformats.org/drawingml/2006/main">
              <a:ext uri="{FF2B5EF4-FFF2-40B4-BE49-F238E27FC236}">
                <a16:creationId xmlns:a16="http://schemas.microsoft.com/office/drawing/2014/main" id="{9283D2BC-BBDC-46C8-97B0-5DB7221C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1" y="3336351"/>
            <a:ext cx="34822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250" name="query-to-attention-anchor-1-a">
            <a:extLst xmlns:a="http://schemas.openxmlformats.org/drawingml/2006/main">
              <a:ext uri="{FF2B5EF4-FFF2-40B4-BE49-F238E27FC236}">
                <a16:creationId xmlns:a16="http://schemas.microsoft.com/office/drawing/2014/main" id="{FEA1D52A-EEB7-4E0B-AFE9-8460FF36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43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query-to-attention-anchor-1-b">
            <a:extLst xmlns:a="http://schemas.openxmlformats.org/drawingml/2006/main">
              <a:ext uri="{FF2B5EF4-FFF2-40B4-BE49-F238E27FC236}">
                <a16:creationId xmlns:a16="http://schemas.microsoft.com/office/drawing/2014/main" id="{4F142174-7B68-456D-A163-EB024827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26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5" name=""/>
          <p:cNvCxnSpPr>
            <a:stCxn xmlns:a="http://schemas.openxmlformats.org/drawingml/2006/main" id="250" idx="3"/>
            <a:endCxn xmlns:a="http://schemas.openxmlformats.org/drawingml/2006/main" id="251" idx="1"/>
          </p:cNvCxnSpPr>
          <p:nvPr/>
        </p:nvCxnSpPr>
        <p:spPr>
          <a:xfrm xmlns:a="http://schemas.openxmlformats.org/drawingml/2006/main">
            <a:off x="282390" y="3632835"/>
            <a:ext cx="150536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253" name="residual-one">
            <a:extLst xmlns:a="http://schemas.openxmlformats.org/drawingml/2006/main">
              <a:ext uri="{FF2B5EF4-FFF2-40B4-BE49-F238E27FC236}">
                <a16:creationId xmlns:a16="http://schemas.microsoft.com/office/drawing/2014/main" id="{86AD0B8A-6E75-4F1A-A6FF-827E0D93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40" y="3533991"/>
            <a:ext cx="188229" cy="188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059">
            <a:solidFill>
              <a:srgbClr val="253746"/>
            </a:solidFill>
            <a:prstDash val="solid"/>
          </a:ln>
        </p:spPr>
      </p:sp>
      <p:sp>
        <p:nvSpPr>
          <p:cNvPr id="254" name="plus-one">
            <a:extLst xmlns:a="http://schemas.openxmlformats.org/drawingml/2006/main">
              <a:ext uri="{FF2B5EF4-FFF2-40B4-BE49-F238E27FC236}">
                <a16:creationId xmlns:a16="http://schemas.microsoft.com/office/drawing/2014/main" id="{F212523D-1FD7-4E4C-8CEB-716FC95B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40" y="3533991"/>
            <a:ext cx="188229" cy="17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4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34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5" name="attention-to-add-anchor-1-a">
            <a:extLst xmlns:a="http://schemas.openxmlformats.org/drawingml/2006/main">
              <a:ext uri="{FF2B5EF4-FFF2-40B4-BE49-F238E27FC236}">
                <a16:creationId xmlns:a16="http://schemas.microsoft.com/office/drawing/2014/main" id="{E1A10959-E458-41B2-8C3C-CD354AD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6" name="attention-to-add-anchor-1-b">
            <a:extLst xmlns:a="http://schemas.openxmlformats.org/drawingml/2006/main">
              <a:ext uri="{FF2B5EF4-FFF2-40B4-BE49-F238E27FC236}">
                <a16:creationId xmlns:a16="http://schemas.microsoft.com/office/drawing/2014/main" id="{4F2B31C7-A978-4A8D-BFCE-050AE4EB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71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0" name=""/>
          <p:cNvCxnSpPr>
            <a:stCxn xmlns:a="http://schemas.openxmlformats.org/drawingml/2006/main" id="255" idx="3"/>
            <a:endCxn xmlns:a="http://schemas.openxmlformats.org/drawingml/2006/main" id="256" idx="1"/>
          </p:cNvCxnSpPr>
          <p:nvPr/>
        </p:nvCxnSpPr>
        <p:spPr>
          <a:xfrm xmlns:a="http://schemas.openxmlformats.org/drawingml/2006/main">
            <a:off x="1317647" y="3632835"/>
            <a:ext cx="141124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258" name="residual-one-route-anchor-1-a">
            <a:extLst xmlns:a="http://schemas.openxmlformats.org/drawingml/2006/main">
              <a:ext uri="{FF2B5EF4-FFF2-40B4-BE49-F238E27FC236}">
                <a16:creationId xmlns:a16="http://schemas.microsoft.com/office/drawing/2014/main" id="{6130D215-C943-4D96-BB28-3CBB182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23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residual-one-route-anchor-1-b">
            <a:extLst xmlns:a="http://schemas.openxmlformats.org/drawingml/2006/main">
              <a:ext uri="{FF2B5EF4-FFF2-40B4-BE49-F238E27FC236}">
                <a16:creationId xmlns:a16="http://schemas.microsoft.com/office/drawing/2014/main" id="{18366BEC-1305-4D91-8BE1-15B13A9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23" y="39292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3" name=""/>
          <p:cNvCxnSpPr>
            <a:stCxn xmlns:a="http://schemas.openxmlformats.org/drawingml/2006/main" id="258" idx="2"/>
            <a:endCxn xmlns:a="http://schemas.openxmlformats.org/drawingml/2006/main" id="259" idx="0"/>
          </p:cNvCxnSpPr>
          <p:nvPr/>
        </p:nvCxnSpPr>
        <p:spPr>
          <a:xfrm xmlns:a="http://schemas.openxmlformats.org/drawingml/2006/main">
            <a:off x="348247" y="3632858"/>
            <a:ext cx="0" cy="296413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52779C"/>
            </a:solidFill>
            <a:prstDash val="solid"/>
          </a:ln>
        </p:spPr>
      </p:cxnSp>
      <p:sp>
        <p:nvSpPr>
          <p:cNvPr id="261" name="residual-one-route-anchor-2-a">
            <a:extLst xmlns:a="http://schemas.openxmlformats.org/drawingml/2006/main">
              <a:ext uri="{FF2B5EF4-FFF2-40B4-BE49-F238E27FC236}">
                <a16:creationId xmlns:a16="http://schemas.microsoft.com/office/drawing/2014/main" id="{35F7ED79-3606-4CAA-BC7F-5E3ED83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23" y="39292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2" name="residual-one-route-anchor-2-b">
            <a:extLst xmlns:a="http://schemas.openxmlformats.org/drawingml/2006/main">
              <a:ext uri="{FF2B5EF4-FFF2-40B4-BE49-F238E27FC236}">
                <a16:creationId xmlns:a16="http://schemas.microsoft.com/office/drawing/2014/main" id="{5F22226F-6F33-484C-ADC9-27D525B1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54" y="39292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6" name=""/>
          <p:cNvCxnSpPr>
            <a:stCxn xmlns:a="http://schemas.openxmlformats.org/drawingml/2006/main" id="261" idx="3"/>
            <a:endCxn xmlns:a="http://schemas.openxmlformats.org/drawingml/2006/main" id="262" idx="1"/>
          </p:cNvCxnSpPr>
          <p:nvPr/>
        </p:nvCxnSpPr>
        <p:spPr>
          <a:xfrm xmlns:a="http://schemas.openxmlformats.org/drawingml/2006/main">
            <a:off x="348270" y="3929295"/>
            <a:ext cx="1261084" cy="0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52779C"/>
            </a:solidFill>
            <a:prstDash val="solid"/>
          </a:ln>
        </p:spPr>
      </p:cxnSp>
      <p:sp>
        <p:nvSpPr>
          <p:cNvPr id="264" name="residual-one-route-anchor-3-a">
            <a:extLst xmlns:a="http://schemas.openxmlformats.org/drawingml/2006/main">
              <a:ext uri="{FF2B5EF4-FFF2-40B4-BE49-F238E27FC236}">
                <a16:creationId xmlns:a16="http://schemas.microsoft.com/office/drawing/2014/main" id="{008F2B95-6DDB-44AA-921D-868E622D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54" y="39292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5" name="residual-one-route-anchor-3-b">
            <a:extLst xmlns:a="http://schemas.openxmlformats.org/drawingml/2006/main">
              <a:ext uri="{FF2B5EF4-FFF2-40B4-BE49-F238E27FC236}">
                <a16:creationId xmlns:a16="http://schemas.microsoft.com/office/drawing/2014/main" id="{3B5E3938-7EE8-4973-B6D0-24C0B53F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54" y="378339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9" name=""/>
          <p:cNvCxnSpPr>
            <a:stCxn xmlns:a="http://schemas.openxmlformats.org/drawingml/2006/main" id="264" idx="0"/>
            <a:endCxn xmlns:a="http://schemas.openxmlformats.org/drawingml/2006/main" id="265" idx="2"/>
          </p:cNvCxnSpPr>
          <p:nvPr/>
        </p:nvCxnSpPr>
        <p:spPr>
          <a:xfrm xmlns:a="http://schemas.openxmlformats.org/drawingml/2006/main" flipV="1">
            <a:off x="1609378" y="3783441"/>
            <a:ext cx="0" cy="145830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52779C"/>
            </a:solidFill>
            <a:prstDash val="solid"/>
            <a:tailEnd type="triangle" w="med" len="med"/>
          </a:ln>
        </p:spPr>
      </p:cxnSp>
      <p:sp>
        <p:nvSpPr>
          <p:cNvPr id="267" name="residual-one-junction">
            <a:extLst xmlns:a="http://schemas.openxmlformats.org/drawingml/2006/main">
              <a:ext uri="{FF2B5EF4-FFF2-40B4-BE49-F238E27FC236}">
                <a16:creationId xmlns:a16="http://schemas.microsoft.com/office/drawing/2014/main" id="{3949A8E0-C3A0-4849-AD79-D7CAB672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0" y="3622459"/>
            <a:ext cx="20705" cy="20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residual-one-label">
            <a:extLst xmlns:a="http://schemas.openxmlformats.org/drawingml/2006/main">
              <a:ext uri="{FF2B5EF4-FFF2-40B4-BE49-F238E27FC236}">
                <a16:creationId xmlns:a16="http://schemas.microsoft.com/office/drawing/2014/main" id="{D28C9EE7-76F9-4130-A040-4F43B86E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171" y="3228120"/>
            <a:ext cx="555274" cy="11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269" name="feed-forward">
            <a:extLst xmlns:a="http://schemas.openxmlformats.org/drawingml/2006/main">
              <a:ext uri="{FF2B5EF4-FFF2-40B4-BE49-F238E27FC236}">
                <a16:creationId xmlns:a16="http://schemas.microsoft.com/office/drawing/2014/main" id="{3EAE739F-6AD3-4638-93B5-F58D8FE4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83" y="3416349"/>
            <a:ext cx="771737" cy="4141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7059">
            <a:solidFill>
              <a:srgbClr val="4C8B82"/>
            </a:solidFill>
            <a:prstDash val="solid"/>
          </a:ln>
        </p:spPr>
      </p:sp>
      <p:sp>
        <p:nvSpPr>
          <p:cNvPr id="270" name="feed-forward-label">
            <a:extLst xmlns:a="http://schemas.openxmlformats.org/drawingml/2006/main">
              <a:ext uri="{FF2B5EF4-FFF2-40B4-BE49-F238E27FC236}">
                <a16:creationId xmlns:a16="http://schemas.microsoft.com/office/drawing/2014/main" id="{7241E681-208F-4A39-AA32-456DF4C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511" y="3548109"/>
            <a:ext cx="724680" cy="12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Feed-forward</a:t>
            </a:r>
          </a:p>
        </p:txBody>
      </p:sp>
      <p:sp>
        <p:nvSpPr>
          <p:cNvPr id="271" name="add-to-feed-forward-anchor-1-a">
            <a:extLst xmlns:a="http://schemas.openxmlformats.org/drawingml/2006/main">
              <a:ext uri="{FF2B5EF4-FFF2-40B4-BE49-F238E27FC236}">
                <a16:creationId xmlns:a16="http://schemas.microsoft.com/office/drawing/2014/main" id="{0554E98E-E1DB-46C1-8858-54DD89C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937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add-to-feed-forward-anchor-1-b">
            <a:extLst xmlns:a="http://schemas.openxmlformats.org/drawingml/2006/main">
              <a:ext uri="{FF2B5EF4-FFF2-40B4-BE49-F238E27FC236}">
                <a16:creationId xmlns:a16="http://schemas.microsoft.com/office/drawing/2014/main" id="{A2C7B08F-6F15-49FD-880D-3505085F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514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6" name=""/>
          <p:cNvCxnSpPr>
            <a:stCxn xmlns:a="http://schemas.openxmlformats.org/drawingml/2006/main" id="271" idx="3"/>
            <a:endCxn xmlns:a="http://schemas.openxmlformats.org/drawingml/2006/main" id="272" idx="1"/>
          </p:cNvCxnSpPr>
          <p:nvPr/>
        </p:nvCxnSpPr>
        <p:spPr>
          <a:xfrm xmlns:a="http://schemas.openxmlformats.org/drawingml/2006/main">
            <a:off x="1759984" y="3632835"/>
            <a:ext cx="310530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274" name="residual-two">
            <a:extLst xmlns:a="http://schemas.openxmlformats.org/drawingml/2006/main">
              <a:ext uri="{FF2B5EF4-FFF2-40B4-BE49-F238E27FC236}">
                <a16:creationId xmlns:a16="http://schemas.microsoft.com/office/drawing/2014/main" id="{4248B1B4-F7F1-4C20-9A8B-2BF6D4AF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40" y="3533991"/>
            <a:ext cx="188229" cy="188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059">
            <a:solidFill>
              <a:srgbClr val="253746"/>
            </a:solidFill>
            <a:prstDash val="solid"/>
          </a:ln>
        </p:spPr>
      </p:sp>
      <p:sp>
        <p:nvSpPr>
          <p:cNvPr id="275" name="plus-two">
            <a:extLst xmlns:a="http://schemas.openxmlformats.org/drawingml/2006/main">
              <a:ext uri="{FF2B5EF4-FFF2-40B4-BE49-F238E27FC236}">
                <a16:creationId xmlns:a16="http://schemas.microsoft.com/office/drawing/2014/main" id="{14E694C2-7760-4F94-88DB-27B39A91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40" y="3533991"/>
            <a:ext cx="188229" cy="17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4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34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76" name="feed-forward-to-add-anchor-1-a">
            <a:extLst xmlns:a="http://schemas.openxmlformats.org/drawingml/2006/main">
              <a:ext uri="{FF2B5EF4-FFF2-40B4-BE49-F238E27FC236}">
                <a16:creationId xmlns:a16="http://schemas.microsoft.com/office/drawing/2014/main" id="{CCB46243-F7C1-4E73-8027-BD059988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189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7" name="feed-forward-to-add-anchor-1-b">
            <a:extLst xmlns:a="http://schemas.openxmlformats.org/drawingml/2006/main">
              <a:ext uri="{FF2B5EF4-FFF2-40B4-BE49-F238E27FC236}">
                <a16:creationId xmlns:a16="http://schemas.microsoft.com/office/drawing/2014/main" id="{742E3E50-D008-4E97-8A7E-8E1B7E02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1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1" name=""/>
          <p:cNvCxnSpPr>
            <a:stCxn xmlns:a="http://schemas.openxmlformats.org/drawingml/2006/main" id="276" idx="3"/>
            <a:endCxn xmlns:a="http://schemas.openxmlformats.org/drawingml/2006/main" id="277" idx="1"/>
          </p:cNvCxnSpPr>
          <p:nvPr/>
        </p:nvCxnSpPr>
        <p:spPr>
          <a:xfrm xmlns:a="http://schemas.openxmlformats.org/drawingml/2006/main">
            <a:off x="2955236" y="3632835"/>
            <a:ext cx="150535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279" name="residual-two-route-anchor-1-a">
            <a:extLst xmlns:a="http://schemas.openxmlformats.org/drawingml/2006/main">
              <a:ext uri="{FF2B5EF4-FFF2-40B4-BE49-F238E27FC236}">
                <a16:creationId xmlns:a16="http://schemas.microsoft.com/office/drawing/2014/main" id="{5881A9AA-E08A-4D33-B31D-168EAD99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14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0" name="residual-two-route-anchor-1-b">
            <a:extLst xmlns:a="http://schemas.openxmlformats.org/drawingml/2006/main">
              <a:ext uri="{FF2B5EF4-FFF2-40B4-BE49-F238E27FC236}">
                <a16:creationId xmlns:a16="http://schemas.microsoft.com/office/drawing/2014/main" id="{D1175482-B4C0-4C00-BDE0-9846E1B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14" y="334105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4" name=""/>
          <p:cNvCxnSpPr>
            <a:stCxn xmlns:a="http://schemas.openxmlformats.org/drawingml/2006/main" id="279" idx="0"/>
            <a:endCxn xmlns:a="http://schemas.openxmlformats.org/drawingml/2006/main" id="280" idx="2"/>
          </p:cNvCxnSpPr>
          <p:nvPr/>
        </p:nvCxnSpPr>
        <p:spPr>
          <a:xfrm xmlns:a="http://schemas.openxmlformats.org/drawingml/2006/main" flipV="1">
            <a:off x="1905838" y="3341104"/>
            <a:ext cx="0" cy="291707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52779C"/>
            </a:solidFill>
            <a:prstDash val="solid"/>
          </a:ln>
        </p:spPr>
      </p:cxnSp>
      <p:sp>
        <p:nvSpPr>
          <p:cNvPr id="282" name="residual-two-route-anchor-2-a">
            <a:extLst xmlns:a="http://schemas.openxmlformats.org/drawingml/2006/main">
              <a:ext uri="{FF2B5EF4-FFF2-40B4-BE49-F238E27FC236}">
                <a16:creationId xmlns:a16="http://schemas.microsoft.com/office/drawing/2014/main" id="{3D3D6985-F570-420F-926A-FA5F8911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14" y="334105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3" name="residual-two-route-anchor-2-b">
            <a:extLst xmlns:a="http://schemas.openxmlformats.org/drawingml/2006/main">
              <a:ext uri="{FF2B5EF4-FFF2-40B4-BE49-F238E27FC236}">
                <a16:creationId xmlns:a16="http://schemas.microsoft.com/office/drawing/2014/main" id="{050CDD0B-BA5B-4065-9C81-6FBAF5AE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354" y="334105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282" idx="3"/>
            <a:endCxn xmlns:a="http://schemas.openxmlformats.org/drawingml/2006/main" id="283" idx="1"/>
          </p:cNvCxnSpPr>
          <p:nvPr/>
        </p:nvCxnSpPr>
        <p:spPr>
          <a:xfrm xmlns:a="http://schemas.openxmlformats.org/drawingml/2006/main">
            <a:off x="1905861" y="3341081"/>
            <a:ext cx="1350493" cy="0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52779C"/>
            </a:solidFill>
            <a:prstDash val="solid"/>
          </a:ln>
        </p:spPr>
      </p:cxnSp>
      <p:sp>
        <p:nvSpPr>
          <p:cNvPr id="285" name="residual-two-route-anchor-3-a">
            <a:extLst xmlns:a="http://schemas.openxmlformats.org/drawingml/2006/main">
              <a:ext uri="{FF2B5EF4-FFF2-40B4-BE49-F238E27FC236}">
                <a16:creationId xmlns:a16="http://schemas.microsoft.com/office/drawing/2014/main" id="{783B2556-1F24-4532-A5C4-D55C8F38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354" y="334105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6" name="residual-two-route-anchor-3-b">
            <a:extLst xmlns:a="http://schemas.openxmlformats.org/drawingml/2006/main">
              <a:ext uri="{FF2B5EF4-FFF2-40B4-BE49-F238E27FC236}">
                <a16:creationId xmlns:a16="http://schemas.microsoft.com/office/drawing/2014/main" id="{5BF28FF2-2CD5-4C2F-8000-35D9EFD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354" y="347281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285" idx="2"/>
            <a:endCxn xmlns:a="http://schemas.openxmlformats.org/drawingml/2006/main" id="286" idx="0"/>
          </p:cNvCxnSpPr>
          <p:nvPr/>
        </p:nvCxnSpPr>
        <p:spPr>
          <a:xfrm xmlns:a="http://schemas.openxmlformats.org/drawingml/2006/main">
            <a:off x="3256378" y="3341104"/>
            <a:ext cx="0" cy="131713"/>
          </a:xfrm>
          <a:prstGeom xmlns:a="http://schemas.openxmlformats.org/drawingml/2006/main" prst="straightConnector1">
            <a:avLst/>
          </a:prstGeom>
          <a:ln xmlns:a="http://schemas.openxmlformats.org/drawingml/2006/main" w="6588">
            <a:solidFill>
              <a:srgbClr val="52779C"/>
            </a:solidFill>
            <a:prstDash val="solid"/>
            <a:tailEnd type="triangle" w="med" len="med"/>
          </a:ln>
        </p:spPr>
      </p:cxnSp>
      <p:sp>
        <p:nvSpPr>
          <p:cNvPr id="288" name="residual-two-junction">
            <a:extLst xmlns:a="http://schemas.openxmlformats.org/drawingml/2006/main">
              <a:ext uri="{FF2B5EF4-FFF2-40B4-BE49-F238E27FC236}">
                <a16:creationId xmlns:a16="http://schemas.microsoft.com/office/drawing/2014/main" id="{E43EE39F-E51A-4AF2-9ED7-6D033DA9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62" y="3622459"/>
            <a:ext cx="20705" cy="20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updated-state-0">
            <a:extLst xmlns:a="http://schemas.openxmlformats.org/drawingml/2006/main">
              <a:ext uri="{FF2B5EF4-FFF2-40B4-BE49-F238E27FC236}">
                <a16:creationId xmlns:a16="http://schemas.microsoft.com/office/drawing/2014/main" id="{4ACCF72A-6650-412D-9AA3-ECA7A89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394" y="352458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290" name="updated-state-1">
            <a:extLst xmlns:a="http://schemas.openxmlformats.org/drawingml/2006/main">
              <a:ext uri="{FF2B5EF4-FFF2-40B4-BE49-F238E27FC236}">
                <a16:creationId xmlns:a16="http://schemas.microsoft.com/office/drawing/2014/main" id="{A96A01AB-FA16-474C-9F05-9C385B0B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91" y="352458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291" name="updated-state-2">
            <a:extLst xmlns:a="http://schemas.openxmlformats.org/drawingml/2006/main">
              <a:ext uri="{FF2B5EF4-FFF2-40B4-BE49-F238E27FC236}">
                <a16:creationId xmlns:a16="http://schemas.microsoft.com/office/drawing/2014/main" id="{9FFA8425-E040-4ACF-82B4-13A6021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89" y="352458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292" name="updated-state-3">
            <a:extLst xmlns:a="http://schemas.openxmlformats.org/drawingml/2006/main">
              <a:ext uri="{FF2B5EF4-FFF2-40B4-BE49-F238E27FC236}">
                <a16:creationId xmlns:a16="http://schemas.microsoft.com/office/drawing/2014/main" id="{67781127-4BD4-4D11-A579-1C6D821A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6" y="3524580"/>
            <a:ext cx="61174" cy="188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4706">
            <a:solidFill>
              <a:srgbClr val="4C8B82"/>
            </a:solidFill>
            <a:prstDash val="solid"/>
          </a:ln>
        </p:spPr>
      </p:sp>
      <p:sp>
        <p:nvSpPr>
          <p:cNvPr id="293" name="updated-state-route-anchor-1-a">
            <a:extLst xmlns:a="http://schemas.openxmlformats.org/drawingml/2006/main">
              <a:ext uri="{FF2B5EF4-FFF2-40B4-BE49-F238E27FC236}">
                <a16:creationId xmlns:a16="http://schemas.microsoft.com/office/drawing/2014/main" id="{7EDFEC1B-015C-4D90-88E6-21F4298B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937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4" name="updated-state-route-anchor-1-b">
            <a:extLst xmlns:a="http://schemas.openxmlformats.org/drawingml/2006/main">
              <a:ext uri="{FF2B5EF4-FFF2-40B4-BE49-F238E27FC236}">
                <a16:creationId xmlns:a16="http://schemas.microsoft.com/office/drawing/2014/main" id="{BBCD6C2D-F70A-4AFF-8E57-AC9FC278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514" y="36328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8" name=""/>
          <p:cNvCxnSpPr>
            <a:stCxn xmlns:a="http://schemas.openxmlformats.org/drawingml/2006/main" id="293" idx="3"/>
            <a:endCxn xmlns:a="http://schemas.openxmlformats.org/drawingml/2006/main" id="294" idx="1"/>
          </p:cNvCxnSpPr>
          <p:nvPr/>
        </p:nvCxnSpPr>
        <p:spPr>
          <a:xfrm xmlns:a="http://schemas.openxmlformats.org/drawingml/2006/main">
            <a:off x="3406984" y="3632835"/>
            <a:ext cx="310530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296" name="updated-state-label">
            <a:extLst xmlns:a="http://schemas.openxmlformats.org/drawingml/2006/main">
              <a:ext uri="{FF2B5EF4-FFF2-40B4-BE49-F238E27FC236}">
                <a16:creationId xmlns:a16="http://schemas.microsoft.com/office/drawing/2014/main" id="{9B2DB26F-6E77-44A1-B4BC-9CC58F84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400" y="3802217"/>
            <a:ext cx="621154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Updated state</a:t>
            </a:r>
          </a:p>
        </p:txBody>
      </p:sp>
      <p:sp>
        <p:nvSpPr>
          <p:cNvPr id="297" name="block-detail-caption">
            <a:extLst xmlns:a="http://schemas.openxmlformats.org/drawingml/2006/main">
              <a:ext uri="{FF2B5EF4-FFF2-40B4-BE49-F238E27FC236}">
                <a16:creationId xmlns:a16="http://schemas.microsoft.com/office/drawing/2014/main" id="{F7C6FD08-EAE2-4996-ADD1-02BDAD90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1" y="3999857"/>
            <a:ext cx="3985740" cy="127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4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04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Residual routes add the pre-transform state to each transform output.</a:t>
            </a:r>
          </a:p>
        </p:txBody>
      </p:sp>
      <p:sp>
        <p:nvSpPr>
          <p:cNvPr id="298" name="panel-c">
            <a:extLst xmlns:a="http://schemas.openxmlformats.org/drawingml/2006/main">
              <a:ext uri="{FF2B5EF4-FFF2-40B4-BE49-F238E27FC236}">
                <a16:creationId xmlns:a16="http://schemas.microsoft.com/office/drawing/2014/main" id="{5741758A-B1E0-46F2-BA8E-59288A75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900" y="2574026"/>
            <a:ext cx="122349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9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14E65F47-94F9-466B-887C-7ECED44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011" y="2574026"/>
            <a:ext cx="1891697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Training and inference</a:t>
            </a:r>
          </a:p>
        </p:txBody>
      </p:sp>
      <p:sp>
        <p:nvSpPr>
          <p:cNvPr id="300" name="training-title">
            <a:extLst xmlns:a="http://schemas.openxmlformats.org/drawingml/2006/main">
              <a:ext uri="{FF2B5EF4-FFF2-40B4-BE49-F238E27FC236}">
                <a16:creationId xmlns:a16="http://schemas.microsoft.com/office/drawing/2014/main" id="{FC7F87B1-7BB5-4B0F-BDDB-EC9D74DF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80" y="2828134"/>
            <a:ext cx="1948166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4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74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01" name="training-inputs">
            <a:extLst xmlns:a="http://schemas.openxmlformats.org/drawingml/2006/main">
              <a:ext uri="{FF2B5EF4-FFF2-40B4-BE49-F238E27FC236}">
                <a16:creationId xmlns:a16="http://schemas.microsoft.com/office/drawing/2014/main" id="{8FD88370-4528-43CB-B138-B3214169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80" y="3016363"/>
            <a:ext cx="1948166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7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Baseline + perturbation + context</a:t>
            </a:r>
          </a:p>
        </p:txBody>
      </p:sp>
      <p:sp>
        <p:nvSpPr>
          <p:cNvPr id="302" name="training-path-anchor-1-a">
            <a:extLst xmlns:a="http://schemas.openxmlformats.org/drawingml/2006/main">
              <a:ext uri="{FF2B5EF4-FFF2-40B4-BE49-F238E27FC236}">
                <a16:creationId xmlns:a16="http://schemas.microsoft.com/office/drawing/2014/main" id="{6BA90207-B065-400E-B614-BD38DABB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306" y="323753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3" name="training-path-anchor-1-b">
            <a:extLst xmlns:a="http://schemas.openxmlformats.org/drawingml/2006/main">
              <a:ext uri="{FF2B5EF4-FFF2-40B4-BE49-F238E27FC236}">
                <a16:creationId xmlns:a16="http://schemas.microsoft.com/office/drawing/2014/main" id="{BD5E2E47-7D79-4E12-B727-14E0477D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523" y="323753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7" name=""/>
          <p:cNvCxnSpPr>
            <a:stCxn xmlns:a="http://schemas.openxmlformats.org/drawingml/2006/main" id="302" idx="3"/>
            <a:endCxn xmlns:a="http://schemas.openxmlformats.org/drawingml/2006/main" id="303" idx="1"/>
          </p:cNvCxnSpPr>
          <p:nvPr/>
        </p:nvCxnSpPr>
        <p:spPr>
          <a:xfrm xmlns:a="http://schemas.openxmlformats.org/drawingml/2006/main">
            <a:off x="4616353" y="3237555"/>
            <a:ext cx="508170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  <a:tailEnd type="triangle" w="med" len="med"/>
          </a:ln>
        </p:spPr>
      </p:cxnSp>
      <p:sp>
        <p:nvSpPr>
          <p:cNvPr id="305" name="training-prediction">
            <a:extLst xmlns:a="http://schemas.openxmlformats.org/drawingml/2006/main">
              <a:ext uri="{FF2B5EF4-FFF2-40B4-BE49-F238E27FC236}">
                <a16:creationId xmlns:a16="http://schemas.microsoft.com/office/drawing/2014/main" id="{FEEA5754-0BE9-4EA2-A3AF-49720F8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109" y="3176357"/>
            <a:ext cx="1167017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7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306" name="training-supervision">
            <a:extLst xmlns:a="http://schemas.openxmlformats.org/drawingml/2006/main">
              <a:ext uri="{FF2B5EF4-FFF2-40B4-BE49-F238E27FC236}">
                <a16:creationId xmlns:a16="http://schemas.microsoft.com/office/drawing/2014/main" id="{10618B3C-0DC0-4400-B38B-52B72C7A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80" y="3373997"/>
            <a:ext cx="1966989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Paired observed response supplies loss</a:t>
            </a:r>
          </a:p>
        </p:txBody>
      </p:sp>
      <p:sp>
        <p:nvSpPr>
          <p:cNvPr id="307" name="train-inference-divider-anchor-1-a">
            <a:extLst xmlns:a="http://schemas.openxmlformats.org/drawingml/2006/main">
              <a:ext uri="{FF2B5EF4-FFF2-40B4-BE49-F238E27FC236}">
                <a16:creationId xmlns:a16="http://schemas.microsoft.com/office/drawing/2014/main" id="{84C40A14-DAD6-46B7-B73F-B9E022CC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486" y="35763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train-inference-divider-anchor-1-b">
            <a:extLst xmlns:a="http://schemas.openxmlformats.org/drawingml/2006/main">
              <a:ext uri="{FF2B5EF4-FFF2-40B4-BE49-F238E27FC236}">
                <a16:creationId xmlns:a16="http://schemas.microsoft.com/office/drawing/2014/main" id="{5B5046D7-B72C-437D-A8E5-21619ED5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889" y="357634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2" name="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>
            <a:off x="4517533" y="3576367"/>
            <a:ext cx="1896356" cy="0"/>
          </a:xfrm>
          <a:prstGeom xmlns:a="http://schemas.openxmlformats.org/drawingml/2006/main" prst="straightConnector1">
            <a:avLst/>
          </a:prstGeom>
          <a:ln xmlns:a="http://schemas.openxmlformats.org/drawingml/2006/main" w="5176">
            <a:solidFill>
              <a:srgbClr val="D7DEE3"/>
            </a:solidFill>
            <a:prstDash val="solid"/>
          </a:ln>
        </p:spPr>
      </p:cxnSp>
      <p:sp>
        <p:nvSpPr>
          <p:cNvPr id="310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61EC1FCA-9384-4EDE-AB3D-AF17B28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80" y="3661046"/>
            <a:ext cx="1948166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4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74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311" name="inference-inputs">
            <a:extLst xmlns:a="http://schemas.openxmlformats.org/drawingml/2006/main">
              <a:ext uri="{FF2B5EF4-FFF2-40B4-BE49-F238E27FC236}">
                <a16:creationId xmlns:a16="http://schemas.microsoft.com/office/drawing/2014/main" id="{5CFE6404-0F26-43F6-A149-DC43053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80" y="3835157"/>
            <a:ext cx="1948166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7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Baseline + perturbation + context</a:t>
            </a:r>
          </a:p>
        </p:txBody>
      </p:sp>
      <p:sp>
        <p:nvSpPr>
          <p:cNvPr id="312" name="inference-no-response">
            <a:extLst xmlns:a="http://schemas.openxmlformats.org/drawingml/2006/main">
              <a:ext uri="{FF2B5EF4-FFF2-40B4-BE49-F238E27FC236}">
                <a16:creationId xmlns:a16="http://schemas.microsoft.com/office/drawing/2014/main" id="{86A2466E-6CCF-4B7B-B29E-4722BDED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80" y="4013974"/>
            <a:ext cx="1948166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No observed-response input</a:t>
            </a:r>
          </a:p>
        </p:txBody>
      </p:sp>
      <p:sp>
        <p:nvSpPr>
          <p:cNvPr id="313" name="conference-disclosure">
            <a:extLst xmlns:a="http://schemas.openxmlformats.org/drawingml/2006/main">
              <a:ext uri="{FF2B5EF4-FFF2-40B4-BE49-F238E27FC236}">
                <a16:creationId xmlns:a16="http://schemas.microsoft.com/office/drawing/2014/main" id="{799685C5-D3B2-4498-A097-AC02A072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1" y="4272789"/>
            <a:ext cx="6437417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4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574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Illustrative architecture. Token counts and shading are not dimensions or measured attention.</a:t>
            </a:r>
          </a:p>
        </p:txBody>
      </p:sp>
    </p:spTree>
    <p:extLst>
      <p:ext uri="{BB962C8B-B14F-4D97-AF65-F5344CB8AC3E}">
        <p14:creationId xmlns:p14="http://schemas.microsoft.com/office/powerpoint/2010/main" val="1745822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</ns0:Slides>
  <ns0:Notes>1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Conference conditioning architecture</dc:title>
</ns0:coreProperties>
</file>