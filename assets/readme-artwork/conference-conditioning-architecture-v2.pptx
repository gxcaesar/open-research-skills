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e3f1051635484c" /><Relationship Type="http://schemas.openxmlformats.org/officeDocument/2006/relationships/extended-properties" Target="/docProps/app.xml" Id="Rc40cf0256d734527" /><Relationship Type="http://schemas.openxmlformats.org/officeDocument/2006/relationships/officeDocument" Target="/ppt/presentation.xml" Id="Rd39819ac748445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87ed4e04284bf0"/>
  </p:sldMasterIdLst>
  <p:notesMasterIdLst>
    <p:notesMasterId xmlns:r="http://schemas.openxmlformats.org/officeDocument/2006/relationships" r:id="R658fec833efb4b73"/>
  </p:notesMasterIdLst>
  <p:sldIdLst>
    <p:sldId xmlns:r="http://schemas.openxmlformats.org/officeDocument/2006/relationships" id="256" r:id="R9a1432dd13d444f4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d3cd9e93f440fa" /><Relationship Type="http://schemas.openxmlformats.org/officeDocument/2006/relationships/slideMaster" Target="/ppt/slideMasters/slideMaster1.xml" Id="R3987ed4e04284bf0" /><Relationship Type="http://schemas.openxmlformats.org/officeDocument/2006/relationships/notesMaster" Target="/ppt/notesMasters/notesMaster1.xml" Id="R658fec833efb4b73" /><Relationship Type="http://schemas.openxmlformats.org/officeDocument/2006/relationships/presProps" Target="/ppt/presProps.xml" Id="R416b41a1587b4c1e" /><Relationship Type="http://schemas.openxmlformats.org/officeDocument/2006/relationships/tableStyles" Target="/ppt/tableStyles.xml" Id="R77ccb217484147f7" /><Relationship Type="http://schemas.openxmlformats.org/officeDocument/2006/relationships/slide" Target="/ppt/slides/slide1.xml" Id="R9a1432dd13d444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c6f645990840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687f34be76471c" /><Relationship Type="http://schemas.openxmlformats.org/officeDocument/2006/relationships/notesMaster" Target="/ppt/notesMasters/notesMaster1.xml" Id="Raa376f29bada48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educational schematic. Cell shapes, matrix shading and token counts are illustrative, not experimental measurements. Prediction and training-only paths are distinguished from observed inputs.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c9659dc1643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57f981fe4c4b4a" /><Relationship Type="http://schemas.openxmlformats.org/officeDocument/2006/relationships/slideLayout" Target="/ppt/slideLayouts/slideLayout1.xml" Id="R5b340f85a56e40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340f85a56e40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524f93c374522" /><Relationship Type="http://schemas.openxmlformats.org/officeDocument/2006/relationships/notesSlide" Target="/ppt/notesSlides/notesSlide1.xml" Id="R7c8c306369934d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0" name="conference-conditioning-architecture-v2-0">
            <a:extLst xmlns:a="http://schemas.openxmlformats.org/drawingml/2006/main">
              <a:ext uri="{FF2B5EF4-FFF2-40B4-BE49-F238E27FC236}">
                <a16:creationId xmlns:a16="http://schemas.microsoft.com/office/drawing/2014/main" id="{D8A00156-4697-429F-88A8-2464AEFF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5275"/>
            <a:ext cx="1419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Context-conditioned perturbation model</a:t>
            </a:r>
          </a:p>
        </p:txBody>
      </p:sp>
      <p:sp>
        <p:nvSpPr>
          <p:cNvPr id="2" name="conference-conditioning-architecture-v2-1">
            <a:extLst xmlns:a="http://schemas.openxmlformats.org/drawingml/2006/main">
              <a:ext uri="{FF2B5EF4-FFF2-40B4-BE49-F238E27FC236}">
                <a16:creationId xmlns:a16="http://schemas.microsoft.com/office/drawing/2014/main" id="{0E3419AC-C0F9-4A8C-B61E-6ED05141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590675" cy="619125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BF6EB"/>
          </a:solidFill>
          <a:ln xmlns:a="http://schemas.openxmlformats.org/drawingml/2006/main" w="17145">
            <a:solidFill>
              <a:srgbClr val="C99950"/>
            </a:solidFill>
            <a:prstDash val="solid"/>
          </a:ln>
        </p:spPr>
      </p:sp>
      <p:sp>
        <p:nvSpPr>
          <p:cNvPr id="3" name="conference-conditioning-architecture-v2-2">
            <a:extLst xmlns:a="http://schemas.openxmlformats.org/drawingml/2006/main">
              <a:ext uri="{FF2B5EF4-FFF2-40B4-BE49-F238E27FC236}">
                <a16:creationId xmlns:a16="http://schemas.microsoft.com/office/drawing/2014/main" id="{FD8BCFB6-B8C5-4B62-AC5F-4E6B0D8E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47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Perturbation</a:t>
            </a:r>
          </a:p>
        </p:txBody>
      </p:sp>
      <p:sp>
        <p:nvSpPr>
          <p:cNvPr id="4" name="conference-conditioning-architecture-v2-3-start-1">
            <a:extLst xmlns:a="http://schemas.openxmlformats.org/drawingml/2006/main">
              <a:ext uri="{FF2B5EF4-FFF2-40B4-BE49-F238E27FC236}">
                <a16:creationId xmlns:a16="http://schemas.microsoft.com/office/drawing/2014/main" id="{049CDF19-3D07-4EC9-8A20-3A18FF68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562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conference-conditioning-architecture-v2-3-end-1">
            <a:extLst xmlns:a="http://schemas.openxmlformats.org/drawingml/2006/main">
              <a:ext uri="{FF2B5EF4-FFF2-40B4-BE49-F238E27FC236}">
                <a16:creationId xmlns:a16="http://schemas.microsoft.com/office/drawing/2014/main" id="{C5C7DD51-3D2F-4426-A94A-92CF326B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19420" y="1562148"/>
            <a:ext cx="25708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99950"/>
            </a:solidFill>
            <a:prstDash val="solid"/>
            <a:tailEnd type="triangle" w="med" len="med"/>
          </a:ln>
        </p:spPr>
      </p:cxnSp>
      <p:sp>
        <p:nvSpPr>
          <p:cNvPr id="7" name="conference-conditioning-architecture-v2-4">
            <a:extLst xmlns:a="http://schemas.openxmlformats.org/drawingml/2006/main">
              <a:ext uri="{FF2B5EF4-FFF2-40B4-BE49-F238E27FC236}">
                <a16:creationId xmlns:a16="http://schemas.microsoft.com/office/drawing/2014/main" id="{272E036C-FB25-4221-9D4A-9CEBB462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19200"/>
            <a:ext cx="1428750" cy="695325"/>
          </a:xfrm>
          <a:custGeom xmlns:a="http://schemas.openxmlformats.org/drawingml/2006/main">
            <a:pathLst>
              <a:path w="1428750" h="695325">
                <a:moveTo>
                  <a:pt x="0" y="0"/>
                </a:moveTo>
                <a:lnTo>
                  <a:pt x="1428750" y="139065"/>
                </a:lnTo>
                <a:lnTo>
                  <a:pt x="1428750" y="556260"/>
                </a:lnTo>
                <a:lnTo>
                  <a:pt x="0" y="695325"/>
                </a:lnTo>
                <a:close/>
              </a:path>
            </a:pathLst>
          </a:custGeom>
          <a:solidFill xmlns:a="http://schemas.openxmlformats.org/drawingml/2006/main">
            <a:srgbClr val="F3E8D0"/>
          </a:solidFill>
          <a:ln xmlns:a="http://schemas.openxmlformats.org/drawingml/2006/main" w="19050">
            <a:solidFill>
              <a:srgbClr val="C99950"/>
            </a:solidFill>
            <a:prstDash val="solid"/>
          </a:ln>
        </p:spPr>
      </p:sp>
      <p:sp>
        <p:nvSpPr>
          <p:cNvPr id="8" name="conference-conditioning-architecture-v2-5">
            <a:extLst xmlns:a="http://schemas.openxmlformats.org/drawingml/2006/main">
              <a:ext uri="{FF2B5EF4-FFF2-40B4-BE49-F238E27FC236}">
                <a16:creationId xmlns:a16="http://schemas.microsoft.com/office/drawing/2014/main" id="{A3E560E3-362C-4A55-B5AB-948EEB56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330452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9" name="conference-conditioning-architecture-v2-6">
            <a:extLst xmlns:a="http://schemas.openxmlformats.org/drawingml/2006/main">
              <a:ext uri="{FF2B5EF4-FFF2-40B4-BE49-F238E27FC236}">
                <a16:creationId xmlns:a16="http://schemas.microsoft.com/office/drawing/2014/main" id="{E453A233-D83F-4D1E-80C9-542087D7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1719834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B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10" name="conference-conditioning-architecture-v2-7">
            <a:extLst xmlns:a="http://schemas.openxmlformats.org/drawingml/2006/main">
              <a:ext uri="{FF2B5EF4-FFF2-40B4-BE49-F238E27FC236}">
                <a16:creationId xmlns:a16="http://schemas.microsoft.com/office/drawing/2014/main" id="{3881A582-1161-42D2-8315-C5736666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913" y="1719834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D0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11" name="conference-conditioning-architecture-v2-8">
            <a:extLst xmlns:a="http://schemas.openxmlformats.org/drawingml/2006/main">
              <a:ext uri="{FF2B5EF4-FFF2-40B4-BE49-F238E27FC236}">
                <a16:creationId xmlns:a16="http://schemas.microsoft.com/office/drawing/2014/main" id="{DF95C3C3-C3C8-4F06-B46A-CF99B442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1719834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F9D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12" name="conference-conditioning-architecture-v2-9-start-1">
            <a:extLst xmlns:a="http://schemas.openxmlformats.org/drawingml/2006/main">
              <a:ext uri="{FF2B5EF4-FFF2-40B4-BE49-F238E27FC236}">
                <a16:creationId xmlns:a16="http://schemas.microsoft.com/office/drawing/2014/main" id="{74802E16-181F-435E-BEBC-B676CDC2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62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conference-conditioning-architecture-v2-9-end-1">
            <a:extLst xmlns:a="http://schemas.openxmlformats.org/drawingml/2006/main">
              <a:ext uri="{FF2B5EF4-FFF2-40B4-BE49-F238E27FC236}">
                <a16:creationId xmlns:a16="http://schemas.microsoft.com/office/drawing/2014/main" id="{81FD8FCC-3683-40E0-B0C8-C78CC3D5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62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3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133945" y="1562148"/>
            <a:ext cx="30470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C99950"/>
            </a:solidFill>
            <a:prstDash val="solid"/>
            <a:tailEnd type="triangle" w="med" len="med"/>
          </a:ln>
        </p:spPr>
      </p:cxnSp>
      <p:sp>
        <p:nvSpPr>
          <p:cNvPr id="15" name="conference-conditioning-architecture-v2-10">
            <a:extLst xmlns:a="http://schemas.openxmlformats.org/drawingml/2006/main">
              <a:ext uri="{FF2B5EF4-FFF2-40B4-BE49-F238E27FC236}">
                <a16:creationId xmlns:a16="http://schemas.microsoft.com/office/drawing/2014/main" id="{F6DE1E2C-F3EE-4790-B366-F462260B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90650"/>
            <a:ext cx="161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B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16" name="conference-conditioning-architecture-v2-11">
            <a:extLst xmlns:a="http://schemas.openxmlformats.org/drawingml/2006/main">
              <a:ext uri="{FF2B5EF4-FFF2-40B4-BE49-F238E27FC236}">
                <a16:creationId xmlns:a16="http://schemas.microsoft.com/office/drawing/2014/main" id="{ADE1E1C8-50B5-41C4-AE1C-1ED28225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390650"/>
            <a:ext cx="161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D0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17" name="conference-conditioning-architecture-v2-12">
            <a:extLst xmlns:a="http://schemas.openxmlformats.org/drawingml/2006/main">
              <a:ext uri="{FF2B5EF4-FFF2-40B4-BE49-F238E27FC236}">
                <a16:creationId xmlns:a16="http://schemas.microsoft.com/office/drawing/2014/main" id="{19DE28C5-53CB-474A-86B9-E9B3B529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390650"/>
            <a:ext cx="161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F9D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18" name="conference-conditioning-architecture-v2-13">
            <a:extLst xmlns:a="http://schemas.openxmlformats.org/drawingml/2006/main">
              <a:ext uri="{FF2B5EF4-FFF2-40B4-BE49-F238E27FC236}">
                <a16:creationId xmlns:a16="http://schemas.microsoft.com/office/drawing/2014/main" id="{0DAB3230-C1DC-468D-81F1-C57D59DD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90650"/>
            <a:ext cx="161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B774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19" name="conference-conditioning-architecture-v2-14">
            <a:extLst xmlns:a="http://schemas.openxmlformats.org/drawingml/2006/main">
              <a:ext uri="{FF2B5EF4-FFF2-40B4-BE49-F238E27FC236}">
                <a16:creationId xmlns:a16="http://schemas.microsoft.com/office/drawing/2014/main" id="{077A1FEE-B5C2-40CC-8179-CF3262E7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90650"/>
            <a:ext cx="161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950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20" name="conference-conditioning-architecture-v2-15">
            <a:extLst xmlns:a="http://schemas.openxmlformats.org/drawingml/2006/main">
              <a:ext uri="{FF2B5EF4-FFF2-40B4-BE49-F238E27FC236}">
                <a16:creationId xmlns:a16="http://schemas.microsoft.com/office/drawing/2014/main" id="{6647178F-9016-467B-AE89-EE5F553B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390650"/>
            <a:ext cx="161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B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21" name="conference-conditioning-architecture-v2-16">
            <a:extLst xmlns:a="http://schemas.openxmlformats.org/drawingml/2006/main">
              <a:ext uri="{FF2B5EF4-FFF2-40B4-BE49-F238E27FC236}">
                <a16:creationId xmlns:a16="http://schemas.microsoft.com/office/drawing/2014/main" id="{565C67BD-EB84-47D3-878A-4AAFED0A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9048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Perturbation tokens</a:t>
            </a:r>
          </a:p>
        </p:txBody>
      </p:sp>
      <p:sp>
        <p:nvSpPr>
          <p:cNvPr id="22" name="conference-conditioning-architecture-v2-17-start-1">
            <a:extLst xmlns:a="http://schemas.openxmlformats.org/drawingml/2006/main">
              <a:ext uri="{FF2B5EF4-FFF2-40B4-BE49-F238E27FC236}">
                <a16:creationId xmlns:a16="http://schemas.microsoft.com/office/drawing/2014/main" id="{147E365A-EAC4-4A14-A1BE-04EDBFEE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52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conference-conditioning-architecture-v2-17-end-1">
            <a:extLst xmlns:a="http://schemas.openxmlformats.org/drawingml/2006/main">
              <a:ext uri="{FF2B5EF4-FFF2-40B4-BE49-F238E27FC236}">
                <a16:creationId xmlns:a16="http://schemas.microsoft.com/office/drawing/2014/main" id="{1C95D2BD-8EDE-4164-AF2E-B2FC6BF2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552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962745" y="1552623"/>
            <a:ext cx="4475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9950"/>
            </a:solidFill>
            <a:prstDash val="dash"/>
          </a:ln>
        </p:spPr>
      </p:cxnSp>
      <p:sp>
        <p:nvSpPr>
          <p:cNvPr id="25" name="conference-conditioning-architecture-v2-17-start-2">
            <a:extLst xmlns:a="http://schemas.openxmlformats.org/drawingml/2006/main">
              <a:ext uri="{FF2B5EF4-FFF2-40B4-BE49-F238E27FC236}">
                <a16:creationId xmlns:a16="http://schemas.microsoft.com/office/drawing/2014/main" id="{B0B217EC-A89A-41F4-A023-0DA66E13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552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conference-conditioning-architecture-v2-17-end-2">
            <a:extLst xmlns:a="http://schemas.openxmlformats.org/drawingml/2006/main">
              <a:ext uri="{FF2B5EF4-FFF2-40B4-BE49-F238E27FC236}">
                <a16:creationId xmlns:a16="http://schemas.microsoft.com/office/drawing/2014/main" id="{238E311D-7715-4480-BC39-522D7309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33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25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6410373" y="1552670"/>
            <a:ext cx="0" cy="17810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9950"/>
            </a:solidFill>
            <a:prstDash val="dash"/>
            <a:tailEnd type="triangle" w="med" len="med"/>
          </a:ln>
        </p:spPr>
      </p:cxnSp>
      <p:sp>
        <p:nvSpPr>
          <p:cNvPr id="28" name="conference-conditioning-architecture-v2-18-start-1">
            <a:extLst xmlns:a="http://schemas.openxmlformats.org/drawingml/2006/main">
              <a:ext uri="{FF2B5EF4-FFF2-40B4-BE49-F238E27FC236}">
                <a16:creationId xmlns:a16="http://schemas.microsoft.com/office/drawing/2014/main" id="{E0D393F8-8E88-4321-BC4F-2E6F22C2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52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conference-conditioning-architecture-v2-18-end-1">
            <a:extLst xmlns:a="http://schemas.openxmlformats.org/drawingml/2006/main">
              <a:ext uri="{FF2B5EF4-FFF2-40B4-BE49-F238E27FC236}">
                <a16:creationId xmlns:a16="http://schemas.microsoft.com/office/drawing/2014/main" id="{824AA67D-831B-4D4E-9E7A-30709FF1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52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962745" y="1552623"/>
            <a:ext cx="325745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9950"/>
            </a:solidFill>
            <a:prstDash val="dash"/>
          </a:ln>
        </p:spPr>
      </p:cxnSp>
      <p:sp>
        <p:nvSpPr>
          <p:cNvPr id="31" name="conference-conditioning-architecture-v2-18-start-2">
            <a:extLst xmlns:a="http://schemas.openxmlformats.org/drawingml/2006/main">
              <a:ext uri="{FF2B5EF4-FFF2-40B4-BE49-F238E27FC236}">
                <a16:creationId xmlns:a16="http://schemas.microsoft.com/office/drawing/2014/main" id="{26F01AF1-F1B6-497E-8433-2B3DF78B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525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conference-conditioning-architecture-v2-18-end-2">
            <a:extLst xmlns:a="http://schemas.openxmlformats.org/drawingml/2006/main">
              <a:ext uri="{FF2B5EF4-FFF2-40B4-BE49-F238E27FC236}">
                <a16:creationId xmlns:a16="http://schemas.microsoft.com/office/drawing/2014/main" id="{5F78EF48-06DE-4B7D-BAFE-3FD5A9EF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33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>
            <a:off x="9220248" y="1552670"/>
            <a:ext cx="0" cy="17810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9950"/>
            </a:solidFill>
            <a:prstDash val="dash"/>
            <a:tailEnd type="triangle" w="med" len="med"/>
          </a:ln>
        </p:spPr>
      </p:cxnSp>
      <p:sp>
        <p:nvSpPr>
          <p:cNvPr id="34" name="conference-conditioning-architecture-v2-19">
            <a:extLst xmlns:a="http://schemas.openxmlformats.org/drawingml/2006/main">
              <a:ext uri="{FF2B5EF4-FFF2-40B4-BE49-F238E27FC236}">
                <a16:creationId xmlns:a16="http://schemas.microsoft.com/office/drawing/2014/main" id="{FD28C1D0-3AC0-4ABF-B6C5-01B84284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590675" cy="619125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17145">
            <a:solidFill>
              <a:srgbClr val="9380B4"/>
            </a:solidFill>
            <a:prstDash val="solid"/>
          </a:ln>
        </p:spPr>
      </p:sp>
      <p:sp>
        <p:nvSpPr>
          <p:cNvPr id="35" name="conference-conditioning-architecture-v2-20">
            <a:extLst xmlns:a="http://schemas.openxmlformats.org/drawingml/2006/main">
              <a:ext uri="{FF2B5EF4-FFF2-40B4-BE49-F238E27FC236}">
                <a16:creationId xmlns:a16="http://schemas.microsoft.com/office/drawing/2014/main" id="{37BA3F7F-F93C-4B52-9A80-089B8A8B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476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36" name="conference-conditioning-architecture-v2-21-start-1">
            <a:extLst xmlns:a="http://schemas.openxmlformats.org/drawingml/2006/main">
              <a:ext uri="{FF2B5EF4-FFF2-40B4-BE49-F238E27FC236}">
                <a16:creationId xmlns:a16="http://schemas.microsoft.com/office/drawing/2014/main" id="{516A0716-028B-44AC-B126-710C0821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476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conference-conditioning-architecture-v2-21-end-1">
            <a:extLst xmlns:a="http://schemas.openxmlformats.org/drawingml/2006/main">
              <a:ext uri="{FF2B5EF4-FFF2-40B4-BE49-F238E27FC236}">
                <a16:creationId xmlns:a16="http://schemas.microsoft.com/office/drawing/2014/main" id="{1C1C4BCA-1884-4D87-9EB1-879440F5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76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7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2219420" y="2476548"/>
            <a:ext cx="25708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380B4"/>
            </a:solidFill>
            <a:prstDash val="solid"/>
            <a:tailEnd type="triangle" w="med" len="med"/>
          </a:ln>
        </p:spPr>
      </p:cxnSp>
      <p:sp>
        <p:nvSpPr>
          <p:cNvPr id="39" name="conference-conditioning-architecture-v2-22">
            <a:extLst xmlns:a="http://schemas.openxmlformats.org/drawingml/2006/main">
              <a:ext uri="{FF2B5EF4-FFF2-40B4-BE49-F238E27FC236}">
                <a16:creationId xmlns:a16="http://schemas.microsoft.com/office/drawing/2014/main" id="{3B62E593-5F16-4F13-91BA-38D434FF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1428750" cy="695325"/>
          </a:xfrm>
          <a:custGeom xmlns:a="http://schemas.openxmlformats.org/drawingml/2006/main">
            <a:pathLst>
              <a:path w="1428750" h="695325">
                <a:moveTo>
                  <a:pt x="0" y="0"/>
                </a:moveTo>
                <a:lnTo>
                  <a:pt x="1428750" y="139065"/>
                </a:lnTo>
                <a:lnTo>
                  <a:pt x="1428750" y="556260"/>
                </a:lnTo>
                <a:lnTo>
                  <a:pt x="0" y="695325"/>
                </a:lnTo>
                <a:close/>
              </a:path>
            </a:pathLst>
          </a:custGeom>
          <a:solidFill xmlns:a="http://schemas.openxmlformats.org/drawingml/2006/main">
            <a:srgbClr val="E5DBF1"/>
          </a:solidFill>
          <a:ln xmlns:a="http://schemas.openxmlformats.org/drawingml/2006/main" w="19050">
            <a:solidFill>
              <a:srgbClr val="9380B4"/>
            </a:solidFill>
            <a:prstDash val="solid"/>
          </a:ln>
        </p:spPr>
      </p:sp>
      <p:sp>
        <p:nvSpPr>
          <p:cNvPr id="40" name="conference-conditioning-architecture-v2-23">
            <a:extLst xmlns:a="http://schemas.openxmlformats.org/drawingml/2006/main">
              <a:ext uri="{FF2B5EF4-FFF2-40B4-BE49-F238E27FC236}">
                <a16:creationId xmlns:a16="http://schemas.microsoft.com/office/drawing/2014/main" id="{DECEBFD1-9AB4-47E9-A095-481B5389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44852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41" name="conference-conditioning-architecture-v2-24">
            <a:extLst xmlns:a="http://schemas.openxmlformats.org/drawingml/2006/main">
              <a:ext uri="{FF2B5EF4-FFF2-40B4-BE49-F238E27FC236}">
                <a16:creationId xmlns:a16="http://schemas.microsoft.com/office/drawing/2014/main" id="{D6CF6EA0-7451-4B53-8FDE-D4BA10D3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038" y="2634234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42" name="conference-conditioning-architecture-v2-25">
            <a:extLst xmlns:a="http://schemas.openxmlformats.org/drawingml/2006/main">
              <a:ext uri="{FF2B5EF4-FFF2-40B4-BE49-F238E27FC236}">
                <a16:creationId xmlns:a16="http://schemas.microsoft.com/office/drawing/2014/main" id="{B42F46E3-56BF-4B4C-B183-D2F850EC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913" y="2634234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43" name="conference-conditioning-architecture-v2-26">
            <a:extLst xmlns:a="http://schemas.openxmlformats.org/drawingml/2006/main">
              <a:ext uri="{FF2B5EF4-FFF2-40B4-BE49-F238E27FC236}">
                <a16:creationId xmlns:a16="http://schemas.microsoft.com/office/drawing/2014/main" id="{3DB7E36D-9167-438E-9BAB-FF88CD13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2634234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44" name="conference-conditioning-architecture-v2-27-start-1">
            <a:extLst xmlns:a="http://schemas.openxmlformats.org/drawingml/2006/main">
              <a:ext uri="{FF2B5EF4-FFF2-40B4-BE49-F238E27FC236}">
                <a16:creationId xmlns:a16="http://schemas.microsoft.com/office/drawing/2014/main" id="{64AD139F-FD03-483A-9892-645EE48C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76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5" name="conference-conditioning-architecture-v2-27-end-1">
            <a:extLst xmlns:a="http://schemas.openxmlformats.org/drawingml/2006/main">
              <a:ext uri="{FF2B5EF4-FFF2-40B4-BE49-F238E27FC236}">
                <a16:creationId xmlns:a16="http://schemas.microsoft.com/office/drawing/2014/main" id="{1B31A0C6-847D-4752-817E-8F420DC9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5" name="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4133945" y="2476548"/>
            <a:ext cx="30470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380B4"/>
            </a:solidFill>
            <a:prstDash val="solid"/>
            <a:tailEnd type="triangle" w="med" len="med"/>
          </a:ln>
        </p:spPr>
      </p:cxnSp>
      <p:sp>
        <p:nvSpPr>
          <p:cNvPr id="47" name="conference-conditioning-architecture-v2-28">
            <a:extLst xmlns:a="http://schemas.openxmlformats.org/drawingml/2006/main">
              <a:ext uri="{FF2B5EF4-FFF2-40B4-BE49-F238E27FC236}">
                <a16:creationId xmlns:a16="http://schemas.microsoft.com/office/drawing/2014/main" id="{13CDCB3B-9693-4647-8E16-A252C21A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161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48" name="conference-conditioning-architecture-v2-29">
            <a:extLst xmlns:a="http://schemas.openxmlformats.org/drawingml/2006/main">
              <a:ext uri="{FF2B5EF4-FFF2-40B4-BE49-F238E27FC236}">
                <a16:creationId xmlns:a16="http://schemas.microsoft.com/office/drawing/2014/main" id="{1484DF66-BAA8-46CD-A005-52569FFF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05050"/>
            <a:ext cx="161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49" name="conference-conditioning-architecture-v2-30">
            <a:extLst xmlns:a="http://schemas.openxmlformats.org/drawingml/2006/main">
              <a:ext uri="{FF2B5EF4-FFF2-40B4-BE49-F238E27FC236}">
                <a16:creationId xmlns:a16="http://schemas.microsoft.com/office/drawing/2014/main" id="{7B96580B-5749-48EB-AB43-43729E86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05050"/>
            <a:ext cx="161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50" name="conference-conditioning-architecture-v2-31">
            <a:extLst xmlns:a="http://schemas.openxmlformats.org/drawingml/2006/main">
              <a:ext uri="{FF2B5EF4-FFF2-40B4-BE49-F238E27FC236}">
                <a16:creationId xmlns:a16="http://schemas.microsoft.com/office/drawing/2014/main" id="{A560A83F-AD62-44D9-BE17-24504C69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05050"/>
            <a:ext cx="161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9CC9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51" name="conference-conditioning-architecture-v2-32">
            <a:extLst xmlns:a="http://schemas.openxmlformats.org/drawingml/2006/main">
              <a:ext uri="{FF2B5EF4-FFF2-40B4-BE49-F238E27FC236}">
                <a16:creationId xmlns:a16="http://schemas.microsoft.com/office/drawing/2014/main" id="{18185244-9A1E-47F4-98DE-9977EC1C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05050"/>
            <a:ext cx="161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80B4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52" name="conference-conditioning-architecture-v2-33">
            <a:extLst xmlns:a="http://schemas.openxmlformats.org/drawingml/2006/main">
              <a:ext uri="{FF2B5EF4-FFF2-40B4-BE49-F238E27FC236}">
                <a16:creationId xmlns:a16="http://schemas.microsoft.com/office/drawing/2014/main" id="{1ED11B6E-9A35-498A-80C6-6137A3C5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05050"/>
            <a:ext cx="1619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53" name="conference-conditioning-architecture-v2-34">
            <a:extLst xmlns:a="http://schemas.openxmlformats.org/drawingml/2006/main">
              <a:ext uri="{FF2B5EF4-FFF2-40B4-BE49-F238E27FC236}">
                <a16:creationId xmlns:a16="http://schemas.microsoft.com/office/drawing/2014/main" id="{95A74A5C-0139-4761-ADC3-B85C3033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192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Context tokens</a:t>
            </a:r>
          </a:p>
        </p:txBody>
      </p:sp>
      <p:sp>
        <p:nvSpPr>
          <p:cNvPr id="54" name="conference-conditioning-architecture-v2-35-start-1">
            <a:extLst xmlns:a="http://schemas.openxmlformats.org/drawingml/2006/main">
              <a:ext uri="{FF2B5EF4-FFF2-40B4-BE49-F238E27FC236}">
                <a16:creationId xmlns:a16="http://schemas.microsoft.com/office/drawing/2014/main" id="{F4F42828-3E3B-4197-89FF-D307F05C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669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conference-conditioning-architecture-v2-35-end-1">
            <a:extLst xmlns:a="http://schemas.openxmlformats.org/drawingml/2006/main">
              <a:ext uri="{FF2B5EF4-FFF2-40B4-BE49-F238E27FC236}">
                <a16:creationId xmlns:a16="http://schemas.microsoft.com/office/drawing/2014/main" id="{0C825ED7-CD44-4903-A2F0-0EA80409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669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5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5962745" y="2467023"/>
            <a:ext cx="9428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80B4"/>
            </a:solidFill>
            <a:prstDash val="dash"/>
          </a:ln>
        </p:spPr>
      </p:cxnSp>
      <p:sp>
        <p:nvSpPr>
          <p:cNvPr id="57" name="conference-conditioning-architecture-v2-35-start-2">
            <a:extLst xmlns:a="http://schemas.openxmlformats.org/drawingml/2006/main">
              <a:ext uri="{FF2B5EF4-FFF2-40B4-BE49-F238E27FC236}">
                <a16:creationId xmlns:a16="http://schemas.microsoft.com/office/drawing/2014/main" id="{E8890A7E-7067-47AA-AD22-B70F1674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669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conference-conditioning-architecture-v2-35-end-2">
            <a:extLst xmlns:a="http://schemas.openxmlformats.org/drawingml/2006/main">
              <a:ext uri="{FF2B5EF4-FFF2-40B4-BE49-F238E27FC236}">
                <a16:creationId xmlns:a16="http://schemas.microsoft.com/office/drawing/2014/main" id="{42AF7C71-AA49-40AF-827A-3F897939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33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6905673" y="2467070"/>
            <a:ext cx="0" cy="8666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80B4"/>
            </a:solidFill>
            <a:prstDash val="dash"/>
            <a:tailEnd type="triangle" w="med" len="med"/>
          </a:ln>
        </p:spPr>
      </p:cxnSp>
      <p:sp>
        <p:nvSpPr>
          <p:cNvPr id="60" name="conference-conditioning-architecture-v2-36-start-1">
            <a:extLst xmlns:a="http://schemas.openxmlformats.org/drawingml/2006/main">
              <a:ext uri="{FF2B5EF4-FFF2-40B4-BE49-F238E27FC236}">
                <a16:creationId xmlns:a16="http://schemas.microsoft.com/office/drawing/2014/main" id="{A9120526-A85F-44DF-8C37-75F3278A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669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conference-conditioning-architecture-v2-36-end-1">
            <a:extLst xmlns:a="http://schemas.openxmlformats.org/drawingml/2006/main">
              <a:ext uri="{FF2B5EF4-FFF2-40B4-BE49-F238E27FC236}">
                <a16:creationId xmlns:a16="http://schemas.microsoft.com/office/drawing/2014/main" id="{2B6915AD-5827-4DAE-9749-61CF15AE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669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1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5962745" y="2467023"/>
            <a:ext cx="375275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80B4"/>
            </a:solidFill>
            <a:prstDash val="dash"/>
          </a:ln>
        </p:spPr>
      </p:cxnSp>
      <p:sp>
        <p:nvSpPr>
          <p:cNvPr id="63" name="conference-conditioning-architecture-v2-36-start-2">
            <a:extLst xmlns:a="http://schemas.openxmlformats.org/drawingml/2006/main">
              <a:ext uri="{FF2B5EF4-FFF2-40B4-BE49-F238E27FC236}">
                <a16:creationId xmlns:a16="http://schemas.microsoft.com/office/drawing/2014/main" id="{A1CC48D2-0FDA-465B-BFCF-6EB341C1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669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conference-conditioning-architecture-v2-36-end-2">
            <a:extLst xmlns:a="http://schemas.openxmlformats.org/drawingml/2006/main">
              <a:ext uri="{FF2B5EF4-FFF2-40B4-BE49-F238E27FC236}">
                <a16:creationId xmlns:a16="http://schemas.microsoft.com/office/drawing/2014/main" id="{58BCDAAB-B99E-4CE1-9D9F-901EF701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337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4" name=""/>
          <p:cNvCxnSpPr>
            <a:stCxn xmlns:a="http://schemas.openxmlformats.org/drawingml/2006/main" id="6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9715548" y="2467070"/>
            <a:ext cx="0" cy="8666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80B4"/>
            </a:solidFill>
            <a:prstDash val="dash"/>
            <a:tailEnd type="triangle" w="med" len="med"/>
          </a:ln>
        </p:spPr>
      </p:cxnSp>
      <p:sp>
        <p:nvSpPr>
          <p:cNvPr id="66" name="conference-conditioning-architecture-v2-37">
            <a:extLst xmlns:a="http://schemas.openxmlformats.org/drawingml/2006/main">
              <a:ext uri="{FF2B5EF4-FFF2-40B4-BE49-F238E27FC236}">
                <a16:creationId xmlns:a16="http://schemas.microsoft.com/office/drawing/2014/main" id="{125C9C93-4474-41A4-92AD-7A3CB71E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907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Shared conditioning</a:t>
            </a:r>
          </a:p>
        </p:txBody>
      </p:sp>
      <p:sp>
        <p:nvSpPr>
          <p:cNvPr id="67" name="conference-conditioning-architecture-v2-38">
            <a:extLst xmlns:a="http://schemas.openxmlformats.org/drawingml/2006/main">
              <a:ext uri="{FF2B5EF4-FFF2-40B4-BE49-F238E27FC236}">
                <a16:creationId xmlns:a16="http://schemas.microsoft.com/office/drawing/2014/main" id="{0452ADC7-F01A-460F-8277-EAD8E639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428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Both blocks receive both inputs</a:t>
            </a:r>
          </a:p>
        </p:txBody>
      </p:sp>
      <p:sp>
        <p:nvSpPr>
          <p:cNvPr id="68" name="conference-conditioning-architecture-v2-39">
            <a:extLst xmlns:a="http://schemas.openxmlformats.org/drawingml/2006/main">
              <a:ext uri="{FF2B5EF4-FFF2-40B4-BE49-F238E27FC236}">
                <a16:creationId xmlns:a16="http://schemas.microsoft.com/office/drawing/2014/main" id="{D05B6317-4EC8-4013-AB8A-AC15B1A8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0"/>
            <a:ext cx="1438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Cell profile</a:t>
            </a:r>
          </a:p>
        </p:txBody>
      </p:sp>
      <p:sp>
        <p:nvSpPr>
          <p:cNvPr id="69" name="conference-conditioning-architecture-v2-40">
            <a:extLst xmlns:a="http://schemas.openxmlformats.org/drawingml/2006/main">
              <a:ext uri="{FF2B5EF4-FFF2-40B4-BE49-F238E27FC236}">
                <a16:creationId xmlns:a16="http://schemas.microsoft.com/office/drawing/2014/main" id="{632368E6-6E5B-460C-8ECD-0A3BF73F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957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conference-conditioning-architecture-v2-41">
            <a:extLst xmlns:a="http://schemas.openxmlformats.org/drawingml/2006/main">
              <a:ext uri="{FF2B5EF4-FFF2-40B4-BE49-F238E27FC236}">
                <a16:creationId xmlns:a16="http://schemas.microsoft.com/office/drawing/2014/main" id="{81874246-5D58-4650-B03D-2A78BFDF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conference-conditioning-architecture-v2-42">
            <a:extLst xmlns:a="http://schemas.openxmlformats.org/drawingml/2006/main">
              <a:ext uri="{FF2B5EF4-FFF2-40B4-BE49-F238E27FC236}">
                <a16:creationId xmlns:a16="http://schemas.microsoft.com/office/drawing/2014/main" id="{F9C91C2A-D04D-42C3-8A2D-05F941B3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957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conference-conditioning-architecture-v2-43">
            <a:extLst xmlns:a="http://schemas.openxmlformats.org/drawingml/2006/main">
              <a:ext uri="{FF2B5EF4-FFF2-40B4-BE49-F238E27FC236}">
                <a16:creationId xmlns:a16="http://schemas.microsoft.com/office/drawing/2014/main" id="{311A5D07-338A-475A-B88A-E9D68727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conference-conditioning-architecture-v2-44">
            <a:extLst xmlns:a="http://schemas.openxmlformats.org/drawingml/2006/main">
              <a:ext uri="{FF2B5EF4-FFF2-40B4-BE49-F238E27FC236}">
                <a16:creationId xmlns:a16="http://schemas.microsoft.com/office/drawing/2014/main" id="{FEF0079F-984C-4DFD-A17F-3DBC88A7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957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conference-conditioning-architecture-v2-45">
            <a:extLst xmlns:a="http://schemas.openxmlformats.org/drawingml/2006/main">
              <a:ext uri="{FF2B5EF4-FFF2-40B4-BE49-F238E27FC236}">
                <a16:creationId xmlns:a16="http://schemas.microsoft.com/office/drawing/2014/main" id="{4D509610-5725-4688-8DE2-460360B5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147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conference-conditioning-architecture-v2-46">
            <a:extLst xmlns:a="http://schemas.openxmlformats.org/drawingml/2006/main">
              <a:ext uri="{FF2B5EF4-FFF2-40B4-BE49-F238E27FC236}">
                <a16:creationId xmlns:a16="http://schemas.microsoft.com/office/drawing/2014/main" id="{7F403F78-36A5-439B-B79F-90726516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conference-conditioning-architecture-v2-47">
            <a:extLst xmlns:a="http://schemas.openxmlformats.org/drawingml/2006/main">
              <a:ext uri="{FF2B5EF4-FFF2-40B4-BE49-F238E27FC236}">
                <a16:creationId xmlns:a16="http://schemas.microsoft.com/office/drawing/2014/main" id="{40369C0B-B453-4BE7-9DA5-98D92224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147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conference-conditioning-architecture-v2-48">
            <a:extLst xmlns:a="http://schemas.openxmlformats.org/drawingml/2006/main">
              <a:ext uri="{FF2B5EF4-FFF2-40B4-BE49-F238E27FC236}">
                <a16:creationId xmlns:a16="http://schemas.microsoft.com/office/drawing/2014/main" id="{F6DA0B17-C247-43A6-95A3-29CC1885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147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conference-conditioning-architecture-v2-49">
            <a:extLst xmlns:a="http://schemas.openxmlformats.org/drawingml/2006/main">
              <a:ext uri="{FF2B5EF4-FFF2-40B4-BE49-F238E27FC236}">
                <a16:creationId xmlns:a16="http://schemas.microsoft.com/office/drawing/2014/main" id="{2BB61F91-5688-4A57-9D6B-B6D2D742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9147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conference-conditioning-architecture-v2-50">
            <a:extLst xmlns:a="http://schemas.openxmlformats.org/drawingml/2006/main">
              <a:ext uri="{FF2B5EF4-FFF2-40B4-BE49-F238E27FC236}">
                <a16:creationId xmlns:a16="http://schemas.microsoft.com/office/drawing/2014/main" id="{E3A4B677-E09D-4C79-8ACE-9476B227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338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conference-conditioning-architecture-v2-51">
            <a:extLst xmlns:a="http://schemas.openxmlformats.org/drawingml/2006/main">
              <a:ext uri="{FF2B5EF4-FFF2-40B4-BE49-F238E27FC236}">
                <a16:creationId xmlns:a16="http://schemas.microsoft.com/office/drawing/2014/main" id="{4D65999A-647C-4897-A9E7-900F0B27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conference-conditioning-architecture-v2-52">
            <a:extLst xmlns:a="http://schemas.openxmlformats.org/drawingml/2006/main">
              <a:ext uri="{FF2B5EF4-FFF2-40B4-BE49-F238E27FC236}">
                <a16:creationId xmlns:a16="http://schemas.microsoft.com/office/drawing/2014/main" id="{582B6A9D-7957-4457-A2BF-B0CBAAA8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1338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conference-conditioning-architecture-v2-53">
            <a:extLst xmlns:a="http://schemas.openxmlformats.org/drawingml/2006/main">
              <a:ext uri="{FF2B5EF4-FFF2-40B4-BE49-F238E27FC236}">
                <a16:creationId xmlns:a16="http://schemas.microsoft.com/office/drawing/2014/main" id="{FFF5B317-E145-437C-AD1F-1FFB0D4B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conference-conditioning-architecture-v2-54">
            <a:extLst xmlns:a="http://schemas.openxmlformats.org/drawingml/2006/main">
              <a:ext uri="{FF2B5EF4-FFF2-40B4-BE49-F238E27FC236}">
                <a16:creationId xmlns:a16="http://schemas.microsoft.com/office/drawing/2014/main" id="{85EC3950-4A20-4A9D-AEB9-8D1E6EFB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1338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conference-conditioning-architecture-v2-55">
            <a:extLst xmlns:a="http://schemas.openxmlformats.org/drawingml/2006/main">
              <a:ext uri="{FF2B5EF4-FFF2-40B4-BE49-F238E27FC236}">
                <a16:creationId xmlns:a16="http://schemas.microsoft.com/office/drawing/2014/main" id="{6009DCC6-9872-4C6E-9F4B-368B2A1C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529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conference-conditioning-architecture-v2-56">
            <a:extLst xmlns:a="http://schemas.openxmlformats.org/drawingml/2006/main">
              <a:ext uri="{FF2B5EF4-FFF2-40B4-BE49-F238E27FC236}">
                <a16:creationId xmlns:a16="http://schemas.microsoft.com/office/drawing/2014/main" id="{16FCCBE9-FE95-478E-A437-E9B815BD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529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ference-conditioning-architecture-v2-57">
            <a:extLst xmlns:a="http://schemas.openxmlformats.org/drawingml/2006/main">
              <a:ext uri="{FF2B5EF4-FFF2-40B4-BE49-F238E27FC236}">
                <a16:creationId xmlns:a16="http://schemas.microsoft.com/office/drawing/2014/main" id="{7D17EA08-55BF-4908-A060-C0BD7CCD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3529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conference-conditioning-architecture-v2-58">
            <a:extLst xmlns:a="http://schemas.openxmlformats.org/drawingml/2006/main">
              <a:ext uri="{FF2B5EF4-FFF2-40B4-BE49-F238E27FC236}">
                <a16:creationId xmlns:a16="http://schemas.microsoft.com/office/drawing/2014/main" id="{55DB167F-A2F6-4CE9-9060-0F883E4B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529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conference-conditioning-architecture-v2-59">
            <a:extLst xmlns:a="http://schemas.openxmlformats.org/drawingml/2006/main">
              <a:ext uri="{FF2B5EF4-FFF2-40B4-BE49-F238E27FC236}">
                <a16:creationId xmlns:a16="http://schemas.microsoft.com/office/drawing/2014/main" id="{358C30BB-E6B4-49AA-AE3A-4D2499BB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3529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conference-conditioning-architecture-v2-60">
            <a:extLst xmlns:a="http://schemas.openxmlformats.org/drawingml/2006/main">
              <a:ext uri="{FF2B5EF4-FFF2-40B4-BE49-F238E27FC236}">
                <a16:creationId xmlns:a16="http://schemas.microsoft.com/office/drawing/2014/main" id="{32096903-3576-460E-A3AC-872A8949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5720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conference-conditioning-architecture-v2-61">
            <a:extLst xmlns:a="http://schemas.openxmlformats.org/drawingml/2006/main">
              <a:ext uri="{FF2B5EF4-FFF2-40B4-BE49-F238E27FC236}">
                <a16:creationId xmlns:a16="http://schemas.microsoft.com/office/drawing/2014/main" id="{BD31E8E4-C0B2-4C4C-BC90-70ECE857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conference-conditioning-architecture-v2-62">
            <a:extLst xmlns:a="http://schemas.openxmlformats.org/drawingml/2006/main">
              <a:ext uri="{FF2B5EF4-FFF2-40B4-BE49-F238E27FC236}">
                <a16:creationId xmlns:a16="http://schemas.microsoft.com/office/drawing/2014/main" id="{5FE30C6D-24FD-4670-A996-A0B1CE96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720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conference-conditioning-architecture-v2-63">
            <a:extLst xmlns:a="http://schemas.openxmlformats.org/drawingml/2006/main">
              <a:ext uri="{FF2B5EF4-FFF2-40B4-BE49-F238E27FC236}">
                <a16:creationId xmlns:a16="http://schemas.microsoft.com/office/drawing/2014/main" id="{C116FFEA-C183-4E4C-AC6D-FC41FD93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conference-conditioning-architecture-v2-64">
            <a:extLst xmlns:a="http://schemas.openxmlformats.org/drawingml/2006/main">
              <a:ext uri="{FF2B5EF4-FFF2-40B4-BE49-F238E27FC236}">
                <a16:creationId xmlns:a16="http://schemas.microsoft.com/office/drawing/2014/main" id="{37BC07E1-9B66-4800-91A8-47B24D8A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720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conference-conditioning-architecture-v2-65-start-1">
            <a:extLst xmlns:a="http://schemas.openxmlformats.org/drawingml/2006/main">
              <a:ext uri="{FF2B5EF4-FFF2-40B4-BE49-F238E27FC236}">
                <a16:creationId xmlns:a16="http://schemas.microsoft.com/office/drawing/2014/main" id="{45451938-7B21-4C31-A850-369F5818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29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conference-conditioning-architecture-v2-65-end-1">
            <a:extLst xmlns:a="http://schemas.openxmlformats.org/drawingml/2006/main">
              <a:ext uri="{FF2B5EF4-FFF2-40B4-BE49-F238E27FC236}">
                <a16:creationId xmlns:a16="http://schemas.microsoft.com/office/drawing/2014/main" id="{6A578E05-844A-4D98-B4CD-01173BFB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229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5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1790795" y="4229148"/>
            <a:ext cx="25708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3747"/>
            </a:solidFill>
            <a:prstDash val="solid"/>
            <a:tailEnd type="triangle" w="med" len="med"/>
          </a:ln>
        </p:spPr>
      </p:cxnSp>
      <p:sp>
        <p:nvSpPr>
          <p:cNvPr id="97" name="conference-conditioning-architecture-v2-66">
            <a:extLst xmlns:a="http://schemas.openxmlformats.org/drawingml/2006/main">
              <a:ext uri="{FF2B5EF4-FFF2-40B4-BE49-F238E27FC236}">
                <a16:creationId xmlns:a16="http://schemas.microsoft.com/office/drawing/2014/main" id="{7D3E1176-B95F-40F2-AC42-A525F77E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00450"/>
            <a:ext cx="1485900" cy="1257300"/>
          </a:xfrm>
          <a:custGeom xmlns:a="http://schemas.openxmlformats.org/drawingml/2006/main">
            <a:pathLst>
              <a:path w="1485900" h="1257300">
                <a:moveTo>
                  <a:pt x="0" y="0"/>
                </a:moveTo>
                <a:lnTo>
                  <a:pt x="1485900" y="251460"/>
                </a:lnTo>
                <a:lnTo>
                  <a:pt x="1485900" y="1005840"/>
                </a:lnTo>
                <a:lnTo>
                  <a:pt x="0" y="1257300"/>
                </a:lnTo>
                <a:close/>
              </a:path>
            </a:pathLst>
          </a:custGeom>
          <a:solidFill xmlns:a="http://schemas.openxmlformats.org/drawingml/2006/main">
            <a:srgbClr val="D8E5EF"/>
          </a:solidFill>
          <a:ln xmlns:a="http://schemas.openxmlformats.org/drawingml/2006/main" w="19050">
            <a:solidFill>
              <a:srgbClr val="527FAA"/>
            </a:solidFill>
            <a:prstDash val="solid"/>
          </a:ln>
        </p:spPr>
      </p:sp>
      <p:sp>
        <p:nvSpPr>
          <p:cNvPr id="98" name="conference-conditioning-architecture-v2-67">
            <a:extLst xmlns:a="http://schemas.openxmlformats.org/drawingml/2006/main">
              <a:ext uri="{FF2B5EF4-FFF2-40B4-BE49-F238E27FC236}">
                <a16:creationId xmlns:a16="http://schemas.microsoft.com/office/drawing/2014/main" id="{1423D27F-AC2D-4F32-AD84-931A35D4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53078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Cell encoder</a:t>
            </a:r>
          </a:p>
        </p:txBody>
      </p:sp>
      <p:sp>
        <p:nvSpPr>
          <p:cNvPr id="99" name="conference-conditioning-architecture-v2-68">
            <a:extLst xmlns:a="http://schemas.openxmlformats.org/drawingml/2006/main">
              <a:ext uri="{FF2B5EF4-FFF2-40B4-BE49-F238E27FC236}">
                <a16:creationId xmlns:a16="http://schemas.microsoft.com/office/drawing/2014/main" id="{58B5EF16-11B5-4A88-B7B8-694C08A6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505706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100" name="conference-conditioning-architecture-v2-69">
            <a:extLst xmlns:a="http://schemas.openxmlformats.org/drawingml/2006/main">
              <a:ext uri="{FF2B5EF4-FFF2-40B4-BE49-F238E27FC236}">
                <a16:creationId xmlns:a16="http://schemas.microsoft.com/office/drawing/2014/main" id="{972C9686-BE5A-470B-AFA8-36E0B80E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05706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101" name="conference-conditioning-architecture-v2-70">
            <a:extLst xmlns:a="http://schemas.openxmlformats.org/drawingml/2006/main">
              <a:ext uri="{FF2B5EF4-FFF2-40B4-BE49-F238E27FC236}">
                <a16:creationId xmlns:a16="http://schemas.microsoft.com/office/drawing/2014/main" id="{8F33833F-47FB-47ED-8C3B-2D94B443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505706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102" name="conference-conditioning-architecture-v2-71-start-1">
            <a:extLst xmlns:a="http://schemas.openxmlformats.org/drawingml/2006/main">
              <a:ext uri="{FF2B5EF4-FFF2-40B4-BE49-F238E27FC236}">
                <a16:creationId xmlns:a16="http://schemas.microsoft.com/office/drawing/2014/main" id="{A90EDDF1-0281-42D2-B77B-D9704068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29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conference-conditioning-architecture-v2-71-end-1">
            <a:extLst xmlns:a="http://schemas.openxmlformats.org/drawingml/2006/main">
              <a:ext uri="{FF2B5EF4-FFF2-40B4-BE49-F238E27FC236}">
                <a16:creationId xmlns:a16="http://schemas.microsoft.com/office/drawing/2014/main" id="{39F27C6D-BF15-4A6C-BC05-4D493F6F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29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3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3781520" y="4229148"/>
            <a:ext cx="23803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3747"/>
            </a:solidFill>
            <a:prstDash val="solid"/>
            <a:tailEnd type="triangle" w="med" len="med"/>
          </a:ln>
        </p:spPr>
      </p:cxnSp>
      <p:sp>
        <p:nvSpPr>
          <p:cNvPr id="105" name="conference-conditioning-architecture-v2-72">
            <a:extLst xmlns:a="http://schemas.openxmlformats.org/drawingml/2006/main">
              <a:ext uri="{FF2B5EF4-FFF2-40B4-BE49-F238E27FC236}">
                <a16:creationId xmlns:a16="http://schemas.microsoft.com/office/drawing/2014/main" id="{7C99DEA7-1766-4F41-9F61-93E808F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000500"/>
            <a:ext cx="152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106" name="conference-conditioning-architecture-v2-73">
            <a:extLst xmlns:a="http://schemas.openxmlformats.org/drawingml/2006/main">
              <a:ext uri="{FF2B5EF4-FFF2-40B4-BE49-F238E27FC236}">
                <a16:creationId xmlns:a16="http://schemas.microsoft.com/office/drawing/2014/main" id="{D3D341F2-19B6-4027-81BE-86A90E38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00500"/>
            <a:ext cx="152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107" name="conference-conditioning-architecture-v2-74">
            <a:extLst xmlns:a="http://schemas.openxmlformats.org/drawingml/2006/main">
              <a:ext uri="{FF2B5EF4-FFF2-40B4-BE49-F238E27FC236}">
                <a16:creationId xmlns:a16="http://schemas.microsoft.com/office/drawing/2014/main" id="{1F10C97C-2398-4686-9B2F-E4CD82B1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000500"/>
            <a:ext cx="152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108" name="conference-conditioning-architecture-v2-75">
            <a:extLst xmlns:a="http://schemas.openxmlformats.org/drawingml/2006/main">
              <a:ext uri="{FF2B5EF4-FFF2-40B4-BE49-F238E27FC236}">
                <a16:creationId xmlns:a16="http://schemas.microsoft.com/office/drawing/2014/main" id="{E1E93FDC-883D-492D-A4FA-252B30C7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152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109" name="conference-conditioning-architecture-v2-76">
            <a:extLst xmlns:a="http://schemas.openxmlformats.org/drawingml/2006/main">
              <a:ext uri="{FF2B5EF4-FFF2-40B4-BE49-F238E27FC236}">
                <a16:creationId xmlns:a16="http://schemas.microsoft.com/office/drawing/2014/main" id="{2E7A5A9C-3E0E-46C0-9AA5-195525B3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000500"/>
            <a:ext cx="152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FAA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110" name="conference-conditioning-architecture-v2-77">
            <a:extLst xmlns:a="http://schemas.openxmlformats.org/drawingml/2006/main">
              <a:ext uri="{FF2B5EF4-FFF2-40B4-BE49-F238E27FC236}">
                <a16:creationId xmlns:a16="http://schemas.microsoft.com/office/drawing/2014/main" id="{DAEED1CB-118E-4AB0-BDC4-BE02E913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419475"/>
            <a:ext cx="16478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State tokens</a:t>
            </a:r>
          </a:p>
        </p:txBody>
      </p:sp>
      <p:sp>
        <p:nvSpPr>
          <p:cNvPr id="111" name="conference-conditioning-architecture-v2-78-start-1">
            <a:extLst xmlns:a="http://schemas.openxmlformats.org/drawingml/2006/main">
              <a:ext uri="{FF2B5EF4-FFF2-40B4-BE49-F238E27FC236}">
                <a16:creationId xmlns:a16="http://schemas.microsoft.com/office/drawing/2014/main" id="{8CBEF1DE-1289-45D6-83A2-42DC0ABE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29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conference-conditioning-architecture-v2-78-end-1">
            <a:extLst xmlns:a="http://schemas.openxmlformats.org/drawingml/2006/main">
              <a:ext uri="{FF2B5EF4-FFF2-40B4-BE49-F238E27FC236}">
                <a16:creationId xmlns:a16="http://schemas.microsoft.com/office/drawing/2014/main" id="{E7E9352B-4368-412C-8A0F-C6842E77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229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2" name=""/>
          <p:cNvCxnSpPr>
            <a:stCxn xmlns:a="http://schemas.openxmlformats.org/drawingml/2006/main" id="111" idx="3"/>
            <a:endCxn xmlns:a="http://schemas.openxmlformats.org/drawingml/2006/main" id="112" idx="1"/>
          </p:cNvCxnSpPr>
          <p:nvPr/>
        </p:nvCxnSpPr>
        <p:spPr>
          <a:xfrm xmlns:a="http://schemas.openxmlformats.org/drawingml/2006/main">
            <a:off x="5200745" y="4229148"/>
            <a:ext cx="29518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3747"/>
            </a:solidFill>
            <a:prstDash val="solid"/>
            <a:tailEnd type="triangle" w="med" len="med"/>
          </a:ln>
        </p:spPr>
      </p:cxnSp>
      <p:sp>
        <p:nvSpPr>
          <p:cNvPr id="114" name="conference-conditioning-architecture-v2-79">
            <a:extLst xmlns:a="http://schemas.openxmlformats.org/drawingml/2006/main">
              <a:ext uri="{FF2B5EF4-FFF2-40B4-BE49-F238E27FC236}">
                <a16:creationId xmlns:a16="http://schemas.microsoft.com/office/drawing/2014/main" id="{79411FE9-EA35-4BF4-88A5-F6F173C2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486150"/>
            <a:ext cx="2409825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20955">
            <a:solidFill>
              <a:srgbClr val="527FAA"/>
            </a:solidFill>
            <a:prstDash val="solid"/>
          </a:ln>
        </p:spPr>
      </p:sp>
      <p:sp>
        <p:nvSpPr>
          <p:cNvPr id="115" name="conference-conditioning-architecture-v2-80">
            <a:extLst xmlns:a="http://schemas.openxmlformats.org/drawingml/2006/main">
              <a:ext uri="{FF2B5EF4-FFF2-40B4-BE49-F238E27FC236}">
                <a16:creationId xmlns:a16="http://schemas.microsoft.com/office/drawing/2014/main" id="{C4CDB8A6-8915-4D56-A639-95C6836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619500"/>
            <a:ext cx="2257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Interaction block 1</a:t>
            </a:r>
          </a:p>
        </p:txBody>
      </p:sp>
      <p:sp>
        <p:nvSpPr>
          <p:cNvPr id="116" name="conference-conditioning-architecture-v2-81">
            <a:extLst xmlns:a="http://schemas.openxmlformats.org/drawingml/2006/main">
              <a:ext uri="{FF2B5EF4-FFF2-40B4-BE49-F238E27FC236}">
                <a16:creationId xmlns:a16="http://schemas.microsoft.com/office/drawing/2014/main" id="{AC3CE46D-7118-4FB5-A857-81900F3D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671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117" name="conference-conditioning-architecture-v2-82">
            <a:extLst xmlns:a="http://schemas.openxmlformats.org/drawingml/2006/main">
              <a:ext uri="{FF2B5EF4-FFF2-40B4-BE49-F238E27FC236}">
                <a16:creationId xmlns:a16="http://schemas.microsoft.com/office/drawing/2014/main" id="{42EC9E2D-86DF-41F2-99A1-F4EE8B98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067175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Conditions</a:t>
            </a:r>
          </a:p>
        </p:txBody>
      </p:sp>
      <p:sp>
        <p:nvSpPr>
          <p:cNvPr id="118" name="conference-conditioning-architecture-v2-83">
            <a:extLst xmlns:a="http://schemas.openxmlformats.org/drawingml/2006/main">
              <a:ext uri="{FF2B5EF4-FFF2-40B4-BE49-F238E27FC236}">
                <a16:creationId xmlns:a16="http://schemas.microsoft.com/office/drawing/2014/main" id="{30A87F07-0A76-4ADA-A591-4DB9B595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429125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119" name="conference-conditioning-architecture-v2-84">
            <a:extLst xmlns:a="http://schemas.openxmlformats.org/drawingml/2006/main">
              <a:ext uri="{FF2B5EF4-FFF2-40B4-BE49-F238E27FC236}">
                <a16:creationId xmlns:a16="http://schemas.microsoft.com/office/drawing/2014/main" id="{CDFD49D2-4838-432D-8331-D2A93BC9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29125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120" name="conference-conditioning-architecture-v2-85">
            <a:extLst xmlns:a="http://schemas.openxmlformats.org/drawingml/2006/main">
              <a:ext uri="{FF2B5EF4-FFF2-40B4-BE49-F238E27FC236}">
                <a16:creationId xmlns:a16="http://schemas.microsoft.com/office/drawing/2014/main" id="{489EEAF9-5957-4F92-89FC-4A901C55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121" name="conference-conditioning-architecture-v2-86">
            <a:extLst xmlns:a="http://schemas.openxmlformats.org/drawingml/2006/main">
              <a:ext uri="{FF2B5EF4-FFF2-40B4-BE49-F238E27FC236}">
                <a16:creationId xmlns:a16="http://schemas.microsoft.com/office/drawing/2014/main" id="{76ECEE5F-7129-4969-A689-D6D1AB02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29125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122" name="conference-conditioning-architecture-v2-87">
            <a:extLst xmlns:a="http://schemas.openxmlformats.org/drawingml/2006/main">
              <a:ext uri="{FF2B5EF4-FFF2-40B4-BE49-F238E27FC236}">
                <a16:creationId xmlns:a16="http://schemas.microsoft.com/office/drawing/2014/main" id="{4F4175FA-2052-471F-A73A-25B62D25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429125"/>
            <a:ext cx="123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B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123" name="conference-conditioning-architecture-v2-88">
            <a:extLst xmlns:a="http://schemas.openxmlformats.org/drawingml/2006/main">
              <a:ext uri="{FF2B5EF4-FFF2-40B4-BE49-F238E27FC236}">
                <a16:creationId xmlns:a16="http://schemas.microsoft.com/office/drawing/2014/main" id="{32942C5A-94F1-4348-9BB3-0947FBB0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29125"/>
            <a:ext cx="123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D0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124" name="conference-conditioning-architecture-v2-89">
            <a:extLst xmlns:a="http://schemas.openxmlformats.org/drawingml/2006/main">
              <a:ext uri="{FF2B5EF4-FFF2-40B4-BE49-F238E27FC236}">
                <a16:creationId xmlns:a16="http://schemas.microsoft.com/office/drawing/2014/main" id="{41E33B4C-545C-4A77-8316-57153E5E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429125"/>
            <a:ext cx="123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F9D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125" name="conference-conditioning-architecture-v2-90">
            <a:extLst xmlns:a="http://schemas.openxmlformats.org/drawingml/2006/main">
              <a:ext uri="{FF2B5EF4-FFF2-40B4-BE49-F238E27FC236}">
                <a16:creationId xmlns:a16="http://schemas.microsoft.com/office/drawing/2014/main" id="{7C56F310-7838-4469-A68B-1C0F0CF5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429125"/>
            <a:ext cx="123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126" name="conference-conditioning-architecture-v2-91">
            <a:extLst xmlns:a="http://schemas.openxmlformats.org/drawingml/2006/main">
              <a:ext uri="{FF2B5EF4-FFF2-40B4-BE49-F238E27FC236}">
                <a16:creationId xmlns:a16="http://schemas.microsoft.com/office/drawing/2014/main" id="{C56082F2-089D-4EA5-8EB2-405A4BB4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429125"/>
            <a:ext cx="123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127" name="conference-conditioning-architecture-v2-92">
            <a:extLst xmlns:a="http://schemas.openxmlformats.org/drawingml/2006/main">
              <a:ext uri="{FF2B5EF4-FFF2-40B4-BE49-F238E27FC236}">
                <a16:creationId xmlns:a16="http://schemas.microsoft.com/office/drawing/2014/main" id="{993DB289-9291-42DF-8A71-A2BF6452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29125"/>
            <a:ext cx="123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128" name="conference-conditioning-architecture-v2-93">
            <a:extLst xmlns:a="http://schemas.openxmlformats.org/drawingml/2006/main">
              <a:ext uri="{FF2B5EF4-FFF2-40B4-BE49-F238E27FC236}">
                <a16:creationId xmlns:a16="http://schemas.microsoft.com/office/drawing/2014/main" id="{09665925-C336-450F-98EA-38C45C23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86150"/>
            <a:ext cx="2409825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DF3F8"/>
          </a:solidFill>
          <a:ln xmlns:a="http://schemas.openxmlformats.org/drawingml/2006/main" w="20955">
            <a:solidFill>
              <a:srgbClr val="527FAA"/>
            </a:solidFill>
            <a:prstDash val="solid"/>
          </a:ln>
        </p:spPr>
      </p:sp>
      <p:sp>
        <p:nvSpPr>
          <p:cNvPr id="129" name="conference-conditioning-architecture-v2-94">
            <a:extLst xmlns:a="http://schemas.openxmlformats.org/drawingml/2006/main">
              <a:ext uri="{FF2B5EF4-FFF2-40B4-BE49-F238E27FC236}">
                <a16:creationId xmlns:a16="http://schemas.microsoft.com/office/drawing/2014/main" id="{D87DCF52-9DF0-4CD4-881B-2932027C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19500"/>
            <a:ext cx="2257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Interaction block 2</a:t>
            </a:r>
          </a:p>
        </p:txBody>
      </p:sp>
      <p:sp>
        <p:nvSpPr>
          <p:cNvPr id="130" name="conference-conditioning-architecture-v2-95">
            <a:extLst xmlns:a="http://schemas.openxmlformats.org/drawingml/2006/main">
              <a:ext uri="{FF2B5EF4-FFF2-40B4-BE49-F238E27FC236}">
                <a16:creationId xmlns:a16="http://schemas.microsoft.com/office/drawing/2014/main" id="{A87B7CEE-C381-46A1-9967-D9DCBA1F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6717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131" name="conference-conditioning-architecture-v2-96">
            <a:extLst xmlns:a="http://schemas.openxmlformats.org/drawingml/2006/main">
              <a:ext uri="{FF2B5EF4-FFF2-40B4-BE49-F238E27FC236}">
                <a16:creationId xmlns:a16="http://schemas.microsoft.com/office/drawing/2014/main" id="{A3249433-38A2-47BA-8F09-D55F2018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67175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Conditions</a:t>
            </a:r>
          </a:p>
        </p:txBody>
      </p:sp>
      <p:sp>
        <p:nvSpPr>
          <p:cNvPr id="132" name="conference-conditioning-architecture-v2-97">
            <a:extLst xmlns:a="http://schemas.openxmlformats.org/drawingml/2006/main">
              <a:ext uri="{FF2B5EF4-FFF2-40B4-BE49-F238E27FC236}">
                <a16:creationId xmlns:a16="http://schemas.microsoft.com/office/drawing/2014/main" id="{4532EC76-C432-4EFF-8FB6-A584DF7A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429125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133" name="conference-conditioning-architecture-v2-98">
            <a:extLst xmlns:a="http://schemas.openxmlformats.org/drawingml/2006/main">
              <a:ext uri="{FF2B5EF4-FFF2-40B4-BE49-F238E27FC236}">
                <a16:creationId xmlns:a16="http://schemas.microsoft.com/office/drawing/2014/main" id="{102B6C27-6DAB-4CE5-92C3-FFC23AD6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429125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134" name="conference-conditioning-architecture-v2-99">
            <a:extLst xmlns:a="http://schemas.openxmlformats.org/drawingml/2006/main">
              <a:ext uri="{FF2B5EF4-FFF2-40B4-BE49-F238E27FC236}">
                <a16:creationId xmlns:a16="http://schemas.microsoft.com/office/drawing/2014/main" id="{E53B0698-021E-43D1-98D5-461C4722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429125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135" name="conference-conditioning-architecture-v2-100">
            <a:extLst xmlns:a="http://schemas.openxmlformats.org/drawingml/2006/main">
              <a:ext uri="{FF2B5EF4-FFF2-40B4-BE49-F238E27FC236}">
                <a16:creationId xmlns:a16="http://schemas.microsoft.com/office/drawing/2014/main" id="{6CC894FA-6ECE-41F9-9887-F85BB397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29125"/>
            <a:ext cx="133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136" name="conference-conditioning-architecture-v2-101">
            <a:extLst xmlns:a="http://schemas.openxmlformats.org/drawingml/2006/main">
              <a:ext uri="{FF2B5EF4-FFF2-40B4-BE49-F238E27FC236}">
                <a16:creationId xmlns:a16="http://schemas.microsoft.com/office/drawing/2014/main" id="{0AA93A42-D3A4-42BE-9C0B-9B9EB1AC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429125"/>
            <a:ext cx="123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B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137" name="conference-conditioning-architecture-v2-102">
            <a:extLst xmlns:a="http://schemas.openxmlformats.org/drawingml/2006/main">
              <a:ext uri="{FF2B5EF4-FFF2-40B4-BE49-F238E27FC236}">
                <a16:creationId xmlns:a16="http://schemas.microsoft.com/office/drawing/2014/main" id="{90E41026-A290-4929-8588-DD63A562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429125"/>
            <a:ext cx="123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D0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138" name="conference-conditioning-architecture-v2-103">
            <a:extLst xmlns:a="http://schemas.openxmlformats.org/drawingml/2006/main">
              <a:ext uri="{FF2B5EF4-FFF2-40B4-BE49-F238E27FC236}">
                <a16:creationId xmlns:a16="http://schemas.microsoft.com/office/drawing/2014/main" id="{E837419F-1C20-421A-A1E0-2D445F34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429125"/>
            <a:ext cx="123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F9D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139" name="conference-conditioning-architecture-v2-104">
            <a:extLst xmlns:a="http://schemas.openxmlformats.org/drawingml/2006/main">
              <a:ext uri="{FF2B5EF4-FFF2-40B4-BE49-F238E27FC236}">
                <a16:creationId xmlns:a16="http://schemas.microsoft.com/office/drawing/2014/main" id="{34A47A84-F2B9-40E3-ACA2-ABAC05A6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429125"/>
            <a:ext cx="123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140" name="conference-conditioning-architecture-v2-105">
            <a:extLst xmlns:a="http://schemas.openxmlformats.org/drawingml/2006/main">
              <a:ext uri="{FF2B5EF4-FFF2-40B4-BE49-F238E27FC236}">
                <a16:creationId xmlns:a16="http://schemas.microsoft.com/office/drawing/2014/main" id="{84998A66-FEEC-4C15-B780-62E7B391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429125"/>
            <a:ext cx="123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141" name="conference-conditioning-architecture-v2-106">
            <a:extLst xmlns:a="http://schemas.openxmlformats.org/drawingml/2006/main">
              <a:ext uri="{FF2B5EF4-FFF2-40B4-BE49-F238E27FC236}">
                <a16:creationId xmlns:a16="http://schemas.microsoft.com/office/drawing/2014/main" id="{E41D876C-9875-4BF2-9D69-F278A9D9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429125"/>
            <a:ext cx="1238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142" name="conference-conditioning-architecture-v2-107-start-1">
            <a:extLst xmlns:a="http://schemas.openxmlformats.org/drawingml/2006/main">
              <a:ext uri="{FF2B5EF4-FFF2-40B4-BE49-F238E27FC236}">
                <a16:creationId xmlns:a16="http://schemas.microsoft.com/office/drawing/2014/main" id="{42FE1559-FE74-4B0C-8A81-8915F9FC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229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conference-conditioning-architecture-v2-107-end-1">
            <a:extLst xmlns:a="http://schemas.openxmlformats.org/drawingml/2006/main">
              <a:ext uri="{FF2B5EF4-FFF2-40B4-BE49-F238E27FC236}">
                <a16:creationId xmlns:a16="http://schemas.microsoft.com/office/drawing/2014/main" id="{815648D2-D240-4384-B90A-DD342A1D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29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3" name=""/>
          <p:cNvCxnSpPr>
            <a:stCxn xmlns:a="http://schemas.openxmlformats.org/drawingml/2006/main" id="142" idx="3"/>
            <a:endCxn xmlns:a="http://schemas.openxmlformats.org/drawingml/2006/main" id="143" idx="1"/>
          </p:cNvCxnSpPr>
          <p:nvPr/>
        </p:nvCxnSpPr>
        <p:spPr>
          <a:xfrm xmlns:a="http://schemas.openxmlformats.org/drawingml/2006/main">
            <a:off x="8124920" y="4229148"/>
            <a:ext cx="23803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3747"/>
            </a:solidFill>
            <a:prstDash val="solid"/>
            <a:tailEnd type="triangle" w="med" len="med"/>
          </a:ln>
        </p:spPr>
      </p:cxnSp>
      <p:sp>
        <p:nvSpPr>
          <p:cNvPr id="145" name="conference-conditioning-architecture-v2-108-start-1">
            <a:extLst xmlns:a="http://schemas.openxmlformats.org/drawingml/2006/main">
              <a:ext uri="{FF2B5EF4-FFF2-40B4-BE49-F238E27FC236}">
                <a16:creationId xmlns:a16="http://schemas.microsoft.com/office/drawing/2014/main" id="{32DB49A0-4FC2-4AF1-A643-CD419969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229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6" name="conference-conditioning-architecture-v2-108-end-1">
            <a:extLst xmlns:a="http://schemas.openxmlformats.org/drawingml/2006/main">
              <a:ext uri="{FF2B5EF4-FFF2-40B4-BE49-F238E27FC236}">
                <a16:creationId xmlns:a16="http://schemas.microsoft.com/office/drawing/2014/main" id="{714D196B-55E7-46E4-96B9-C3C1CCA4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4229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6" name=""/>
          <p:cNvCxnSpPr>
            <a:stCxn xmlns:a="http://schemas.openxmlformats.org/drawingml/2006/main" id="145" idx="3"/>
            <a:endCxn xmlns:a="http://schemas.openxmlformats.org/drawingml/2006/main" id="146" idx="1"/>
          </p:cNvCxnSpPr>
          <p:nvPr/>
        </p:nvCxnSpPr>
        <p:spPr>
          <a:xfrm xmlns:a="http://schemas.openxmlformats.org/drawingml/2006/main">
            <a:off x="10972895" y="4229148"/>
            <a:ext cx="27613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3747"/>
            </a:solidFill>
            <a:prstDash val="solid"/>
            <a:tailEnd type="triangle" w="med" len="med"/>
          </a:ln>
        </p:spPr>
      </p:cxnSp>
      <p:sp>
        <p:nvSpPr>
          <p:cNvPr id="148" name="conference-conditioning-architecture-v2-109">
            <a:extLst xmlns:a="http://schemas.openxmlformats.org/drawingml/2006/main">
              <a:ext uri="{FF2B5EF4-FFF2-40B4-BE49-F238E27FC236}">
                <a16:creationId xmlns:a16="http://schemas.microsoft.com/office/drawing/2014/main" id="{A6FFCA7D-6E43-407F-A0DE-70E50358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600450"/>
            <a:ext cx="1466850" cy="1257300"/>
          </a:xfrm>
          <a:custGeom xmlns:a="http://schemas.openxmlformats.org/drawingml/2006/main">
            <a:pathLst>
              <a:path w="1466850" h="1257300">
                <a:moveTo>
                  <a:pt x="0" y="251460"/>
                </a:moveTo>
                <a:lnTo>
                  <a:pt x="1466850" y="0"/>
                </a:lnTo>
                <a:lnTo>
                  <a:pt x="1466850" y="1257300"/>
                </a:lnTo>
                <a:lnTo>
                  <a:pt x="0" y="1005840"/>
                </a:lnTo>
                <a:close/>
              </a:path>
            </a:pathLst>
          </a:custGeom>
          <a:solidFill xmlns:a="http://schemas.openxmlformats.org/drawingml/2006/main">
            <a:srgbClr val="D9ECE5"/>
          </a:solidFill>
          <a:ln xmlns:a="http://schemas.openxmlformats.org/drawingml/2006/main" w="19050">
            <a:solidFill>
              <a:srgbClr val="4A9086"/>
            </a:solidFill>
            <a:prstDash val="solid"/>
          </a:ln>
        </p:spPr>
      </p:sp>
      <p:sp>
        <p:nvSpPr>
          <p:cNvPr id="149" name="conference-conditioning-architecture-v2-110">
            <a:extLst xmlns:a="http://schemas.openxmlformats.org/drawingml/2006/main">
              <a:ext uri="{FF2B5EF4-FFF2-40B4-BE49-F238E27FC236}">
                <a16:creationId xmlns:a16="http://schemas.microsoft.com/office/drawing/2014/main" id="{34C8B263-1449-4DFD-8BBA-BE6B9E4B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053078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50" name="conference-conditioning-architecture-v2-111">
            <a:extLst xmlns:a="http://schemas.openxmlformats.org/drawingml/2006/main">
              <a:ext uri="{FF2B5EF4-FFF2-40B4-BE49-F238E27FC236}">
                <a16:creationId xmlns:a16="http://schemas.microsoft.com/office/drawing/2014/main" id="{C30EE23C-6552-4145-9EE5-CD8D78D9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0038" y="4505706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7620">
            <a:solidFill>
              <a:srgbClr val="4A9086"/>
            </a:solidFill>
            <a:prstDash val="solid"/>
          </a:ln>
        </p:spPr>
      </p:sp>
      <p:sp>
        <p:nvSpPr>
          <p:cNvPr id="151" name="conference-conditioning-architecture-v2-112">
            <a:extLst xmlns:a="http://schemas.openxmlformats.org/drawingml/2006/main">
              <a:ext uri="{FF2B5EF4-FFF2-40B4-BE49-F238E27FC236}">
                <a16:creationId xmlns:a16="http://schemas.microsoft.com/office/drawing/2014/main" id="{6516BF25-1463-4446-869F-9EDBFBAE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2913" y="4505706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7620">
            <a:solidFill>
              <a:srgbClr val="4A9086"/>
            </a:solidFill>
            <a:prstDash val="solid"/>
          </a:ln>
        </p:spPr>
      </p:sp>
      <p:sp>
        <p:nvSpPr>
          <p:cNvPr id="152" name="conference-conditioning-architecture-v2-113">
            <a:extLst xmlns:a="http://schemas.openxmlformats.org/drawingml/2006/main">
              <a:ext uri="{FF2B5EF4-FFF2-40B4-BE49-F238E27FC236}">
                <a16:creationId xmlns:a16="http://schemas.microsoft.com/office/drawing/2014/main" id="{46DC67CE-E827-4A32-B20F-77640D05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5788" y="4505706"/>
            <a:ext cx="76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7620">
            <a:solidFill>
              <a:srgbClr val="4A9086"/>
            </a:solidFill>
            <a:prstDash val="solid"/>
          </a:ln>
        </p:spPr>
      </p:sp>
      <p:sp>
        <p:nvSpPr>
          <p:cNvPr id="153" name="conference-conditioning-architecture-v2-114-start-1">
            <a:extLst xmlns:a="http://schemas.openxmlformats.org/drawingml/2006/main">
              <a:ext uri="{FF2B5EF4-FFF2-40B4-BE49-F238E27FC236}">
                <a16:creationId xmlns:a16="http://schemas.microsoft.com/office/drawing/2014/main" id="{ED08C0DA-C52F-4D34-9A88-C6D2FD0C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4229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4" name="conference-conditioning-architecture-v2-114-end-1">
            <a:extLst xmlns:a="http://schemas.openxmlformats.org/drawingml/2006/main">
              <a:ext uri="{FF2B5EF4-FFF2-40B4-BE49-F238E27FC236}">
                <a16:creationId xmlns:a16="http://schemas.microsoft.com/office/drawing/2014/main" id="{7B59B7BD-823E-4148-90B2-FC639469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229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4" name=""/>
          <p:cNvCxnSpPr>
            <a:stCxn xmlns:a="http://schemas.openxmlformats.org/drawingml/2006/main" id="153" idx="3"/>
            <a:endCxn xmlns:a="http://schemas.openxmlformats.org/drawingml/2006/main" id="154" idx="1"/>
          </p:cNvCxnSpPr>
          <p:nvPr/>
        </p:nvCxnSpPr>
        <p:spPr>
          <a:xfrm xmlns:a="http://schemas.openxmlformats.org/drawingml/2006/main">
            <a:off x="12915995" y="4229148"/>
            <a:ext cx="32375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A9086"/>
            </a:solidFill>
            <a:prstDash val="dash"/>
            <a:tailEnd type="triangle" w="med" len="med"/>
          </a:ln>
        </p:spPr>
      </p:cxnSp>
      <p:sp>
        <p:nvSpPr>
          <p:cNvPr id="156" name="conference-conditioning-architecture-v2-115">
            <a:extLst xmlns:a="http://schemas.openxmlformats.org/drawingml/2006/main">
              <a:ext uri="{FF2B5EF4-FFF2-40B4-BE49-F238E27FC236}">
                <a16:creationId xmlns:a16="http://schemas.microsoft.com/office/drawing/2014/main" id="{78A0FCCF-4A38-461F-8266-4E177728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36957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conference-conditioning-architecture-v2-116">
            <a:extLst xmlns:a="http://schemas.openxmlformats.org/drawingml/2006/main">
              <a:ext uri="{FF2B5EF4-FFF2-40B4-BE49-F238E27FC236}">
                <a16:creationId xmlns:a16="http://schemas.microsoft.com/office/drawing/2014/main" id="{37165000-8FA1-4A61-A428-3AE599F2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36957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conference-conditioning-architecture-v2-117">
            <a:extLst xmlns:a="http://schemas.openxmlformats.org/drawingml/2006/main">
              <a:ext uri="{FF2B5EF4-FFF2-40B4-BE49-F238E27FC236}">
                <a16:creationId xmlns:a16="http://schemas.microsoft.com/office/drawing/2014/main" id="{224C583C-3DEC-4B00-819D-376E115E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36957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conference-conditioning-architecture-v2-118">
            <a:extLst xmlns:a="http://schemas.openxmlformats.org/drawingml/2006/main">
              <a:ext uri="{FF2B5EF4-FFF2-40B4-BE49-F238E27FC236}">
                <a16:creationId xmlns:a16="http://schemas.microsoft.com/office/drawing/2014/main" id="{89565A18-658D-4DC2-9494-18CCA00E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36957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conference-conditioning-architecture-v2-119">
            <a:extLst xmlns:a="http://schemas.openxmlformats.org/drawingml/2006/main">
              <a:ext uri="{FF2B5EF4-FFF2-40B4-BE49-F238E27FC236}">
                <a16:creationId xmlns:a16="http://schemas.microsoft.com/office/drawing/2014/main" id="{0C5C1D39-3E77-48F2-9833-3E8F4ECF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36957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conference-conditioning-architecture-v2-120">
            <a:extLst xmlns:a="http://schemas.openxmlformats.org/drawingml/2006/main">
              <a:ext uri="{FF2B5EF4-FFF2-40B4-BE49-F238E27FC236}">
                <a16:creationId xmlns:a16="http://schemas.microsoft.com/office/drawing/2014/main" id="{AA0116E2-852A-485B-A2B4-0A92DA22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39147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conference-conditioning-architecture-v2-121">
            <a:extLst xmlns:a="http://schemas.openxmlformats.org/drawingml/2006/main">
              <a:ext uri="{FF2B5EF4-FFF2-40B4-BE49-F238E27FC236}">
                <a16:creationId xmlns:a16="http://schemas.microsoft.com/office/drawing/2014/main" id="{49B49BB4-7CC7-46DB-8DAB-4EDA8101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39147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conference-conditioning-architecture-v2-122">
            <a:extLst xmlns:a="http://schemas.openxmlformats.org/drawingml/2006/main">
              <a:ext uri="{FF2B5EF4-FFF2-40B4-BE49-F238E27FC236}">
                <a16:creationId xmlns:a16="http://schemas.microsoft.com/office/drawing/2014/main" id="{4E3DE3AC-51D8-4303-9BDF-BA01D019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39147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conference-conditioning-architecture-v2-123">
            <a:extLst xmlns:a="http://schemas.openxmlformats.org/drawingml/2006/main">
              <a:ext uri="{FF2B5EF4-FFF2-40B4-BE49-F238E27FC236}">
                <a16:creationId xmlns:a16="http://schemas.microsoft.com/office/drawing/2014/main" id="{BD51872A-DA15-47B8-AAE4-4B3CBF53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39147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conference-conditioning-architecture-v2-124">
            <a:extLst xmlns:a="http://schemas.openxmlformats.org/drawingml/2006/main">
              <a:ext uri="{FF2B5EF4-FFF2-40B4-BE49-F238E27FC236}">
                <a16:creationId xmlns:a16="http://schemas.microsoft.com/office/drawing/2014/main" id="{55B181C0-9F5C-4B12-A09E-95ED6BB6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391477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conference-conditioning-architecture-v2-125">
            <a:extLst xmlns:a="http://schemas.openxmlformats.org/drawingml/2006/main">
              <a:ext uri="{FF2B5EF4-FFF2-40B4-BE49-F238E27FC236}">
                <a16:creationId xmlns:a16="http://schemas.microsoft.com/office/drawing/2014/main" id="{BBFF5F7E-C876-4147-ADC7-56966AF6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41338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conference-conditioning-architecture-v2-126">
            <a:extLst xmlns:a="http://schemas.openxmlformats.org/drawingml/2006/main">
              <a:ext uri="{FF2B5EF4-FFF2-40B4-BE49-F238E27FC236}">
                <a16:creationId xmlns:a16="http://schemas.microsoft.com/office/drawing/2014/main" id="{E2FE8946-D292-4EA1-98CB-545D5568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1338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conference-conditioning-architecture-v2-127">
            <a:extLst xmlns:a="http://schemas.openxmlformats.org/drawingml/2006/main">
              <a:ext uri="{FF2B5EF4-FFF2-40B4-BE49-F238E27FC236}">
                <a16:creationId xmlns:a16="http://schemas.microsoft.com/office/drawing/2014/main" id="{9F4FF091-761F-4BE3-B974-04B35F8B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41338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conference-conditioning-architecture-v2-128">
            <a:extLst xmlns:a="http://schemas.openxmlformats.org/drawingml/2006/main">
              <a:ext uri="{FF2B5EF4-FFF2-40B4-BE49-F238E27FC236}">
                <a16:creationId xmlns:a16="http://schemas.microsoft.com/office/drawing/2014/main" id="{D0D674BC-CC5C-49F4-9508-EE1938EB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1338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conference-conditioning-architecture-v2-129">
            <a:extLst xmlns:a="http://schemas.openxmlformats.org/drawingml/2006/main">
              <a:ext uri="{FF2B5EF4-FFF2-40B4-BE49-F238E27FC236}">
                <a16:creationId xmlns:a16="http://schemas.microsoft.com/office/drawing/2014/main" id="{67D5251D-842D-4E46-921A-9B5B3F58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413385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conference-conditioning-architecture-v2-130">
            <a:extLst xmlns:a="http://schemas.openxmlformats.org/drawingml/2006/main">
              <a:ext uri="{FF2B5EF4-FFF2-40B4-BE49-F238E27FC236}">
                <a16:creationId xmlns:a16="http://schemas.microsoft.com/office/drawing/2014/main" id="{B4EBA4EF-C359-4C0A-A998-29E29311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43529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conference-conditioning-architecture-v2-131">
            <a:extLst xmlns:a="http://schemas.openxmlformats.org/drawingml/2006/main">
              <a:ext uri="{FF2B5EF4-FFF2-40B4-BE49-F238E27FC236}">
                <a16:creationId xmlns:a16="http://schemas.microsoft.com/office/drawing/2014/main" id="{F6FDA322-EB4C-4CD0-A919-377DCB72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3529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conference-conditioning-architecture-v2-132">
            <a:extLst xmlns:a="http://schemas.openxmlformats.org/drawingml/2006/main">
              <a:ext uri="{FF2B5EF4-FFF2-40B4-BE49-F238E27FC236}">
                <a16:creationId xmlns:a16="http://schemas.microsoft.com/office/drawing/2014/main" id="{2764A2DD-D97B-421D-9341-E0BB6EBE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43529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conference-conditioning-architecture-v2-133">
            <a:extLst xmlns:a="http://schemas.openxmlformats.org/drawingml/2006/main">
              <a:ext uri="{FF2B5EF4-FFF2-40B4-BE49-F238E27FC236}">
                <a16:creationId xmlns:a16="http://schemas.microsoft.com/office/drawing/2014/main" id="{15E37CFF-CF59-457B-BA95-370DB4B80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3529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conference-conditioning-architecture-v2-134">
            <a:extLst xmlns:a="http://schemas.openxmlformats.org/drawingml/2006/main">
              <a:ext uri="{FF2B5EF4-FFF2-40B4-BE49-F238E27FC236}">
                <a16:creationId xmlns:a16="http://schemas.microsoft.com/office/drawing/2014/main" id="{7959A551-FB39-4610-AD9E-C9531BCF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4352925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conference-conditioning-architecture-v2-135">
            <a:extLst xmlns:a="http://schemas.openxmlformats.org/drawingml/2006/main">
              <a:ext uri="{FF2B5EF4-FFF2-40B4-BE49-F238E27FC236}">
                <a16:creationId xmlns:a16="http://schemas.microsoft.com/office/drawing/2014/main" id="{8A57FED9-D6AF-451E-8961-5676D71C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1675" y="45720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conference-conditioning-architecture-v2-136">
            <a:extLst xmlns:a="http://schemas.openxmlformats.org/drawingml/2006/main">
              <a:ext uri="{FF2B5EF4-FFF2-40B4-BE49-F238E27FC236}">
                <a16:creationId xmlns:a16="http://schemas.microsoft.com/office/drawing/2014/main" id="{9C35F71D-2AC1-4338-8495-9012E637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45720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2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conference-conditioning-architecture-v2-137">
            <a:extLst xmlns:a="http://schemas.openxmlformats.org/drawingml/2006/main">
              <a:ext uri="{FF2B5EF4-FFF2-40B4-BE49-F238E27FC236}">
                <a16:creationId xmlns:a16="http://schemas.microsoft.com/office/drawing/2014/main" id="{0E74951A-3CFD-472C-867B-433E7AC4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45720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90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conference-conditioning-architecture-v2-138">
            <a:extLst xmlns:a="http://schemas.openxmlformats.org/drawingml/2006/main">
              <a:ext uri="{FF2B5EF4-FFF2-40B4-BE49-F238E27FC236}">
                <a16:creationId xmlns:a16="http://schemas.microsoft.com/office/drawing/2014/main" id="{FA2E2776-7E5C-49CC-A55F-3CF20662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45720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conference-conditioning-architecture-v2-139">
            <a:extLst xmlns:a="http://schemas.openxmlformats.org/drawingml/2006/main">
              <a:ext uri="{FF2B5EF4-FFF2-40B4-BE49-F238E27FC236}">
                <a16:creationId xmlns:a16="http://schemas.microsoft.com/office/drawing/2014/main" id="{2CC28095-E6A8-4C3F-9621-3EF45D13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77975" y="4572000"/>
            <a:ext cx="2000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conference-conditioning-architecture-v2-140">
            <a:extLst xmlns:a="http://schemas.openxmlformats.org/drawingml/2006/main">
              <a:ext uri="{FF2B5EF4-FFF2-40B4-BE49-F238E27FC236}">
                <a16:creationId xmlns:a16="http://schemas.microsoft.com/office/drawing/2014/main" id="{86D506BC-E27D-4301-AAC3-D7B533D5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8775" y="3238500"/>
            <a:ext cx="1800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Predicted profile</a:t>
            </a:r>
          </a:p>
        </p:txBody>
      </p:sp>
      <p:sp>
        <p:nvSpPr>
          <p:cNvPr id="182" name="conference-conditioning-architecture-v2-141">
            <a:extLst xmlns:a="http://schemas.openxmlformats.org/drawingml/2006/main">
              <a:ext uri="{FF2B5EF4-FFF2-40B4-BE49-F238E27FC236}">
                <a16:creationId xmlns:a16="http://schemas.microsoft.com/office/drawing/2014/main" id="{0A5887BC-5047-4573-B1EC-93BE3ECB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2286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3EFF8"/>
          </a:solidFill>
          <a:ln xmlns:a="http://schemas.openxmlformats.org/drawingml/2006/main" w="14288">
            <a:solidFill>
              <a:srgbClr val="9380B4"/>
            </a:solidFill>
            <a:prstDash val="solid"/>
          </a:ln>
        </p:spPr>
      </p:sp>
      <p:sp>
        <p:nvSpPr>
          <p:cNvPr id="183" name="conference-conditioning-architecture-v2-142">
            <a:extLst xmlns:a="http://schemas.openxmlformats.org/drawingml/2006/main">
              <a:ext uri="{FF2B5EF4-FFF2-40B4-BE49-F238E27FC236}">
                <a16:creationId xmlns:a16="http://schemas.microsoft.com/office/drawing/2014/main" id="{4F3AED03-F6F7-43ED-9882-A1E69C65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Observed response</a:t>
            </a:r>
          </a:p>
        </p:txBody>
      </p:sp>
      <p:sp>
        <p:nvSpPr>
          <p:cNvPr id="184" name="conference-conditioning-architecture-v2-143-start-1">
            <a:extLst xmlns:a="http://schemas.openxmlformats.org/drawingml/2006/main">
              <a:ext uri="{FF2B5EF4-FFF2-40B4-BE49-F238E27FC236}">
                <a16:creationId xmlns:a16="http://schemas.microsoft.com/office/drawing/2014/main" id="{53E01594-4CBD-4508-AFA5-155D0A2C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715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5" name="conference-conditioning-architecture-v2-143-end-1">
            <a:extLst xmlns:a="http://schemas.openxmlformats.org/drawingml/2006/main">
              <a:ext uri="{FF2B5EF4-FFF2-40B4-BE49-F238E27FC236}">
                <a16:creationId xmlns:a16="http://schemas.microsoft.com/office/drawing/2014/main" id="{9AFDE729-48CC-403A-A177-1CFFFD81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4425" y="57150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5" name=""/>
          <p:cNvCxnSpPr>
            <a:stCxn xmlns:a="http://schemas.openxmlformats.org/drawingml/2006/main" id="184" idx="3"/>
            <a:endCxn xmlns:a="http://schemas.openxmlformats.org/drawingml/2006/main" id="185" idx="1"/>
          </p:cNvCxnSpPr>
          <p:nvPr/>
        </p:nvCxnSpPr>
        <p:spPr>
          <a:xfrm xmlns:a="http://schemas.openxmlformats.org/drawingml/2006/main">
            <a:off x="2990945" y="5715048"/>
            <a:ext cx="955348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80B4"/>
            </a:solidFill>
            <a:prstDash val="dash"/>
            <a:tailEnd type="triangle" w="med" len="med"/>
          </a:ln>
        </p:spPr>
      </p:cxnSp>
      <p:sp>
        <p:nvSpPr>
          <p:cNvPr id="187" name="conference-conditioning-architecture-v2-144">
            <a:extLst xmlns:a="http://schemas.openxmlformats.org/drawingml/2006/main">
              <a:ext uri="{FF2B5EF4-FFF2-40B4-BE49-F238E27FC236}">
                <a16:creationId xmlns:a16="http://schemas.microsoft.com/office/drawing/2014/main" id="{6F48A7FF-E15D-4D45-BC03-A2F1A708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372100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Training only</a:t>
            </a:r>
          </a:p>
        </p:txBody>
      </p:sp>
      <p:sp>
        <p:nvSpPr>
          <p:cNvPr id="188" name="conference-conditioning-architecture-v2-145">
            <a:extLst xmlns:a="http://schemas.openxmlformats.org/drawingml/2006/main">
              <a:ext uri="{FF2B5EF4-FFF2-40B4-BE49-F238E27FC236}">
                <a16:creationId xmlns:a16="http://schemas.microsoft.com/office/drawing/2014/main" id="{C7C5C128-BA58-4E49-A875-83C11617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467350"/>
            <a:ext cx="2038350" cy="50482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CF5F2"/>
          </a:solidFill>
          <a:ln xmlns:a="http://schemas.openxmlformats.org/drawingml/2006/main" w="14288">
            <a:solidFill>
              <a:srgbClr val="4A9086"/>
            </a:solidFill>
            <a:prstDash val="solid"/>
          </a:ln>
        </p:spPr>
      </p:sp>
      <p:sp>
        <p:nvSpPr>
          <p:cNvPr id="189" name="conference-conditioning-architecture-v2-146">
            <a:extLst xmlns:a="http://schemas.openxmlformats.org/drawingml/2006/main">
              <a:ext uri="{FF2B5EF4-FFF2-40B4-BE49-F238E27FC236}">
                <a16:creationId xmlns:a16="http://schemas.microsoft.com/office/drawing/2014/main" id="{B3DF6F0C-BFA0-4BDC-8C9B-FB96BE79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5534025"/>
            <a:ext cx="1885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Reconstruction loss</a:t>
            </a:r>
          </a:p>
        </p:txBody>
      </p:sp>
      <p:sp>
        <p:nvSpPr>
          <p:cNvPr id="190" name="conference-conditioning-architecture-v2-147-start-1">
            <a:extLst xmlns:a="http://schemas.openxmlformats.org/drawingml/2006/main">
              <a:ext uri="{FF2B5EF4-FFF2-40B4-BE49-F238E27FC236}">
                <a16:creationId xmlns:a16="http://schemas.microsoft.com/office/drawing/2014/main" id="{293BBB83-2F1C-4E15-8659-314A4078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48672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1" name="conference-conditioning-architecture-v2-147-end-1">
            <a:extLst xmlns:a="http://schemas.openxmlformats.org/drawingml/2006/main">
              <a:ext uri="{FF2B5EF4-FFF2-40B4-BE49-F238E27FC236}">
                <a16:creationId xmlns:a16="http://schemas.microsoft.com/office/drawing/2014/main" id="{DADDB75E-770F-4EB8-8715-57AD79C0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5353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1" name=""/>
          <p:cNvCxnSpPr>
            <a:stCxn xmlns:a="http://schemas.openxmlformats.org/drawingml/2006/main" id="190" idx="2"/>
            <a:endCxn xmlns:a="http://schemas.openxmlformats.org/drawingml/2006/main" id="191" idx="0"/>
          </p:cNvCxnSpPr>
          <p:nvPr/>
        </p:nvCxnSpPr>
        <p:spPr>
          <a:xfrm xmlns:a="http://schemas.openxmlformats.org/drawingml/2006/main">
            <a:off x="13954173" y="4867370"/>
            <a:ext cx="0" cy="4856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A9086"/>
            </a:solidFill>
            <a:prstDash val="dash"/>
            <a:tailEnd type="triangle" w="med" len="med"/>
          </a:ln>
        </p:spPr>
      </p:cxnSp>
      <p:sp>
        <p:nvSpPr>
          <p:cNvPr id="193" name="conference-conditioning-architecture-v2-148-start-1">
            <a:extLst xmlns:a="http://schemas.openxmlformats.org/drawingml/2006/main">
              <a:ext uri="{FF2B5EF4-FFF2-40B4-BE49-F238E27FC236}">
                <a16:creationId xmlns:a16="http://schemas.microsoft.com/office/drawing/2014/main" id="{E7498D80-6780-4086-85B3-9D22F1D3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34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4" name="conference-conditioning-architecture-v2-148-end-1">
            <a:extLst xmlns:a="http://schemas.openxmlformats.org/drawingml/2006/main">
              <a:ext uri="{FF2B5EF4-FFF2-40B4-BE49-F238E27FC236}">
                <a16:creationId xmlns:a16="http://schemas.microsoft.com/office/drawing/2014/main" id="{392A6317-9AF4-4E66-9AF3-EFBB01D4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63341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4" name=""/>
          <p:cNvCxnSpPr>
            <a:stCxn xmlns:a="http://schemas.openxmlformats.org/drawingml/2006/main" id="193" idx="3"/>
            <a:endCxn xmlns:a="http://schemas.openxmlformats.org/drawingml/2006/main" id="194" idx="1"/>
          </p:cNvCxnSpPr>
          <p:nvPr/>
        </p:nvCxnSpPr>
        <p:spPr>
          <a:xfrm xmlns:a="http://schemas.openxmlformats.org/drawingml/2006/main">
            <a:off x="523970" y="6334173"/>
            <a:ext cx="1419215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CD8E0"/>
            </a:solidFill>
            <a:prstDash val="solid"/>
          </a:ln>
        </p:spPr>
      </p:cxnSp>
      <p:sp>
        <p:nvSpPr>
          <p:cNvPr id="196" name="conference-conditioning-architecture-v2-149-start-1">
            <a:extLst xmlns:a="http://schemas.openxmlformats.org/drawingml/2006/main">
              <a:ext uri="{FF2B5EF4-FFF2-40B4-BE49-F238E27FC236}">
                <a16:creationId xmlns:a16="http://schemas.microsoft.com/office/drawing/2014/main" id="{8FDFEC7A-227A-465D-A88A-EEC5619E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66008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7" name="conference-conditioning-architecture-v2-149-end-1">
            <a:extLst xmlns:a="http://schemas.openxmlformats.org/drawingml/2006/main">
              <a:ext uri="{FF2B5EF4-FFF2-40B4-BE49-F238E27FC236}">
                <a16:creationId xmlns:a16="http://schemas.microsoft.com/office/drawing/2014/main" id="{6875221F-D683-4F93-8180-18123676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880110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7" name=""/>
          <p:cNvCxnSpPr>
            <a:stCxn xmlns:a="http://schemas.openxmlformats.org/drawingml/2006/main" id="196" idx="2"/>
            <a:endCxn xmlns:a="http://schemas.openxmlformats.org/drawingml/2006/main" id="197" idx="0"/>
          </p:cNvCxnSpPr>
          <p:nvPr/>
        </p:nvCxnSpPr>
        <p:spPr>
          <a:xfrm xmlns:a="http://schemas.openxmlformats.org/drawingml/2006/main">
            <a:off x="9991773" y="6600920"/>
            <a:ext cx="0" cy="220018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CD8E0"/>
            </a:solidFill>
            <a:prstDash val="solid"/>
          </a:ln>
        </p:spPr>
      </p:cxnSp>
      <p:sp>
        <p:nvSpPr>
          <p:cNvPr id="199" name="conference-conditioning-architecture-v2-150">
            <a:extLst xmlns:a="http://schemas.openxmlformats.org/drawingml/2006/main">
              <a:ext uri="{FF2B5EF4-FFF2-40B4-BE49-F238E27FC236}">
                <a16:creationId xmlns:a16="http://schemas.microsoft.com/office/drawing/2014/main" id="{98824BD2-FBDF-45BA-B9CE-9908D6A9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534150"/>
            <a:ext cx="9182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Inside one interaction block</a:t>
            </a:r>
          </a:p>
        </p:txBody>
      </p:sp>
      <p:sp>
        <p:nvSpPr>
          <p:cNvPr id="200" name="conference-conditioning-architecture-v2-151">
            <a:extLst xmlns:a="http://schemas.openxmlformats.org/drawingml/2006/main">
              <a:ext uri="{FF2B5EF4-FFF2-40B4-BE49-F238E27FC236}">
                <a16:creationId xmlns:a16="http://schemas.microsoft.com/office/drawing/2014/main" id="{CE5C08D7-C505-4713-AAA2-1F1FDFB2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7000875"/>
            <a:ext cx="2324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Condition tokens</a:t>
            </a:r>
          </a:p>
        </p:txBody>
      </p:sp>
      <p:sp>
        <p:nvSpPr>
          <p:cNvPr id="201" name="conference-conditioning-architecture-v2-152">
            <a:extLst xmlns:a="http://schemas.openxmlformats.org/drawingml/2006/main">
              <a:ext uri="{FF2B5EF4-FFF2-40B4-BE49-F238E27FC236}">
                <a16:creationId xmlns:a16="http://schemas.microsoft.com/office/drawing/2014/main" id="{282B659B-B797-44E5-95F2-281F1374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381875"/>
            <a:ext cx="133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6EB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202" name="conference-conditioning-architecture-v2-153">
            <a:extLst xmlns:a="http://schemas.openxmlformats.org/drawingml/2006/main">
              <a:ext uri="{FF2B5EF4-FFF2-40B4-BE49-F238E27FC236}">
                <a16:creationId xmlns:a16="http://schemas.microsoft.com/office/drawing/2014/main" id="{468E2DB4-4D27-4D95-AC9F-D3630571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7381875"/>
            <a:ext cx="133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D0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203" name="conference-conditioning-architecture-v2-154">
            <a:extLst xmlns:a="http://schemas.openxmlformats.org/drawingml/2006/main">
              <a:ext uri="{FF2B5EF4-FFF2-40B4-BE49-F238E27FC236}">
                <a16:creationId xmlns:a16="http://schemas.microsoft.com/office/drawing/2014/main" id="{A8FF28F1-5166-47A7-A336-3A62F5AA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7381875"/>
            <a:ext cx="133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CF9D"/>
          </a:solidFill>
          <a:ln xmlns:a="http://schemas.openxmlformats.org/drawingml/2006/main" w="7620">
            <a:solidFill>
              <a:srgbClr val="C99950"/>
            </a:solidFill>
            <a:prstDash val="solid"/>
          </a:ln>
        </p:spPr>
      </p:sp>
      <p:sp>
        <p:nvSpPr>
          <p:cNvPr id="204" name="conference-conditioning-architecture-v2-155">
            <a:extLst xmlns:a="http://schemas.openxmlformats.org/drawingml/2006/main">
              <a:ext uri="{FF2B5EF4-FFF2-40B4-BE49-F238E27FC236}">
                <a16:creationId xmlns:a16="http://schemas.microsoft.com/office/drawing/2014/main" id="{D321D99E-5189-4DA4-9455-1ECACA28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7381875"/>
            <a:ext cx="133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205" name="conference-conditioning-architecture-v2-156">
            <a:extLst xmlns:a="http://schemas.openxmlformats.org/drawingml/2006/main">
              <a:ext uri="{FF2B5EF4-FFF2-40B4-BE49-F238E27FC236}">
                <a16:creationId xmlns:a16="http://schemas.microsoft.com/office/drawing/2014/main" id="{BEE4881E-5AFB-4919-B4A2-CFBF0950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7381875"/>
            <a:ext cx="133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BF1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206" name="conference-conditioning-architecture-v2-157">
            <a:extLst xmlns:a="http://schemas.openxmlformats.org/drawingml/2006/main">
              <a:ext uri="{FF2B5EF4-FFF2-40B4-BE49-F238E27FC236}">
                <a16:creationId xmlns:a16="http://schemas.microsoft.com/office/drawing/2014/main" id="{FC091E3E-7543-4B12-BF00-6C2CA453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7381875"/>
            <a:ext cx="1333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7620">
            <a:solidFill>
              <a:srgbClr val="9380B4"/>
            </a:solidFill>
            <a:prstDash val="solid"/>
          </a:ln>
        </p:spPr>
      </p:sp>
      <p:sp>
        <p:nvSpPr>
          <p:cNvPr id="207" name="conference-conditioning-architecture-v2-158-start-1">
            <a:extLst xmlns:a="http://schemas.openxmlformats.org/drawingml/2006/main">
              <a:ext uri="{FF2B5EF4-FFF2-40B4-BE49-F238E27FC236}">
                <a16:creationId xmlns:a16="http://schemas.microsoft.com/office/drawing/2014/main" id="{7C47690B-467C-4504-BA89-8D2D43E7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6390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8" name="conference-conditioning-architecture-v2-158-end-1">
            <a:extLst xmlns:a="http://schemas.openxmlformats.org/drawingml/2006/main">
              <a:ext uri="{FF2B5EF4-FFF2-40B4-BE49-F238E27FC236}">
                <a16:creationId xmlns:a16="http://schemas.microsoft.com/office/drawing/2014/main" id="{8E4A5233-DA89-4427-B354-EF5767F9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87717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8" name=""/>
          <p:cNvCxnSpPr>
            <a:stCxn xmlns:a="http://schemas.openxmlformats.org/drawingml/2006/main" id="207" idx="2"/>
            <a:endCxn xmlns:a="http://schemas.openxmlformats.org/drawingml/2006/main" id="208" idx="0"/>
          </p:cNvCxnSpPr>
          <p:nvPr/>
        </p:nvCxnSpPr>
        <p:spPr>
          <a:xfrm xmlns:a="http://schemas.openxmlformats.org/drawingml/2006/main">
            <a:off x="3476673" y="7639145"/>
            <a:ext cx="0" cy="23803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80B4"/>
            </a:solidFill>
            <a:prstDash val="dash"/>
            <a:tailEnd type="triangle" w="med" len="med"/>
          </a:ln>
        </p:spPr>
      </p:cxnSp>
      <p:sp>
        <p:nvSpPr>
          <p:cNvPr id="210" name="conference-conditioning-architecture-v2-159">
            <a:extLst xmlns:a="http://schemas.openxmlformats.org/drawingml/2006/main">
              <a:ext uri="{FF2B5EF4-FFF2-40B4-BE49-F238E27FC236}">
                <a16:creationId xmlns:a16="http://schemas.microsoft.com/office/drawing/2014/main" id="{6480EC2F-5810-4763-A13B-825D8A14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8010525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211" name="conference-conditioning-architecture-v2-160">
            <a:extLst xmlns:a="http://schemas.openxmlformats.org/drawingml/2006/main">
              <a:ext uri="{FF2B5EF4-FFF2-40B4-BE49-F238E27FC236}">
                <a16:creationId xmlns:a16="http://schemas.microsoft.com/office/drawing/2014/main" id="{1E23D2EE-8D33-4FA6-B2D6-3E3F6D74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010525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5EF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212" name="conference-conditioning-architecture-v2-161">
            <a:extLst xmlns:a="http://schemas.openxmlformats.org/drawingml/2006/main">
              <a:ext uri="{FF2B5EF4-FFF2-40B4-BE49-F238E27FC236}">
                <a16:creationId xmlns:a16="http://schemas.microsoft.com/office/drawing/2014/main" id="{4B766F7D-D403-40A7-ABEA-8B254FA1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8010525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213" name="conference-conditioning-architecture-v2-162">
            <a:extLst xmlns:a="http://schemas.openxmlformats.org/drawingml/2006/main">
              <a:ext uri="{FF2B5EF4-FFF2-40B4-BE49-F238E27FC236}">
                <a16:creationId xmlns:a16="http://schemas.microsoft.com/office/drawing/2014/main" id="{9514D700-61CB-4551-8ED3-6DB10C20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010525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A4C6"/>
          </a:solidFill>
          <a:ln xmlns:a="http://schemas.openxmlformats.org/drawingml/2006/main" w="7620">
            <a:solidFill>
              <a:srgbClr val="527FAA"/>
            </a:solidFill>
            <a:prstDash val="solid"/>
          </a:ln>
        </p:spPr>
      </p:sp>
      <p:sp>
        <p:nvSpPr>
          <p:cNvPr id="214" name="conference-conditioning-architecture-v2-163-start-1">
            <a:extLst xmlns:a="http://schemas.openxmlformats.org/drawingml/2006/main">
              <a:ext uri="{FF2B5EF4-FFF2-40B4-BE49-F238E27FC236}">
                <a16:creationId xmlns:a16="http://schemas.microsoft.com/office/drawing/2014/main" id="{46D7FACE-1D76-4DEF-96E1-2CD540A8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8172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conference-conditioning-architecture-v2-163-end-1">
            <a:extLst xmlns:a="http://schemas.openxmlformats.org/drawingml/2006/main">
              <a:ext uri="{FF2B5EF4-FFF2-40B4-BE49-F238E27FC236}">
                <a16:creationId xmlns:a16="http://schemas.microsoft.com/office/drawing/2014/main" id="{52E63DB4-99DA-4586-BE70-34E26289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172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5" name=""/>
          <p:cNvCxnSpPr>
            <a:stCxn xmlns:a="http://schemas.openxmlformats.org/drawingml/2006/main" id="214" idx="3"/>
            <a:endCxn xmlns:a="http://schemas.openxmlformats.org/drawingml/2006/main" id="215" idx="1"/>
          </p:cNvCxnSpPr>
          <p:nvPr/>
        </p:nvCxnSpPr>
        <p:spPr>
          <a:xfrm xmlns:a="http://schemas.openxmlformats.org/drawingml/2006/main">
            <a:off x="1362170" y="8172498"/>
            <a:ext cx="107623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3747"/>
            </a:solidFill>
            <a:prstDash val="solid"/>
            <a:tailEnd type="triangle" w="med" len="med"/>
          </a:ln>
        </p:spPr>
      </p:cxnSp>
      <p:sp>
        <p:nvSpPr>
          <p:cNvPr id="217" name="conference-conditioning-architecture-v2-164">
            <a:extLst xmlns:a="http://schemas.openxmlformats.org/drawingml/2006/main">
              <a:ext uri="{FF2B5EF4-FFF2-40B4-BE49-F238E27FC236}">
                <a16:creationId xmlns:a16="http://schemas.microsoft.com/office/drawing/2014/main" id="{C80035BF-EEFC-4EE1-876F-AC81A9B3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7877175"/>
            <a:ext cx="19050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D8E5EF"/>
          </a:solidFill>
          <a:ln xmlns:a="http://schemas.openxmlformats.org/drawingml/2006/main" w="17145">
            <a:solidFill>
              <a:srgbClr val="527FAA"/>
            </a:solidFill>
            <a:prstDash val="solid"/>
          </a:ln>
        </p:spPr>
      </p:sp>
      <p:sp>
        <p:nvSpPr>
          <p:cNvPr id="218" name="conference-conditioning-architecture-v2-165">
            <a:extLst xmlns:a="http://schemas.openxmlformats.org/drawingml/2006/main">
              <a:ext uri="{FF2B5EF4-FFF2-40B4-BE49-F238E27FC236}">
                <a16:creationId xmlns:a16="http://schemas.microsoft.com/office/drawing/2014/main" id="{1266FC76-B7BD-48DD-979D-66F8EF8D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7991475"/>
            <a:ext cx="1771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Cross-attention</a:t>
            </a:r>
          </a:p>
        </p:txBody>
      </p:sp>
      <p:sp>
        <p:nvSpPr>
          <p:cNvPr id="219" name="conference-conditioning-architecture-v2-166-start-1">
            <a:extLst xmlns:a="http://schemas.openxmlformats.org/drawingml/2006/main">
              <a:ext uri="{FF2B5EF4-FFF2-40B4-BE49-F238E27FC236}">
                <a16:creationId xmlns:a16="http://schemas.microsoft.com/office/drawing/2014/main" id="{DABECDB0-C8F5-416B-974C-EC3C1A3C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172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0" name="conference-conditioning-architecture-v2-166-end-1">
            <a:extLst xmlns:a="http://schemas.openxmlformats.org/drawingml/2006/main">
              <a:ext uri="{FF2B5EF4-FFF2-40B4-BE49-F238E27FC236}">
                <a16:creationId xmlns:a16="http://schemas.microsoft.com/office/drawing/2014/main" id="{6A9C5A2D-BC99-4FFA-A0AE-E0720A5F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8172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0" name=""/>
          <p:cNvCxnSpPr>
            <a:stCxn xmlns:a="http://schemas.openxmlformats.org/drawingml/2006/main" id="219" idx="3"/>
            <a:endCxn xmlns:a="http://schemas.openxmlformats.org/drawingml/2006/main" id="220" idx="1"/>
          </p:cNvCxnSpPr>
          <p:nvPr/>
        </p:nvCxnSpPr>
        <p:spPr>
          <a:xfrm xmlns:a="http://schemas.openxmlformats.org/drawingml/2006/main">
            <a:off x="4572095" y="8172498"/>
            <a:ext cx="32375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3747"/>
            </a:solidFill>
            <a:prstDash val="solid"/>
            <a:tailEnd type="triangle" w="med" len="med"/>
          </a:ln>
        </p:spPr>
      </p:cxnSp>
      <p:sp>
        <p:nvSpPr>
          <p:cNvPr id="222" name="conference-conditioning-architecture-v2-167">
            <a:extLst xmlns:a="http://schemas.openxmlformats.org/drawingml/2006/main">
              <a:ext uri="{FF2B5EF4-FFF2-40B4-BE49-F238E27FC236}">
                <a16:creationId xmlns:a16="http://schemas.microsoft.com/office/drawing/2014/main" id="{4BD57557-A5AA-4A1F-B126-DAD3CCDD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7981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27FAA"/>
            </a:solidFill>
            <a:prstDash val="solid"/>
          </a:ln>
        </p:spPr>
      </p:sp>
      <p:sp>
        <p:nvSpPr>
          <p:cNvPr id="223" name="conference-conditioning-architecture-v2-168">
            <a:extLst xmlns:a="http://schemas.openxmlformats.org/drawingml/2006/main">
              <a:ext uri="{FF2B5EF4-FFF2-40B4-BE49-F238E27FC236}">
                <a16:creationId xmlns:a16="http://schemas.microsoft.com/office/drawing/2014/main" id="{90BF9E47-DEA6-4B21-A014-B5E765A6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7981950"/>
            <a:ext cx="342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74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24" name="conference-conditioning-architecture-v2-169-start-1">
            <a:extLst xmlns:a="http://schemas.openxmlformats.org/drawingml/2006/main">
              <a:ext uri="{FF2B5EF4-FFF2-40B4-BE49-F238E27FC236}">
                <a16:creationId xmlns:a16="http://schemas.microsoft.com/office/drawing/2014/main" id="{D438C897-5651-4D87-90E5-2E482726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8172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5" name="conference-conditioning-architecture-v2-169-end-1">
            <a:extLst xmlns:a="http://schemas.openxmlformats.org/drawingml/2006/main">
              <a:ext uri="{FF2B5EF4-FFF2-40B4-BE49-F238E27FC236}">
                <a16:creationId xmlns:a16="http://schemas.microsoft.com/office/drawing/2014/main" id="{CDDABB8D-08BC-466C-856F-4C512786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8172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95" name=""/>
          <p:cNvCxnSpPr>
            <a:stCxn xmlns:a="http://schemas.openxmlformats.org/drawingml/2006/main" id="224" idx="3"/>
            <a:endCxn xmlns:a="http://schemas.openxmlformats.org/drawingml/2006/main" id="225" idx="1"/>
          </p:cNvCxnSpPr>
          <p:nvPr/>
        </p:nvCxnSpPr>
        <p:spPr>
          <a:xfrm xmlns:a="http://schemas.openxmlformats.org/drawingml/2006/main">
            <a:off x="5505545" y="8172498"/>
            <a:ext cx="41900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3747"/>
            </a:solidFill>
            <a:prstDash val="solid"/>
            <a:tailEnd type="triangle" w="med" len="med"/>
          </a:ln>
        </p:spPr>
      </p:cxnSp>
      <p:sp>
        <p:nvSpPr>
          <p:cNvPr id="227" name="conference-conditioning-architecture-v2-170">
            <a:extLst xmlns:a="http://schemas.openxmlformats.org/drawingml/2006/main">
              <a:ext uri="{FF2B5EF4-FFF2-40B4-BE49-F238E27FC236}">
                <a16:creationId xmlns:a16="http://schemas.microsoft.com/office/drawing/2014/main" id="{BE3867C5-F205-456B-B162-8E985790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7877175"/>
            <a:ext cx="1647825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D9ECE5"/>
          </a:solidFill>
          <a:ln xmlns:a="http://schemas.openxmlformats.org/drawingml/2006/main" w="17145">
            <a:solidFill>
              <a:srgbClr val="4A9086"/>
            </a:solidFill>
            <a:prstDash val="solid"/>
          </a:ln>
        </p:spPr>
      </p:sp>
      <p:sp>
        <p:nvSpPr>
          <p:cNvPr id="228" name="conference-conditioning-architecture-v2-171">
            <a:extLst xmlns:a="http://schemas.openxmlformats.org/drawingml/2006/main">
              <a:ext uri="{FF2B5EF4-FFF2-40B4-BE49-F238E27FC236}">
                <a16:creationId xmlns:a16="http://schemas.microsoft.com/office/drawing/2014/main" id="{EBD9946C-EA04-4F75-855C-361DDCAC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7991475"/>
            <a:ext cx="1533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Feed-forward</a:t>
            </a:r>
          </a:p>
        </p:txBody>
      </p:sp>
      <p:sp>
        <p:nvSpPr>
          <p:cNvPr id="229" name="conference-conditioning-architecture-v2-172-start-1">
            <a:extLst xmlns:a="http://schemas.openxmlformats.org/drawingml/2006/main">
              <a:ext uri="{FF2B5EF4-FFF2-40B4-BE49-F238E27FC236}">
                <a16:creationId xmlns:a16="http://schemas.microsoft.com/office/drawing/2014/main" id="{95819182-8373-401F-92F7-E8869BCC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172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0" name="conference-conditioning-architecture-v2-172-end-1">
            <a:extLst xmlns:a="http://schemas.openxmlformats.org/drawingml/2006/main">
              <a:ext uri="{FF2B5EF4-FFF2-40B4-BE49-F238E27FC236}">
                <a16:creationId xmlns:a16="http://schemas.microsoft.com/office/drawing/2014/main" id="{EA82F267-F955-4B38-AD3A-416E3A99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8172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0" name=""/>
          <p:cNvCxnSpPr>
            <a:stCxn xmlns:a="http://schemas.openxmlformats.org/drawingml/2006/main" id="229" idx="3"/>
            <a:endCxn xmlns:a="http://schemas.openxmlformats.org/drawingml/2006/main" id="230" idx="1"/>
          </p:cNvCxnSpPr>
          <p:nvPr/>
        </p:nvCxnSpPr>
        <p:spPr>
          <a:xfrm xmlns:a="http://schemas.openxmlformats.org/drawingml/2006/main">
            <a:off x="7810595" y="8172498"/>
            <a:ext cx="29518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3747"/>
            </a:solidFill>
            <a:prstDash val="solid"/>
            <a:tailEnd type="triangle" w="med" len="med"/>
          </a:ln>
        </p:spPr>
      </p:cxnSp>
      <p:sp>
        <p:nvSpPr>
          <p:cNvPr id="232" name="conference-conditioning-architecture-v2-173">
            <a:extLst xmlns:a="http://schemas.openxmlformats.org/drawingml/2006/main">
              <a:ext uri="{FF2B5EF4-FFF2-40B4-BE49-F238E27FC236}">
                <a16:creationId xmlns:a16="http://schemas.microsoft.com/office/drawing/2014/main" id="{26331E90-DA03-4BE9-A8CB-AFDBF7CD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9819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27FAA"/>
            </a:solidFill>
            <a:prstDash val="solid"/>
          </a:ln>
        </p:spPr>
      </p:sp>
      <p:sp>
        <p:nvSpPr>
          <p:cNvPr id="233" name="conference-conditioning-architecture-v2-174">
            <a:extLst xmlns:a="http://schemas.openxmlformats.org/drawingml/2006/main">
              <a:ext uri="{FF2B5EF4-FFF2-40B4-BE49-F238E27FC236}">
                <a16:creationId xmlns:a16="http://schemas.microsoft.com/office/drawing/2014/main" id="{6BDDFED3-7000-4AC8-B99F-09B37EA0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7981950"/>
            <a:ext cx="342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74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34" name="conference-conditioning-architecture-v2-175-start-1">
            <a:extLst xmlns:a="http://schemas.openxmlformats.org/drawingml/2006/main">
              <a:ext uri="{FF2B5EF4-FFF2-40B4-BE49-F238E27FC236}">
                <a16:creationId xmlns:a16="http://schemas.microsoft.com/office/drawing/2014/main" id="{E736AA38-89AD-439F-8D07-001F8752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8172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5" name="conference-conditioning-architecture-v2-175-end-1">
            <a:extLst xmlns:a="http://schemas.openxmlformats.org/drawingml/2006/main">
              <a:ext uri="{FF2B5EF4-FFF2-40B4-BE49-F238E27FC236}">
                <a16:creationId xmlns:a16="http://schemas.microsoft.com/office/drawing/2014/main" id="{6CCC5B8B-0780-4B38-9D0E-4FA621E5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8172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5" name=""/>
          <p:cNvCxnSpPr>
            <a:stCxn xmlns:a="http://schemas.openxmlformats.org/drawingml/2006/main" id="234" idx="3"/>
            <a:endCxn xmlns:a="http://schemas.openxmlformats.org/drawingml/2006/main" id="235" idx="1"/>
          </p:cNvCxnSpPr>
          <p:nvPr/>
        </p:nvCxnSpPr>
        <p:spPr>
          <a:xfrm xmlns:a="http://schemas.openxmlformats.org/drawingml/2006/main">
            <a:off x="8715470" y="8172498"/>
            <a:ext cx="26660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53747"/>
            </a:solidFill>
            <a:prstDash val="solid"/>
            <a:tailEnd type="triangle" w="med" len="med"/>
          </a:ln>
        </p:spPr>
      </p:cxnSp>
      <p:sp>
        <p:nvSpPr>
          <p:cNvPr id="237" name="conference-conditioning-architecture-v2-176">
            <a:extLst xmlns:a="http://schemas.openxmlformats.org/drawingml/2006/main">
              <a:ext uri="{FF2B5EF4-FFF2-40B4-BE49-F238E27FC236}">
                <a16:creationId xmlns:a16="http://schemas.microsoft.com/office/drawing/2014/main" id="{290EBA85-E267-4077-A03F-85634CFF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8010525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5F2"/>
          </a:solidFill>
          <a:ln xmlns:a="http://schemas.openxmlformats.org/drawingml/2006/main" w="7620">
            <a:solidFill>
              <a:srgbClr val="4A9086"/>
            </a:solidFill>
            <a:prstDash val="solid"/>
          </a:ln>
        </p:spPr>
      </p:sp>
      <p:sp>
        <p:nvSpPr>
          <p:cNvPr id="238" name="conference-conditioning-architecture-v2-177">
            <a:extLst xmlns:a="http://schemas.openxmlformats.org/drawingml/2006/main">
              <a:ext uri="{FF2B5EF4-FFF2-40B4-BE49-F238E27FC236}">
                <a16:creationId xmlns:a16="http://schemas.microsoft.com/office/drawing/2014/main" id="{26E2C055-0C4B-4DD4-B248-E461034C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8010525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E5"/>
          </a:solidFill>
          <a:ln xmlns:a="http://schemas.openxmlformats.org/drawingml/2006/main" w="7620">
            <a:solidFill>
              <a:srgbClr val="4A9086"/>
            </a:solidFill>
            <a:prstDash val="solid"/>
          </a:ln>
        </p:spPr>
      </p:sp>
      <p:sp>
        <p:nvSpPr>
          <p:cNvPr id="239" name="conference-conditioning-architecture-v2-178">
            <a:extLst xmlns:a="http://schemas.openxmlformats.org/drawingml/2006/main">
              <a:ext uri="{FF2B5EF4-FFF2-40B4-BE49-F238E27FC236}">
                <a16:creationId xmlns:a16="http://schemas.microsoft.com/office/drawing/2014/main" id="{AED97760-D292-4313-BA84-90C58E5F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8010525"/>
            <a:ext cx="133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1D3C5"/>
          </a:solidFill>
          <a:ln xmlns:a="http://schemas.openxmlformats.org/drawingml/2006/main" w="7620">
            <a:solidFill>
              <a:srgbClr val="4A9086"/>
            </a:solidFill>
            <a:prstDash val="solid"/>
          </a:ln>
        </p:spPr>
      </p:sp>
      <p:sp>
        <p:nvSpPr>
          <p:cNvPr id="240" name="conference-conditioning-architecture-v2-179-start-1">
            <a:extLst xmlns:a="http://schemas.openxmlformats.org/drawingml/2006/main">
              <a:ext uri="{FF2B5EF4-FFF2-40B4-BE49-F238E27FC236}">
                <a16:creationId xmlns:a16="http://schemas.microsoft.com/office/drawing/2014/main" id="{C90E8BE9-1633-4664-BA79-CFD9B750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172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1" name="conference-conditioning-architecture-v2-179-end-1">
            <a:extLst xmlns:a="http://schemas.openxmlformats.org/drawingml/2006/main">
              <a:ext uri="{FF2B5EF4-FFF2-40B4-BE49-F238E27FC236}">
                <a16:creationId xmlns:a16="http://schemas.microsoft.com/office/drawing/2014/main" id="{14B1355A-5242-4DF7-B384-06064366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734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1" name=""/>
          <p:cNvCxnSpPr>
            <a:stCxn xmlns:a="http://schemas.openxmlformats.org/drawingml/2006/main" id="240" idx="2"/>
            <a:endCxn xmlns:a="http://schemas.openxmlformats.org/drawingml/2006/main" id="241" idx="0"/>
          </p:cNvCxnSpPr>
          <p:nvPr/>
        </p:nvCxnSpPr>
        <p:spPr>
          <a:xfrm xmlns:a="http://schemas.openxmlformats.org/drawingml/2006/main">
            <a:off x="1733598" y="8172545"/>
            <a:ext cx="0" cy="56188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27FAA"/>
            </a:solidFill>
            <a:prstDash val="solid"/>
          </a:ln>
        </p:spPr>
      </p:cxnSp>
      <p:sp>
        <p:nvSpPr>
          <p:cNvPr id="243" name="conference-conditioning-architecture-v2-179-start-2">
            <a:extLst xmlns:a="http://schemas.openxmlformats.org/drawingml/2006/main">
              <a:ext uri="{FF2B5EF4-FFF2-40B4-BE49-F238E27FC236}">
                <a16:creationId xmlns:a16="http://schemas.microsoft.com/office/drawing/2014/main" id="{465FFEC7-42F1-4EC2-82CA-C4BCB911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734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4" name="conference-conditioning-architecture-v2-179-end-2">
            <a:extLst xmlns:a="http://schemas.openxmlformats.org/drawingml/2006/main">
              <a:ext uri="{FF2B5EF4-FFF2-40B4-BE49-F238E27FC236}">
                <a16:creationId xmlns:a16="http://schemas.microsoft.com/office/drawing/2014/main" id="{83220333-6150-444E-8E29-ECD38A5C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8734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4" name=""/>
          <p:cNvCxnSpPr>
            <a:stCxn xmlns:a="http://schemas.openxmlformats.org/drawingml/2006/main" id="243" idx="3"/>
            <a:endCxn xmlns:a="http://schemas.openxmlformats.org/drawingml/2006/main" id="244" idx="1"/>
          </p:cNvCxnSpPr>
          <p:nvPr/>
        </p:nvCxnSpPr>
        <p:spPr>
          <a:xfrm xmlns:a="http://schemas.openxmlformats.org/drawingml/2006/main">
            <a:off x="1733645" y="8734473"/>
            <a:ext cx="347653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27FAA"/>
            </a:solidFill>
            <a:prstDash val="solid"/>
          </a:ln>
        </p:spPr>
      </p:cxnSp>
      <p:sp>
        <p:nvSpPr>
          <p:cNvPr id="246" name="conference-conditioning-architecture-v2-179-start-3">
            <a:extLst xmlns:a="http://schemas.openxmlformats.org/drawingml/2006/main">
              <a:ext uri="{FF2B5EF4-FFF2-40B4-BE49-F238E27FC236}">
                <a16:creationId xmlns:a16="http://schemas.microsoft.com/office/drawing/2014/main" id="{82D9CA02-5254-4669-9C7F-35E47ECD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8734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7" name="conference-conditioning-architecture-v2-179-end-3">
            <a:extLst xmlns:a="http://schemas.openxmlformats.org/drawingml/2006/main">
              <a:ext uri="{FF2B5EF4-FFF2-40B4-BE49-F238E27FC236}">
                <a16:creationId xmlns:a16="http://schemas.microsoft.com/office/drawing/2014/main" id="{12A0E50D-03F3-46D0-8F3D-0105DC23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84391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7" name=""/>
          <p:cNvCxnSpPr>
            <a:stCxn xmlns:a="http://schemas.openxmlformats.org/drawingml/2006/main" id="246" idx="0"/>
            <a:endCxn xmlns:a="http://schemas.openxmlformats.org/drawingml/2006/main" id="247" idx="2"/>
          </p:cNvCxnSpPr>
          <p:nvPr/>
        </p:nvCxnSpPr>
        <p:spPr>
          <a:xfrm xmlns:a="http://schemas.openxmlformats.org/drawingml/2006/main" flipV="1">
            <a:off x="5210223" y="8439245"/>
            <a:ext cx="0" cy="29518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27FAA"/>
            </a:solidFill>
            <a:prstDash val="solid"/>
            <a:tailEnd type="triangle" w="med" len="med"/>
          </a:ln>
        </p:spPr>
      </p:cxnSp>
      <p:sp>
        <p:nvSpPr>
          <p:cNvPr id="249" name="conference-conditioning-architecture-v2-180-start-1">
            <a:extLst xmlns:a="http://schemas.openxmlformats.org/drawingml/2006/main">
              <a:ext uri="{FF2B5EF4-FFF2-40B4-BE49-F238E27FC236}">
                <a16:creationId xmlns:a16="http://schemas.microsoft.com/office/drawing/2014/main" id="{462AFE05-3BA8-4B08-9D4B-1CDB26B9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81724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0" name="conference-conditioning-architecture-v2-180-end-1">
            <a:extLst xmlns:a="http://schemas.openxmlformats.org/drawingml/2006/main">
              <a:ext uri="{FF2B5EF4-FFF2-40B4-BE49-F238E27FC236}">
                <a16:creationId xmlns:a16="http://schemas.microsoft.com/office/drawing/2014/main" id="{678891D9-7C13-44BE-AEAE-F8145324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8734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0" name=""/>
          <p:cNvCxnSpPr>
            <a:stCxn xmlns:a="http://schemas.openxmlformats.org/drawingml/2006/main" id="249" idx="2"/>
            <a:endCxn xmlns:a="http://schemas.openxmlformats.org/drawingml/2006/main" id="250" idx="0"/>
          </p:cNvCxnSpPr>
          <p:nvPr/>
        </p:nvCxnSpPr>
        <p:spPr>
          <a:xfrm xmlns:a="http://schemas.openxmlformats.org/drawingml/2006/main">
            <a:off x="5734098" y="8172545"/>
            <a:ext cx="0" cy="56188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27FAA"/>
            </a:solidFill>
            <a:prstDash val="solid"/>
          </a:ln>
        </p:spPr>
      </p:cxnSp>
      <p:sp>
        <p:nvSpPr>
          <p:cNvPr id="252" name="conference-conditioning-architecture-v2-180-start-2">
            <a:extLst xmlns:a="http://schemas.openxmlformats.org/drawingml/2006/main">
              <a:ext uri="{FF2B5EF4-FFF2-40B4-BE49-F238E27FC236}">
                <a16:creationId xmlns:a16="http://schemas.microsoft.com/office/drawing/2014/main" id="{FD6C2A21-B53D-4F46-97CA-22BBFF0C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8734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3" name="conference-conditioning-architecture-v2-180-end-2">
            <a:extLst xmlns:a="http://schemas.openxmlformats.org/drawingml/2006/main">
              <a:ext uri="{FF2B5EF4-FFF2-40B4-BE49-F238E27FC236}">
                <a16:creationId xmlns:a16="http://schemas.microsoft.com/office/drawing/2014/main" id="{324CF6D0-450E-4E2E-80EF-068A4A55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734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3" name=""/>
          <p:cNvCxnSpPr>
            <a:stCxn xmlns:a="http://schemas.openxmlformats.org/drawingml/2006/main" id="252" idx="3"/>
            <a:endCxn xmlns:a="http://schemas.openxmlformats.org/drawingml/2006/main" id="253" idx="1"/>
          </p:cNvCxnSpPr>
          <p:nvPr/>
        </p:nvCxnSpPr>
        <p:spPr>
          <a:xfrm xmlns:a="http://schemas.openxmlformats.org/drawingml/2006/main">
            <a:off x="5734145" y="8734473"/>
            <a:ext cx="2685955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27FAA"/>
            </a:solidFill>
            <a:prstDash val="solid"/>
          </a:ln>
        </p:spPr>
      </p:cxnSp>
      <p:sp>
        <p:nvSpPr>
          <p:cNvPr id="255" name="conference-conditioning-architecture-v2-180-start-3">
            <a:extLst xmlns:a="http://schemas.openxmlformats.org/drawingml/2006/main">
              <a:ext uri="{FF2B5EF4-FFF2-40B4-BE49-F238E27FC236}">
                <a16:creationId xmlns:a16="http://schemas.microsoft.com/office/drawing/2014/main" id="{8F5728E7-4749-4D94-9FEA-1BCED9AC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734425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6" name="conference-conditioning-architecture-v2-180-end-3">
            <a:extLst xmlns:a="http://schemas.openxmlformats.org/drawingml/2006/main">
              <a:ext uri="{FF2B5EF4-FFF2-40B4-BE49-F238E27FC236}">
                <a16:creationId xmlns:a16="http://schemas.microsoft.com/office/drawing/2014/main" id="{1552A924-DE5C-4022-87DD-2B18167A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439150"/>
            <a:ext cx="95" cy="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26" name=""/>
          <p:cNvCxnSpPr>
            <a:stCxn xmlns:a="http://schemas.openxmlformats.org/drawingml/2006/main" id="255" idx="0"/>
            <a:endCxn xmlns:a="http://schemas.openxmlformats.org/drawingml/2006/main" id="256" idx="2"/>
          </p:cNvCxnSpPr>
          <p:nvPr/>
        </p:nvCxnSpPr>
        <p:spPr>
          <a:xfrm xmlns:a="http://schemas.openxmlformats.org/drawingml/2006/main" flipV="1">
            <a:off x="8420148" y="8439245"/>
            <a:ext cx="0" cy="29518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527FAA"/>
            </a:solidFill>
            <a:prstDash val="solid"/>
            <a:tailEnd type="triangle" w="med" len="med"/>
          </a:ln>
        </p:spPr>
      </p:cxnSp>
      <p:sp>
        <p:nvSpPr>
          <p:cNvPr id="258" name="conference-conditioning-architecture-v2-181">
            <a:extLst xmlns:a="http://schemas.openxmlformats.org/drawingml/2006/main">
              <a:ext uri="{FF2B5EF4-FFF2-40B4-BE49-F238E27FC236}">
                <a16:creationId xmlns:a16="http://schemas.microsoft.com/office/drawing/2014/main" id="{1FF84CE4-8987-4068-906F-34675535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5057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53747"/>
                </a:solidFill>
                <a:latin typeface="Arial"/>
                <a:ea typeface="Arial"/>
                <a:cs typeface="Arial"/>
              </a:rPr>
              <a:t>State tokens</a:t>
            </a:r>
          </a:p>
        </p:txBody>
      </p:sp>
      <p:sp>
        <p:nvSpPr>
          <p:cNvPr id="259" name="conference-conditioning-architecture-v2-182">
            <a:extLst xmlns:a="http://schemas.openxmlformats.org/drawingml/2006/main">
              <a:ext uri="{FF2B5EF4-FFF2-40B4-BE49-F238E27FC236}">
                <a16:creationId xmlns:a16="http://schemas.microsoft.com/office/drawing/2014/main" id="{BA329F6E-796C-42A9-8837-B2A3B715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8810625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Residual</a:t>
            </a:r>
          </a:p>
        </p:txBody>
      </p:sp>
      <p:sp>
        <p:nvSpPr>
          <p:cNvPr id="260" name="conference-conditioning-architecture-v2-183">
            <a:extLst xmlns:a="http://schemas.openxmlformats.org/drawingml/2006/main">
              <a:ext uri="{FF2B5EF4-FFF2-40B4-BE49-F238E27FC236}">
                <a16:creationId xmlns:a16="http://schemas.microsoft.com/office/drawing/2014/main" id="{5492B4D6-67F1-4723-AC61-09DC7BB0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91300"/>
            <a:ext cx="3848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Inference</a:t>
            </a:r>
          </a:p>
        </p:txBody>
      </p:sp>
      <p:sp>
        <p:nvSpPr>
          <p:cNvPr id="261" name="conference-conditioning-architecture-v2-184">
            <a:extLst xmlns:a="http://schemas.openxmlformats.org/drawingml/2006/main">
              <a:ext uri="{FF2B5EF4-FFF2-40B4-BE49-F238E27FC236}">
                <a16:creationId xmlns:a16="http://schemas.microsoft.com/office/drawing/2014/main" id="{45E1BE25-0A94-46CA-BC97-FDFC757F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72390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FCADE"/>
          </a:solidFill>
          <a:ln xmlns:a="http://schemas.openxmlformats.org/drawingml/2006/main" w="11430">
            <a:solidFill>
              <a:srgbClr val="527FAA"/>
            </a:solidFill>
            <a:prstDash val="solid"/>
          </a:ln>
        </p:spPr>
      </p:sp>
      <p:sp>
        <p:nvSpPr>
          <p:cNvPr id="262" name="conference-conditioning-architecture-v2-185">
            <a:extLst xmlns:a="http://schemas.openxmlformats.org/drawingml/2006/main">
              <a:ext uri="{FF2B5EF4-FFF2-40B4-BE49-F238E27FC236}">
                <a16:creationId xmlns:a16="http://schemas.microsoft.com/office/drawing/2014/main" id="{D8B6492C-EAB9-4977-B3FC-BE1ECF5F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143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747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263" name="conference-conditioning-architecture-v2-186">
            <a:extLst xmlns:a="http://schemas.openxmlformats.org/drawingml/2006/main">
              <a:ext uri="{FF2B5EF4-FFF2-40B4-BE49-F238E27FC236}">
                <a16:creationId xmlns:a16="http://schemas.microsoft.com/office/drawing/2014/main" id="{72D4A726-4D46-4B13-BD67-8B167CCC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77152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CF9D"/>
          </a:solidFill>
          <a:ln xmlns:a="http://schemas.openxmlformats.org/drawingml/2006/main" w="11430">
            <a:solidFill>
              <a:srgbClr val="C99950"/>
            </a:solidFill>
            <a:prstDash val="solid"/>
          </a:ln>
        </p:spPr>
      </p:sp>
      <p:sp>
        <p:nvSpPr>
          <p:cNvPr id="264" name="conference-conditioning-architecture-v2-187">
            <a:extLst xmlns:a="http://schemas.openxmlformats.org/drawingml/2006/main">
              <a:ext uri="{FF2B5EF4-FFF2-40B4-BE49-F238E27FC236}">
                <a16:creationId xmlns:a16="http://schemas.microsoft.com/office/drawing/2014/main" id="{E2F2C59D-E9EC-49AA-9C16-87B2721D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6200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747"/>
                </a:solidFill>
                <a:latin typeface="Arial"/>
                <a:ea typeface="Arial"/>
                <a:cs typeface="Arial"/>
              </a:rPr>
              <a:t>Perturbation</a:t>
            </a:r>
          </a:p>
        </p:txBody>
      </p:sp>
      <p:sp>
        <p:nvSpPr>
          <p:cNvPr id="265" name="conference-conditioning-architecture-v2-188">
            <a:extLst xmlns:a="http://schemas.openxmlformats.org/drawingml/2006/main">
              <a:ext uri="{FF2B5EF4-FFF2-40B4-BE49-F238E27FC236}">
                <a16:creationId xmlns:a16="http://schemas.microsoft.com/office/drawing/2014/main" id="{BFF7A743-B660-48E0-B600-8EBEF508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81915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BDE1"/>
          </a:solidFill>
          <a:ln xmlns:a="http://schemas.openxmlformats.org/drawingml/2006/main" w="11430">
            <a:solidFill>
              <a:srgbClr val="9380B4"/>
            </a:solidFill>
            <a:prstDash val="solid"/>
          </a:ln>
        </p:spPr>
      </p:sp>
      <p:sp>
        <p:nvSpPr>
          <p:cNvPr id="266" name="conference-conditioning-architecture-v2-189">
            <a:extLst xmlns:a="http://schemas.openxmlformats.org/drawingml/2006/main">
              <a:ext uri="{FF2B5EF4-FFF2-40B4-BE49-F238E27FC236}">
                <a16:creationId xmlns:a16="http://schemas.microsoft.com/office/drawing/2014/main" id="{6A7C0A0F-7C55-4B25-90BB-8F21D2EC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0962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747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267" name="conference-conditioning-architecture-v2-190">
            <a:extLst xmlns:a="http://schemas.openxmlformats.org/drawingml/2006/main">
              <a:ext uri="{FF2B5EF4-FFF2-40B4-BE49-F238E27FC236}">
                <a16:creationId xmlns:a16="http://schemas.microsoft.com/office/drawing/2014/main" id="{01F492AC-8EE0-48E6-AA9C-22957E73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8677275"/>
            <a:ext cx="42767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74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3747"/>
                </a:solidFill>
                <a:latin typeface="Arial"/>
                <a:ea typeface="Arial"/>
                <a:cs typeface="Arial"/>
              </a:rPr>
              <a:t>No observed-response input</a:t>
            </a:r>
          </a:p>
        </p:txBody>
      </p:sp>
      <p:sp>
        <p:nvSpPr>
          <p:cNvPr id="268" name="conference-conditioning-architecture-v2-191">
            <a:extLst xmlns:a="http://schemas.openxmlformats.org/drawingml/2006/main">
              <a:ext uri="{FF2B5EF4-FFF2-40B4-BE49-F238E27FC236}">
                <a16:creationId xmlns:a16="http://schemas.microsoft.com/office/drawing/2014/main" id="{2A815D16-89ED-4EE6-8EA0-5FC5728A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11542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Illustrative architecture.</a:t>
            </a:r>
          </a:p>
        </p:txBody>
      </p:sp>
      <p:sp>
        <p:nvSpPr>
          <p:cNvPr id="269" name="conference-conditioning-architecture-v2-192">
            <a:extLst xmlns:a="http://schemas.openxmlformats.org/drawingml/2006/main">
              <a:ext uri="{FF2B5EF4-FFF2-40B4-BE49-F238E27FC236}">
                <a16:creationId xmlns:a16="http://schemas.microsoft.com/office/drawing/2014/main" id="{93D9D6A0-A0FE-4911-9B13-2EB0FD80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9115425"/>
            <a:ext cx="1171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88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887"/>
                </a:solidFill>
                <a:latin typeface="Arial"/>
                <a:ea typeface="Arial"/>
                <a:cs typeface="Arial"/>
              </a:rPr>
              <a:t>Token counts and shading are not dimensions or measured attention.</a:t>
            </a:r>
          </a:p>
        </p:txBody>
      </p:sp>
    </p:spTree>
    <p:extLst>
      <p:ext uri="{BB962C8B-B14F-4D97-AF65-F5344CB8AC3E}">
        <p14:creationId xmlns:p14="http://schemas.microsoft.com/office/powerpoint/2010/main" val="9184781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Slides>1</ns0:Slides>
  <ns0:Notes>1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>
  <dc:creator>Open Research Skills contributors</dc:creator>
  <ns0:lastModifiedBy>Open Research Skills contributors</ns0:lastModifiedBy>
  <dc:title>Conference conditioning architecture v2</dc:title>
</ns0:coreProperties>
</file>