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5dfa0950614091" /><Relationship Type="http://schemas.openxmlformats.org/officeDocument/2006/relationships/extended-properties" Target="/docProps/app.xml" Id="Rebc2121de9be4b32" /><Relationship Type="http://schemas.openxmlformats.org/officeDocument/2006/relationships/officeDocument" Target="/ppt/presentation.xml" Id="Racdd838ebd54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ba88791d24b40"/>
  </p:sldMasterIdLst>
  <p:notesMasterIdLst>
    <p:notesMasterId xmlns:r="http://schemas.openxmlformats.org/officeDocument/2006/relationships" r:id="R3e8673c464ba4427"/>
  </p:notesMasterIdLst>
  <p:sldIdLst>
    <p:sldId xmlns:r="http://schemas.openxmlformats.org/officeDocument/2006/relationships" id="256" r:id="R081e12b7f96b470f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67069fc14547e0" /><Relationship Type="http://schemas.openxmlformats.org/officeDocument/2006/relationships/slideMaster" Target="/ppt/slideMasters/slideMaster1.xml" Id="R7e7ba88791d24b40" /><Relationship Type="http://schemas.openxmlformats.org/officeDocument/2006/relationships/notesMaster" Target="/ppt/notesMasters/notesMaster1.xml" Id="R3e8673c464ba4427" /><Relationship Type="http://schemas.openxmlformats.org/officeDocument/2006/relationships/presProps" Target="/ppt/presProps.xml" Id="R04e656f025144162" /><Relationship Type="http://schemas.openxmlformats.org/officeDocument/2006/relationships/tableStyles" Target="/ppt/tableStyles.xml" Id="Rf305647bc97f4c12" /><Relationship Type="http://schemas.openxmlformats.org/officeDocument/2006/relationships/slide" Target="/ppt/slides/slide1.xml" Id="R081e12b7f96b47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674ea16ea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43b7e42ca418c" /><Relationship Type="http://schemas.openxmlformats.org/officeDocument/2006/relationships/notesMaster" Target="/ppt/notesMasters/notesMaster1.xml" Id="Rd758350f505f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editable guide to the ten independently usable Open Research Skills. Progression is illustrative, not a required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c65015bb94b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1aed1bb4945fa" /><Relationship Type="http://schemas.openxmlformats.org/officeDocument/2006/relationships/slideLayout" Target="/ppt/slideLayouts/slideLayout1.xml" Id="R707d707b690046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d707b690046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c28e0ad48453e" /><Relationship Type="http://schemas.openxmlformats.org/officeDocument/2006/relationships/notesSlide" Target="/ppt/notesSlides/notesSlide1.xml" Id="R916aafc65824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3" name="skill-map-zh-v2-0">
            <a:extLst xmlns:a="http://schemas.openxmlformats.org/drawingml/2006/main">
              <a:ext uri="{FF2B5EF4-FFF2-40B4-BE49-F238E27FC236}">
                <a16:creationId xmlns:a16="http://schemas.microsoft.com/office/drawing/2014/main" id="{FDE23ECF-6911-40CB-9ACE-DDB5C710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3900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十个 skill，按这次的任务选择</a:t>
            </a:r>
          </a:p>
        </p:txBody>
      </p:sp>
      <p:sp>
        <p:nvSpPr>
          <p:cNvPr id="2" name="skill-map-zh-v2-1">
            <a:extLst xmlns:a="http://schemas.openxmlformats.org/drawingml/2006/main">
              <a:ext uri="{FF2B5EF4-FFF2-40B4-BE49-F238E27FC236}">
                <a16:creationId xmlns:a16="http://schemas.microsoft.com/office/drawing/2014/main" id="{26892FF7-3F98-41E5-BB00-6A521F22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8110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887"/>
                </a:solidFill>
                <a:latin typeface="苹方-简"/>
                <a:ea typeface="苹方-简"/>
                <a:cs typeface="苹方-简"/>
              </a:defRPr>
            </a:pPr>
            <a:r>
              <a:rPr sz="1950" b="0">
                <a:solidFill>
                  <a:srgbClr val="657887"/>
                </a:solidFill>
                <a:latin typeface="苹方-简"/>
                <a:ea typeface="苹方-简"/>
                <a:cs typeface="苹方-简"/>
              </a:rPr>
              <a:t>可独立安装与使用，没有强制顺序</a:t>
            </a:r>
          </a:p>
        </p:txBody>
      </p:sp>
      <p:sp>
        <p:nvSpPr>
          <p:cNvPr id="3" name="skill-map-zh-v2-2">
            <a:extLst xmlns:a="http://schemas.openxmlformats.org/drawingml/2006/main">
              <a:ext uri="{FF2B5EF4-FFF2-40B4-BE49-F238E27FC236}">
                <a16:creationId xmlns:a16="http://schemas.microsoft.com/office/drawing/2014/main" id="{DE0984AD-CDC2-45A4-88FC-772C33B9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430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23813">
            <a:solidFill>
              <a:srgbClr val="527FAA"/>
            </a:solidFill>
            <a:prstDash val="solid"/>
          </a:ln>
        </p:spPr>
      </p:sp>
      <p:sp>
        <p:nvSpPr>
          <p:cNvPr id="4" name="skill-map-zh-v2-3">
            <a:extLst xmlns:a="http://schemas.openxmlformats.org/drawingml/2006/main">
              <a:ext uri="{FF2B5EF4-FFF2-40B4-BE49-F238E27FC236}">
                <a16:creationId xmlns:a16="http://schemas.microsoft.com/office/drawing/2014/main" id="{3DD6F226-FCEA-4086-A492-BF80C5A9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192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A9086"/>
            </a:solidFill>
            <a:prstDash val="solid"/>
          </a:ln>
        </p:spPr>
      </p:sp>
      <p:sp>
        <p:nvSpPr>
          <p:cNvPr id="5" name="skill-map-zh-v2-4">
            <a:extLst xmlns:a="http://schemas.openxmlformats.org/drawingml/2006/main">
              <a:ext uri="{FF2B5EF4-FFF2-40B4-BE49-F238E27FC236}">
                <a16:creationId xmlns:a16="http://schemas.microsoft.com/office/drawing/2014/main" id="{2E8B17FE-405B-45C2-9C10-D9C62FF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62150"/>
            <a:ext cx="361950" cy="457200"/>
          </a:xfrm>
          <a:custGeom xmlns:a="http://schemas.openxmlformats.org/drawingml/2006/main">
            <a:pathLst>
              <a:path w="361950" h="457200">
                <a:moveTo>
                  <a:pt x="66675" y="371475"/>
                </a:moveTo>
                <a:lnTo>
                  <a:pt x="361950" y="0"/>
                </a:lnTo>
                <a:lnTo>
                  <a:pt x="238125" y="276225"/>
                </a:lnTo>
                <a:lnTo>
                  <a:pt x="0" y="457200"/>
                </a:lnTo>
                <a:close/>
              </a:path>
            </a:pathLst>
          </a:custGeom>
          <a:solidFill xmlns:a="http://schemas.openxmlformats.org/drawingml/2006/main">
            <a:srgbClr val="AFCADE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6" name="skill-map-zh-v2-5-start-1">
            <a:extLst xmlns:a="http://schemas.openxmlformats.org/drawingml/2006/main">
              <a:ext uri="{FF2B5EF4-FFF2-40B4-BE49-F238E27FC236}">
                <a16:creationId xmlns:a16="http://schemas.microsoft.com/office/drawing/2014/main" id="{4160CBCD-F94A-49F5-87BE-30095587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skill-map-zh-v2-5-end-1">
            <a:extLst xmlns:a="http://schemas.openxmlformats.org/drawingml/2006/main">
              <a:ext uri="{FF2B5EF4-FFF2-40B4-BE49-F238E27FC236}">
                <a16:creationId xmlns:a16="http://schemas.microsoft.com/office/drawing/2014/main" id="{431C992B-D992-44B7-979C-B3FD363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6286595" y="2190798"/>
            <a:ext cx="6658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9" name="skill-map-zh-v2-6-start-1">
            <a:extLst xmlns:a="http://schemas.openxmlformats.org/drawingml/2006/main">
              <a:ext uri="{FF2B5EF4-FFF2-40B4-BE49-F238E27FC236}">
                <a16:creationId xmlns:a16="http://schemas.microsoft.com/office/drawing/2014/main" id="{5BA817F0-90A8-4897-A996-5601738A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2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skill-map-zh-v2-6-end-1">
            <a:extLst xmlns:a="http://schemas.openxmlformats.org/drawingml/2006/main">
              <a:ext uri="{FF2B5EF4-FFF2-40B4-BE49-F238E27FC236}">
                <a16:creationId xmlns:a16="http://schemas.microsoft.com/office/drawing/2014/main" id="{61204161-4DC1-4D9D-AA72-3F29C061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57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019848" y="2457545"/>
            <a:ext cx="0" cy="665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12" name="skill-map-zh-v2-7-start-1">
            <a:extLst xmlns:a="http://schemas.openxmlformats.org/drawingml/2006/main">
              <a:ext uri="{FF2B5EF4-FFF2-40B4-BE49-F238E27FC236}">
                <a16:creationId xmlns:a16="http://schemas.microsoft.com/office/drawing/2014/main" id="{3F745B08-6C9F-4BC4-816A-B3F6E5C9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skill-map-zh-v2-7-end-1">
            <a:extLst xmlns:a="http://schemas.openxmlformats.org/drawingml/2006/main">
              <a:ext uri="{FF2B5EF4-FFF2-40B4-BE49-F238E27FC236}">
                <a16:creationId xmlns:a16="http://schemas.microsoft.com/office/drawing/2014/main" id="{F15AD74A-F02F-40BB-900E-CE91B8C3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90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86520" y="2190798"/>
            <a:ext cx="6658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15" name="skill-map-zh-v2-8-start-1">
            <a:extLst xmlns:a="http://schemas.openxmlformats.org/drawingml/2006/main">
              <a:ext uri="{FF2B5EF4-FFF2-40B4-BE49-F238E27FC236}">
                <a16:creationId xmlns:a16="http://schemas.microsoft.com/office/drawing/2014/main" id="{DDCFCC79-1B85-4E50-83B9-0610273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57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skill-map-zh-v2-8-end-1">
            <a:extLst xmlns:a="http://schemas.openxmlformats.org/drawingml/2006/main">
              <a:ext uri="{FF2B5EF4-FFF2-40B4-BE49-F238E27FC236}">
                <a16:creationId xmlns:a16="http://schemas.microsoft.com/office/drawing/2014/main" id="{112E61C4-6CEF-4C91-8052-0D6A6F9E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24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9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19848" y="1857470"/>
            <a:ext cx="0" cy="665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7FAA"/>
            </a:solidFill>
            <a:prstDash val="solid"/>
          </a:ln>
        </p:spPr>
      </p:cxnSp>
      <p:sp>
        <p:nvSpPr>
          <p:cNvPr id="18" name="skill-map-zh-v2-9">
            <a:extLst xmlns:a="http://schemas.openxmlformats.org/drawingml/2006/main">
              <a:ext uri="{FF2B5EF4-FFF2-40B4-BE49-F238E27FC236}">
                <a16:creationId xmlns:a16="http://schemas.microsoft.com/office/drawing/2014/main" id="{5512485D-6576-49AF-8A40-9ED2869E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526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研究工作流</a:t>
            </a:r>
          </a:p>
        </p:txBody>
      </p:sp>
      <p:sp>
        <p:nvSpPr>
          <p:cNvPr id="19" name="skill-map-zh-v2-10">
            <a:extLst xmlns:a="http://schemas.openxmlformats.org/drawingml/2006/main">
              <a:ext uri="{FF2B5EF4-FFF2-40B4-BE49-F238E27FC236}">
                <a16:creationId xmlns:a16="http://schemas.microsoft.com/office/drawing/2014/main" id="{88D20312-D161-497F-81CC-ABD31836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76475"/>
            <a:ext cx="7458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887"/>
                </a:solidFill>
                <a:latin typeface="苹方-简"/>
                <a:ea typeface="苹方-简"/>
                <a:cs typeface="苹方-简"/>
              </a:defRPr>
            </a:pPr>
            <a:r>
              <a:rPr sz="1800" b="0">
                <a:solidFill>
                  <a:srgbClr val="657887"/>
                </a:solidFill>
                <a:latin typeface="苹方-简"/>
                <a:ea typeface="苹方-简"/>
                <a:cs typeface="苹方-简"/>
              </a:rPr>
              <a:t>组织从问题到交付的工作</a:t>
            </a:r>
          </a:p>
        </p:txBody>
      </p:sp>
      <p:sp>
        <p:nvSpPr>
          <p:cNvPr id="20" name="skill-map-zh-v2-11-start-1">
            <a:extLst xmlns:a="http://schemas.openxmlformats.org/drawingml/2006/main">
              <a:ext uri="{FF2B5EF4-FFF2-40B4-BE49-F238E27FC236}">
                <a16:creationId xmlns:a16="http://schemas.microsoft.com/office/drawing/2014/main" id="{380EB578-8B5F-42EA-956E-6856A5AA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5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skill-map-zh-v2-11-end-1">
            <a:extLst xmlns:a="http://schemas.openxmlformats.org/drawingml/2006/main">
              <a:ext uri="{FF2B5EF4-FFF2-40B4-BE49-F238E27FC236}">
                <a16:creationId xmlns:a16="http://schemas.microsoft.com/office/drawing/2014/main" id="{47B98D5C-16A1-482F-B24D-F0177F86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4" name="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1504998" y="2790920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23" name="skill-map-zh-v2-11-start-2">
            <a:extLst xmlns:a="http://schemas.openxmlformats.org/drawingml/2006/main">
              <a:ext uri="{FF2B5EF4-FFF2-40B4-BE49-F238E27FC236}">
                <a16:creationId xmlns:a16="http://schemas.microsoft.com/office/drawing/2014/main" id="{918D5ADA-30BE-492C-8349-B9BD3B9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skill-map-zh-v2-11-end-2">
            <a:extLst xmlns:a="http://schemas.openxmlformats.org/drawingml/2006/main">
              <a:ext uri="{FF2B5EF4-FFF2-40B4-BE49-F238E27FC236}">
                <a16:creationId xmlns:a16="http://schemas.microsoft.com/office/drawing/2014/main" id="{4226EF9D-D7A8-4049-9790-A4C2EFC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505045" y="2790873"/>
            <a:ext cx="38194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26" name="skill-map-zh-v2-12-start-1">
            <a:extLst xmlns:a="http://schemas.openxmlformats.org/drawingml/2006/main">
              <a:ext uri="{FF2B5EF4-FFF2-40B4-BE49-F238E27FC236}">
                <a16:creationId xmlns:a16="http://schemas.microsoft.com/office/drawing/2014/main" id="{3C4E4C9B-C221-4ECB-8AFF-BA2DE974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skill-map-zh-v2-12-end-1">
            <a:extLst xmlns:a="http://schemas.openxmlformats.org/drawingml/2006/main">
              <a:ext uri="{FF2B5EF4-FFF2-40B4-BE49-F238E27FC236}">
                <a16:creationId xmlns:a16="http://schemas.microsoft.com/office/drawing/2014/main" id="{425BE6E8-1AE8-4CF8-82B3-78227EAB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791420" y="2790873"/>
            <a:ext cx="70865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29" name="skill-map-zh-v2-12-start-2">
            <a:extLst xmlns:a="http://schemas.openxmlformats.org/drawingml/2006/main">
              <a:ext uri="{FF2B5EF4-FFF2-40B4-BE49-F238E27FC236}">
                <a16:creationId xmlns:a16="http://schemas.microsoft.com/office/drawing/2014/main" id="{749DCFF4-D2B5-4786-8528-563613B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279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skill-map-zh-v2-12-end-2">
            <a:extLst xmlns:a="http://schemas.openxmlformats.org/drawingml/2006/main">
              <a:ext uri="{FF2B5EF4-FFF2-40B4-BE49-F238E27FC236}">
                <a16:creationId xmlns:a16="http://schemas.microsoft.com/office/drawing/2014/main" id="{F4435BFA-97A0-4629-A7EF-56E7E8D7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305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3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3877973" y="2790920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FAA"/>
            </a:solidFill>
            <a:prstDash val="solid"/>
          </a:ln>
        </p:spPr>
      </p:cxnSp>
      <p:sp>
        <p:nvSpPr>
          <p:cNvPr id="32" name="skill-map-zh-v2-13">
            <a:extLst xmlns:a="http://schemas.openxmlformats.org/drawingml/2006/main">
              <a:ext uri="{FF2B5EF4-FFF2-40B4-BE49-F238E27FC236}">
                <a16:creationId xmlns:a16="http://schemas.microsoft.com/office/drawing/2014/main" id="{181D558A-5C50-4F2C-BA0B-659D9FDF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选题</a:t>
            </a:r>
          </a:p>
        </p:txBody>
      </p:sp>
      <p:sp>
        <p:nvSpPr>
          <p:cNvPr id="33" name="skill-map-zh-v2-14">
            <a:extLst xmlns:a="http://schemas.openxmlformats.org/drawingml/2006/main">
              <a:ext uri="{FF2B5EF4-FFF2-40B4-BE49-F238E27FC236}">
                <a16:creationId xmlns:a16="http://schemas.microsoft.com/office/drawing/2014/main" id="{9E6070F7-A1CE-4E1F-9473-D1E5EA41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kill-map-zh-v2-15-start-1">
            <a:extLst xmlns:a="http://schemas.openxmlformats.org/drawingml/2006/main">
              <a:ext uri="{FF2B5EF4-FFF2-40B4-BE49-F238E27FC236}">
                <a16:creationId xmlns:a16="http://schemas.microsoft.com/office/drawing/2014/main" id="{88BE10CD-67C7-457D-B50D-71AD8E58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skill-map-zh-v2-15-end-1">
            <a:extLst xmlns:a="http://schemas.openxmlformats.org/drawingml/2006/main">
              <a:ext uri="{FF2B5EF4-FFF2-40B4-BE49-F238E27FC236}">
                <a16:creationId xmlns:a16="http://schemas.microsoft.com/office/drawing/2014/main" id="{1FBD9D6E-8B4A-4EA5-993D-F7F21467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71895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37" name="skill-map-zh-v2-16">
            <a:extLst xmlns:a="http://schemas.openxmlformats.org/drawingml/2006/main">
              <a:ext uri="{FF2B5EF4-FFF2-40B4-BE49-F238E27FC236}">
                <a16:creationId xmlns:a16="http://schemas.microsoft.com/office/drawing/2014/main" id="{84678225-E773-41C3-A5A6-E0373860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方法</a:t>
            </a:r>
          </a:p>
        </p:txBody>
      </p:sp>
      <p:sp>
        <p:nvSpPr>
          <p:cNvPr id="38" name="skill-map-zh-v2-17">
            <a:extLst xmlns:a="http://schemas.openxmlformats.org/drawingml/2006/main">
              <a:ext uri="{FF2B5EF4-FFF2-40B4-BE49-F238E27FC236}">
                <a16:creationId xmlns:a16="http://schemas.microsoft.com/office/drawing/2014/main" id="{6FAA0D9E-FB4E-4BBB-9019-DB82DE2D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kill-map-zh-v2-18-start-1">
            <a:extLst xmlns:a="http://schemas.openxmlformats.org/drawingml/2006/main">
              <a:ext uri="{FF2B5EF4-FFF2-40B4-BE49-F238E27FC236}">
                <a16:creationId xmlns:a16="http://schemas.microsoft.com/office/drawing/2014/main" id="{F9D60D9F-CA4B-422F-8286-8570151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skill-map-zh-v2-18-end-1">
            <a:extLst xmlns:a="http://schemas.openxmlformats.org/drawingml/2006/main">
              <a:ext uri="{FF2B5EF4-FFF2-40B4-BE49-F238E27FC236}">
                <a16:creationId xmlns:a16="http://schemas.microsoft.com/office/drawing/2014/main" id="{630C0850-C087-4828-9576-4C4DDE3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3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972270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42" name="skill-map-zh-v2-19">
            <a:extLst xmlns:a="http://schemas.openxmlformats.org/drawingml/2006/main">
              <a:ext uri="{FF2B5EF4-FFF2-40B4-BE49-F238E27FC236}">
                <a16:creationId xmlns:a16="http://schemas.microsoft.com/office/drawing/2014/main" id="{A95A9D2A-0922-4D86-88B4-F1A8443E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成稿</a:t>
            </a:r>
          </a:p>
        </p:txBody>
      </p:sp>
      <p:sp>
        <p:nvSpPr>
          <p:cNvPr id="43" name="skill-map-zh-v2-20">
            <a:extLst xmlns:a="http://schemas.openxmlformats.org/drawingml/2006/main">
              <a:ext uri="{FF2B5EF4-FFF2-40B4-BE49-F238E27FC236}">
                <a16:creationId xmlns:a16="http://schemas.microsoft.com/office/drawing/2014/main" id="{6C438BD7-3750-4508-8312-B1A5E066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kill-map-zh-v2-21-start-1">
            <a:extLst xmlns:a="http://schemas.openxmlformats.org/drawingml/2006/main">
              <a:ext uri="{FF2B5EF4-FFF2-40B4-BE49-F238E27FC236}">
                <a16:creationId xmlns:a16="http://schemas.microsoft.com/office/drawing/2014/main" id="{3543AAEA-591E-4A8D-A1A8-69252536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skill-map-zh-v2-21-end-1">
            <a:extLst xmlns:a="http://schemas.openxmlformats.org/drawingml/2006/main">
              <a:ext uri="{FF2B5EF4-FFF2-40B4-BE49-F238E27FC236}">
                <a16:creationId xmlns:a16="http://schemas.microsoft.com/office/drawing/2014/main" id="{C1B09898-837A-4C9C-958E-AD65BD4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8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972645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47" name="skill-map-zh-v2-22">
            <a:extLst xmlns:a="http://schemas.openxmlformats.org/drawingml/2006/main">
              <a:ext uri="{FF2B5EF4-FFF2-40B4-BE49-F238E27FC236}">
                <a16:creationId xmlns:a16="http://schemas.microsoft.com/office/drawing/2014/main" id="{0CB6A9BE-BE2E-45F3-AC60-8211250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投前</a:t>
            </a:r>
          </a:p>
        </p:txBody>
      </p:sp>
      <p:sp>
        <p:nvSpPr>
          <p:cNvPr id="48" name="skill-map-zh-v2-23">
            <a:extLst xmlns:a="http://schemas.openxmlformats.org/drawingml/2006/main">
              <a:ext uri="{FF2B5EF4-FFF2-40B4-BE49-F238E27FC236}">
                <a16:creationId xmlns:a16="http://schemas.microsoft.com/office/drawing/2014/main" id="{F9B15BCF-8000-4D76-9AAB-4155E8DD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kill-map-zh-v2-24-start-1">
            <a:extLst xmlns:a="http://schemas.openxmlformats.org/drawingml/2006/main">
              <a:ext uri="{FF2B5EF4-FFF2-40B4-BE49-F238E27FC236}">
                <a16:creationId xmlns:a16="http://schemas.microsoft.com/office/drawing/2014/main" id="{D00B56EC-7B33-44FA-BE8E-82F17C2A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skill-map-zh-v2-24-end-1">
            <a:extLst xmlns:a="http://schemas.openxmlformats.org/drawingml/2006/main">
              <a:ext uri="{FF2B5EF4-FFF2-40B4-BE49-F238E27FC236}">
                <a16:creationId xmlns:a16="http://schemas.microsoft.com/office/drawing/2014/main" id="{99237BDB-5BC1-42A4-BC25-CE178FAC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772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11973020" y="4772073"/>
            <a:ext cx="2856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B4C3"/>
            </a:solidFill>
            <a:prstDash val="solid"/>
            <a:tailEnd type="triangle" w="med" len="med"/>
          </a:ln>
        </p:spPr>
      </p:cxnSp>
      <p:sp>
        <p:nvSpPr>
          <p:cNvPr id="52" name="skill-map-zh-v2-25">
            <a:extLst xmlns:a="http://schemas.openxmlformats.org/drawingml/2006/main">
              <a:ext uri="{FF2B5EF4-FFF2-40B4-BE49-F238E27FC236}">
                <a16:creationId xmlns:a16="http://schemas.microsoft.com/office/drawing/2014/main" id="{6F46CBDC-5FD5-436D-9E19-52C62B8B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2194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7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发布</a:t>
            </a:r>
          </a:p>
        </p:txBody>
      </p:sp>
      <p:sp>
        <p:nvSpPr>
          <p:cNvPr id="53" name="skill-map-zh-v2-26">
            <a:extLst xmlns:a="http://schemas.openxmlformats.org/drawingml/2006/main">
              <a:ext uri="{FF2B5EF4-FFF2-40B4-BE49-F238E27FC236}">
                <a16:creationId xmlns:a16="http://schemas.microsoft.com/office/drawing/2014/main" id="{606D6C99-7034-453D-92A9-6FCC434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790950"/>
            <a:ext cx="2324100" cy="1971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kill-map-zh-v2-27-start-1">
            <a:extLst xmlns:a="http://schemas.openxmlformats.org/drawingml/2006/main">
              <a:ext uri="{FF2B5EF4-FFF2-40B4-BE49-F238E27FC236}">
                <a16:creationId xmlns:a16="http://schemas.microsoft.com/office/drawing/2014/main" id="{E08113AC-8967-48B5-B3BB-A67AC8E9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skill-map-zh-v2-27-end-1">
            <a:extLst xmlns:a="http://schemas.openxmlformats.org/drawingml/2006/main">
              <a:ext uri="{FF2B5EF4-FFF2-40B4-BE49-F238E27FC236}">
                <a16:creationId xmlns:a16="http://schemas.microsoft.com/office/drawing/2014/main" id="{607F620F-8ABB-4219-B809-DFD89622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81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8" name=""/>
          <p:cNvCxnSpPr>
            <a:stCxn xmlns:a="http://schemas.openxmlformats.org/drawingml/2006/main" id="54" idx="0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V="1">
            <a:off x="742998" y="3781520"/>
            <a:ext cx="295275" cy="3142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57" name="skill-map-zh-v2-28-start-1">
            <a:extLst xmlns:a="http://schemas.openxmlformats.org/drawingml/2006/main">
              <a:ext uri="{FF2B5EF4-FFF2-40B4-BE49-F238E27FC236}">
                <a16:creationId xmlns:a16="http://schemas.microsoft.com/office/drawing/2014/main" id="{C78A71E1-B818-4911-B041-43D6AAFF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skill-map-zh-v2-28-end-1">
            <a:extLst xmlns:a="http://schemas.openxmlformats.org/drawingml/2006/main">
              <a:ext uri="{FF2B5EF4-FFF2-40B4-BE49-F238E27FC236}">
                <a16:creationId xmlns:a16="http://schemas.microsoft.com/office/drawing/2014/main" id="{39349BF6-F4ED-4077-859A-4D109C5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1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742998" y="4095845"/>
            <a:ext cx="428625" cy="438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0" name="skill-map-zh-v2-29-start-1">
            <a:extLst xmlns:a="http://schemas.openxmlformats.org/drawingml/2006/main">
              <a:ext uri="{FF2B5EF4-FFF2-40B4-BE49-F238E27FC236}">
                <a16:creationId xmlns:a16="http://schemas.microsoft.com/office/drawing/2014/main" id="{688122EA-6C69-421D-8A74-1CCA64F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81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skill-map-zh-v2-29-end-1">
            <a:extLst xmlns:a="http://schemas.openxmlformats.org/drawingml/2006/main">
              <a:ext uri="{FF2B5EF4-FFF2-40B4-BE49-F238E27FC236}">
                <a16:creationId xmlns:a16="http://schemas.microsoft.com/office/drawing/2014/main" id="{95CC6A16-D648-4653-821C-9E08BDD5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38320" y="3781473"/>
            <a:ext cx="399955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3" name="skill-map-zh-v2-30-start-1">
            <a:extLst xmlns:a="http://schemas.openxmlformats.org/drawingml/2006/main">
              <a:ext uri="{FF2B5EF4-FFF2-40B4-BE49-F238E27FC236}">
                <a16:creationId xmlns:a16="http://schemas.microsoft.com/office/drawing/2014/main" id="{EA0A478D-BFF6-4133-9940-D357FA7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skill-map-zh-v2-30-end-1">
            <a:extLst xmlns:a="http://schemas.openxmlformats.org/drawingml/2006/main">
              <a:ext uri="{FF2B5EF4-FFF2-40B4-BE49-F238E27FC236}">
                <a16:creationId xmlns:a16="http://schemas.microsoft.com/office/drawing/2014/main" id="{0A810861-C471-49DF-8F18-784DD6B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43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7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 flipV="1">
            <a:off x="1438370" y="3743373"/>
            <a:ext cx="44758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6" name="skill-map-zh-v2-31-start-1">
            <a:extLst xmlns:a="http://schemas.openxmlformats.org/drawingml/2006/main">
              <a:ext uri="{FF2B5EF4-FFF2-40B4-BE49-F238E27FC236}">
                <a16:creationId xmlns:a16="http://schemas.microsoft.com/office/drawing/2014/main" id="{AB7B69D8-D7BC-403F-9FFB-E7A534F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skill-map-zh-v2-31-end-1">
            <a:extLst xmlns:a="http://schemas.openxmlformats.org/drawingml/2006/main">
              <a:ext uri="{FF2B5EF4-FFF2-40B4-BE49-F238E27FC236}">
                <a16:creationId xmlns:a16="http://schemas.microsoft.com/office/drawing/2014/main" id="{44AACEF3-5F3D-4B8C-BB55-F93217D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0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 flipH="1">
            <a:off x="1171623" y="4057745"/>
            <a:ext cx="266700" cy="4761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69" name="skill-map-zh-v2-32-start-1">
            <a:extLst xmlns:a="http://schemas.openxmlformats.org/drawingml/2006/main">
              <a:ext uri="{FF2B5EF4-FFF2-40B4-BE49-F238E27FC236}">
                <a16:creationId xmlns:a16="http://schemas.microsoft.com/office/drawing/2014/main" id="{EC2E70F5-1ECA-4BAD-AC55-C175E3CC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43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skill-map-zh-v2-32-end-1">
            <a:extLst xmlns:a="http://schemas.openxmlformats.org/drawingml/2006/main">
              <a:ext uri="{FF2B5EF4-FFF2-40B4-BE49-F238E27FC236}">
                <a16:creationId xmlns:a16="http://schemas.microsoft.com/office/drawing/2014/main" id="{C5BFE220-21BB-4D39-A4BF-5C76136D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81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3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885998" y="3743420"/>
            <a:ext cx="409575" cy="4380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72" name="skill-map-zh-v2-33-start-1">
            <a:extLst xmlns:a="http://schemas.openxmlformats.org/drawingml/2006/main">
              <a:ext uri="{FF2B5EF4-FFF2-40B4-BE49-F238E27FC236}">
                <a16:creationId xmlns:a16="http://schemas.microsoft.com/office/drawing/2014/main" id="{E1602ECC-578A-4A31-BF0F-4282F4E4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81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skill-map-zh-v2-33-end-1">
            <a:extLst xmlns:a="http://schemas.openxmlformats.org/drawingml/2006/main">
              <a:ext uri="{FF2B5EF4-FFF2-40B4-BE49-F238E27FC236}">
                <a16:creationId xmlns:a16="http://schemas.microsoft.com/office/drawing/2014/main" id="{2E500DEA-B2F5-4AED-97FE-93C4927B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2019348" y="4181570"/>
            <a:ext cx="276225" cy="4190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75" name="skill-map-zh-v2-34-start-1">
            <a:extLst xmlns:a="http://schemas.openxmlformats.org/drawingml/2006/main">
              <a:ext uri="{FF2B5EF4-FFF2-40B4-BE49-F238E27FC236}">
                <a16:creationId xmlns:a16="http://schemas.microsoft.com/office/drawing/2014/main" id="{970A1895-6796-4D23-9A17-19362A4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skill-map-zh-v2-34-end-1">
            <a:extLst xmlns:a="http://schemas.openxmlformats.org/drawingml/2006/main">
              <a:ext uri="{FF2B5EF4-FFF2-40B4-BE49-F238E27FC236}">
                <a16:creationId xmlns:a16="http://schemas.microsoft.com/office/drawing/2014/main" id="{CFC08BB1-04DD-4F20-A2C4-D052CA3C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33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9" name=""/>
          <p:cNvCxnSpPr>
            <a:stCxn xmlns:a="http://schemas.openxmlformats.org/drawingml/2006/main" id="75" idx="1"/>
            <a:endCxn xmlns:a="http://schemas.openxmlformats.org/drawingml/2006/main" id="76" idx="3"/>
          </p:cNvCxnSpPr>
          <p:nvPr/>
        </p:nvCxnSpPr>
        <p:spPr>
          <a:xfrm xmlns:a="http://schemas.openxmlformats.org/drawingml/2006/main" flipH="1" flipV="1">
            <a:off x="1171670" y="4533948"/>
            <a:ext cx="84763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A4C6"/>
            </a:solidFill>
            <a:prstDash val="solid"/>
          </a:ln>
        </p:spPr>
      </p:cxnSp>
      <p:sp>
        <p:nvSpPr>
          <p:cNvPr id="78" name="skill-map-zh-v2-35">
            <a:extLst xmlns:a="http://schemas.openxmlformats.org/drawingml/2006/main">
              <a:ext uri="{FF2B5EF4-FFF2-40B4-BE49-F238E27FC236}">
                <a16:creationId xmlns:a16="http://schemas.microsoft.com/office/drawing/2014/main" id="{DD138638-F731-442A-98F0-C24907B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79" name="skill-map-zh-v2-36">
            <a:extLst xmlns:a="http://schemas.openxmlformats.org/drawingml/2006/main">
              <a:ext uri="{FF2B5EF4-FFF2-40B4-BE49-F238E27FC236}">
                <a16:creationId xmlns:a16="http://schemas.microsoft.com/office/drawing/2014/main" id="{C6D0F625-49FB-4DFC-8BA5-43DBCAF1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0" name="skill-map-zh-v2-37">
            <a:extLst xmlns:a="http://schemas.openxmlformats.org/drawingml/2006/main">
              <a:ext uri="{FF2B5EF4-FFF2-40B4-BE49-F238E27FC236}">
                <a16:creationId xmlns:a16="http://schemas.microsoft.com/office/drawing/2014/main" id="{8743AAEB-B8D5-4CFD-8351-9C05D526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1" name="skill-map-zh-v2-38">
            <a:extLst xmlns:a="http://schemas.openxmlformats.org/drawingml/2006/main">
              <a:ext uri="{FF2B5EF4-FFF2-40B4-BE49-F238E27FC236}">
                <a16:creationId xmlns:a16="http://schemas.microsoft.com/office/drawing/2014/main" id="{7A3DFD5A-1F40-43F3-B163-BBD05328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76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2" name="skill-map-zh-v2-39">
            <a:extLst xmlns:a="http://schemas.openxmlformats.org/drawingml/2006/main">
              <a:ext uri="{FF2B5EF4-FFF2-40B4-BE49-F238E27FC236}">
                <a16:creationId xmlns:a16="http://schemas.microsoft.com/office/drawing/2014/main" id="{268A768E-50A9-4B66-B788-E97D955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3" name="skill-map-zh-v2-40">
            <a:extLst xmlns:a="http://schemas.openxmlformats.org/drawingml/2006/main">
              <a:ext uri="{FF2B5EF4-FFF2-40B4-BE49-F238E27FC236}">
                <a16:creationId xmlns:a16="http://schemas.microsoft.com/office/drawing/2014/main" id="{F96F225F-39E6-4F23-880E-0BBE4220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4" name="skill-map-zh-v2-41">
            <a:extLst xmlns:a="http://schemas.openxmlformats.org/drawingml/2006/main">
              <a:ext uri="{FF2B5EF4-FFF2-40B4-BE49-F238E27FC236}">
                <a16:creationId xmlns:a16="http://schemas.microsoft.com/office/drawing/2014/main" id="{1D224D22-F32A-4FD9-AB8D-A57311A8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85" name="skill-map-zh-v2-42">
            <a:extLst xmlns:a="http://schemas.openxmlformats.org/drawingml/2006/main">
              <a:ext uri="{FF2B5EF4-FFF2-40B4-BE49-F238E27FC236}">
                <a16:creationId xmlns:a16="http://schemas.microsoft.com/office/drawing/2014/main" id="{9E3727F4-3385-489C-A3EC-22042DA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86250"/>
            <a:ext cx="1085850" cy="1323975"/>
          </a:xfrm>
          <a:custGeom xmlns:a="http://schemas.openxmlformats.org/drawingml/2006/main">
            <a:pathLst>
              <a:path w="1085850" h="1323975">
                <a:moveTo>
                  <a:pt x="0" y="0"/>
                </a:moveTo>
                <a:lnTo>
                  <a:pt x="890397" y="0"/>
                </a:lnTo>
                <a:lnTo>
                  <a:pt x="1085850" y="195453"/>
                </a:lnTo>
                <a:lnTo>
                  <a:pt x="10858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86" name="skill-map-zh-v2-43-start-1">
            <a:extLst xmlns:a="http://schemas.openxmlformats.org/drawingml/2006/main">
              <a:ext uri="{FF2B5EF4-FFF2-40B4-BE49-F238E27FC236}">
                <a16:creationId xmlns:a16="http://schemas.microsoft.com/office/drawing/2014/main" id="{2B629805-AB03-4585-A0D7-F40BB6C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22" y="428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skill-map-zh-v2-43-end-1">
            <a:extLst xmlns:a="http://schemas.openxmlformats.org/drawingml/2006/main">
              <a:ext uri="{FF2B5EF4-FFF2-40B4-BE49-F238E27FC236}">
                <a16:creationId xmlns:a16="http://schemas.microsoft.com/office/drawing/2014/main" id="{D79E5652-51CF-402D-91A2-D30D55E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22" y="4481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1814370" y="4286345"/>
            <a:ext cx="0" cy="19535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89" name="skill-map-zh-v2-43-start-2">
            <a:extLst xmlns:a="http://schemas.openxmlformats.org/drawingml/2006/main">
              <a:ext uri="{FF2B5EF4-FFF2-40B4-BE49-F238E27FC236}">
                <a16:creationId xmlns:a16="http://schemas.microsoft.com/office/drawing/2014/main" id="{39048C87-E7CB-42E6-9CD2-42023630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22" y="4481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skill-map-zh-v2-43-end-2">
            <a:extLst xmlns:a="http://schemas.openxmlformats.org/drawingml/2006/main">
              <a:ext uri="{FF2B5EF4-FFF2-40B4-BE49-F238E27FC236}">
                <a16:creationId xmlns:a16="http://schemas.microsoft.com/office/drawing/2014/main" id="{AC787B98-FC3F-4CA8-86CC-D8FE4FD0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481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1814417" y="4481751"/>
            <a:ext cx="195358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92" name="skill-map-zh-v2-44">
            <a:extLst xmlns:a="http://schemas.openxmlformats.org/drawingml/2006/main">
              <a:ext uri="{FF2B5EF4-FFF2-40B4-BE49-F238E27FC236}">
                <a16:creationId xmlns:a16="http://schemas.microsoft.com/office/drawing/2014/main" id="{0F05BEBA-3915-4BE1-B5A5-831A17F1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4617244"/>
            <a:ext cx="564642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kill-map-zh-v2-45">
            <a:extLst xmlns:a="http://schemas.openxmlformats.org/drawingml/2006/main">
              <a:ext uri="{FF2B5EF4-FFF2-40B4-BE49-F238E27FC236}">
                <a16:creationId xmlns:a16="http://schemas.microsoft.com/office/drawing/2014/main" id="{420D3906-77DA-4CE2-AEF0-71C3A2C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4762881"/>
            <a:ext cx="716661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kill-map-zh-v2-46">
            <a:extLst xmlns:a="http://schemas.openxmlformats.org/drawingml/2006/main">
              <a:ext uri="{FF2B5EF4-FFF2-40B4-BE49-F238E27FC236}">
                <a16:creationId xmlns:a16="http://schemas.microsoft.com/office/drawing/2014/main" id="{F2CFB606-166E-4BE9-BD40-4860816E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4908518"/>
            <a:ext cx="716661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kill-map-zh-v2-47">
            <a:extLst xmlns:a="http://schemas.openxmlformats.org/drawingml/2006/main">
              <a:ext uri="{FF2B5EF4-FFF2-40B4-BE49-F238E27FC236}">
                <a16:creationId xmlns:a16="http://schemas.microsoft.com/office/drawing/2014/main" id="{E8982299-1EB9-4829-AE82-A9E99CA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3" y="5054156"/>
            <a:ext cx="716661" cy="35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kill-map-zh-v2-48">
            <a:extLst xmlns:a="http://schemas.openxmlformats.org/drawingml/2006/main">
              <a:ext uri="{FF2B5EF4-FFF2-40B4-BE49-F238E27FC236}">
                <a16:creationId xmlns:a16="http://schemas.microsoft.com/office/drawing/2014/main" id="{7059E428-A4C5-4540-BBBD-4638C1E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810125"/>
            <a:ext cx="657225" cy="657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527FAA"/>
            </a:solidFill>
            <a:prstDash val="solid"/>
          </a:ln>
        </p:spPr>
      </p:sp>
      <p:sp>
        <p:nvSpPr>
          <p:cNvPr id="97" name="skill-map-zh-v2-49">
            <a:extLst xmlns:a="http://schemas.openxmlformats.org/drawingml/2006/main">
              <a:ext uri="{FF2B5EF4-FFF2-40B4-BE49-F238E27FC236}">
                <a16:creationId xmlns:a16="http://schemas.microsoft.com/office/drawing/2014/main" id="{8C4F6B85-EB84-43DA-8403-89496CFD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28575">
            <a:solidFill>
              <a:srgbClr val="B1D3C5"/>
            </a:solidFill>
            <a:prstDash val="solid"/>
          </a:ln>
        </p:spPr>
      </p:sp>
      <p:sp>
        <p:nvSpPr>
          <p:cNvPr id="98" name="skill-map-zh-v2-50">
            <a:extLst xmlns:a="http://schemas.openxmlformats.org/drawingml/2006/main">
              <a:ext uri="{FF2B5EF4-FFF2-40B4-BE49-F238E27FC236}">
                <a16:creationId xmlns:a16="http://schemas.microsoft.com/office/drawing/2014/main" id="{35E517D8-04E2-4AA0-9145-61F1FC42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67325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123825"/>
                </a:moveTo>
                <a:lnTo>
                  <a:pt x="142875" y="0"/>
                </a:lnTo>
                <a:lnTo>
                  <a:pt x="476250" y="352425"/>
                </a:lnTo>
                <a:lnTo>
                  <a:pt x="342900" y="476250"/>
                </a:lnTo>
                <a:close/>
              </a:path>
            </a:pathLst>
          </a:custGeom>
          <a:solidFill xmlns:a="http://schemas.openxmlformats.org/drawingml/2006/main">
            <a:srgbClr val="527FAA"/>
          </a:solidFill>
          <a:ln xmlns:a="http://schemas.openxmlformats.org/drawingml/2006/main" w="9525">
            <a:solidFill>
              <a:srgbClr val="527FAA"/>
            </a:solidFill>
            <a:prstDash val="solid"/>
          </a:ln>
        </p:spPr>
      </p:sp>
      <p:sp>
        <p:nvSpPr>
          <p:cNvPr id="99" name="skill-map-zh-v2-51">
            <a:extLst xmlns:a="http://schemas.openxmlformats.org/drawingml/2006/main">
              <a:ext uri="{FF2B5EF4-FFF2-40B4-BE49-F238E27FC236}">
                <a16:creationId xmlns:a16="http://schemas.microsoft.com/office/drawing/2014/main" id="{B89B4E68-F6C4-49D0-8D94-FB9DA22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1743075" cy="140017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4A9086"/>
            </a:solidFill>
            <a:prstDash val="solid"/>
          </a:ln>
        </p:spPr>
      </p:sp>
      <p:sp>
        <p:nvSpPr>
          <p:cNvPr id="100" name="skill-map-zh-v2-52">
            <a:extLst xmlns:a="http://schemas.openxmlformats.org/drawingml/2006/main">
              <a:ext uri="{FF2B5EF4-FFF2-40B4-BE49-F238E27FC236}">
                <a16:creationId xmlns:a16="http://schemas.microsoft.com/office/drawing/2014/main" id="{BC5C8B56-7D0D-4487-AF67-EFCE687C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62425"/>
            <a:ext cx="1704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skill-map-zh-v2-53">
            <a:extLst xmlns:a="http://schemas.openxmlformats.org/drawingml/2006/main">
              <a:ext uri="{FF2B5EF4-FFF2-40B4-BE49-F238E27FC236}">
                <a16:creationId xmlns:a16="http://schemas.microsoft.com/office/drawing/2014/main" id="{316EE2C1-21FB-477A-A10C-FB7E3D2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skill-map-zh-v2-54">
            <a:extLst xmlns:a="http://schemas.openxmlformats.org/drawingml/2006/main">
              <a:ext uri="{FF2B5EF4-FFF2-40B4-BE49-F238E27FC236}">
                <a16:creationId xmlns:a16="http://schemas.microsoft.com/office/drawing/2014/main" id="{0B627AB1-6F26-406A-84DF-8CEBF85C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skill-map-zh-v2-55">
            <a:extLst xmlns:a="http://schemas.openxmlformats.org/drawingml/2006/main">
              <a:ext uri="{FF2B5EF4-FFF2-40B4-BE49-F238E27FC236}">
                <a16:creationId xmlns:a16="http://schemas.microsoft.com/office/drawing/2014/main" id="{33FAB9CF-2AD5-4C55-849C-8CED293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kill-map-zh-v2-56">
            <a:extLst xmlns:a="http://schemas.openxmlformats.org/drawingml/2006/main">
              <a:ext uri="{FF2B5EF4-FFF2-40B4-BE49-F238E27FC236}">
                <a16:creationId xmlns:a16="http://schemas.microsoft.com/office/drawing/2014/main" id="{6AA2CCFE-9F67-4106-AE40-E33B370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62475"/>
            <a:ext cx="3905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8E5EF"/>
          </a:solidFill>
          <a:ln xmlns:a="http://schemas.openxmlformats.org/drawingml/2006/main" w="16193">
            <a:solidFill>
              <a:srgbClr val="527FAA"/>
            </a:solidFill>
            <a:prstDash val="solid"/>
          </a:ln>
        </p:spPr>
      </p:sp>
      <p:sp>
        <p:nvSpPr>
          <p:cNvPr id="105" name="skill-map-zh-v2-57-start-1">
            <a:extLst xmlns:a="http://schemas.openxmlformats.org/drawingml/2006/main">
              <a:ext uri="{FF2B5EF4-FFF2-40B4-BE49-F238E27FC236}">
                <a16:creationId xmlns:a16="http://schemas.microsoft.com/office/drawing/2014/main" id="{07FECD08-A963-41B4-A20B-AF1B1DB3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86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skill-map-zh-v2-57-end-1">
            <a:extLst xmlns:a="http://schemas.openxmlformats.org/drawingml/2006/main">
              <a:ext uri="{FF2B5EF4-FFF2-40B4-BE49-F238E27FC236}">
                <a16:creationId xmlns:a16="http://schemas.microsoft.com/office/drawing/2014/main" id="{FAC16E38-7000-4642-8983-8E51E02B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9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400598" y="4886420"/>
            <a:ext cx="0" cy="1332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08" name="skill-map-zh-v2-57-start-2">
            <a:extLst xmlns:a="http://schemas.openxmlformats.org/drawingml/2006/main">
              <a:ext uri="{FF2B5EF4-FFF2-40B4-BE49-F238E27FC236}">
                <a16:creationId xmlns:a16="http://schemas.microsoft.com/office/drawing/2014/main" id="{954707A9-2E71-4234-B19A-084378A6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skill-map-zh-v2-57-end-2">
            <a:extLst xmlns:a="http://schemas.openxmlformats.org/drawingml/2006/main">
              <a:ext uri="{FF2B5EF4-FFF2-40B4-BE49-F238E27FC236}">
                <a16:creationId xmlns:a16="http://schemas.microsoft.com/office/drawing/2014/main" id="{6969A4B9-5FBF-4EB3-B750-8A6EEE7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2" name=""/>
          <p:cNvCxnSpPr>
            <a:stCxn xmlns:a="http://schemas.openxmlformats.org/drawingml/2006/main" id="108" idx="1"/>
            <a:endCxn xmlns:a="http://schemas.openxmlformats.org/drawingml/2006/main" id="109" idx="3"/>
          </p:cNvCxnSpPr>
          <p:nvPr/>
        </p:nvCxnSpPr>
        <p:spPr>
          <a:xfrm xmlns:a="http://schemas.openxmlformats.org/drawingml/2006/main" flipH="1">
            <a:off x="3943445" y="5019723"/>
            <a:ext cx="457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11" name="skill-map-zh-v2-57-start-3">
            <a:extLst xmlns:a="http://schemas.openxmlformats.org/drawingml/2006/main">
              <a:ext uri="{FF2B5EF4-FFF2-40B4-BE49-F238E27FC236}">
                <a16:creationId xmlns:a16="http://schemas.microsoft.com/office/drawing/2014/main" id="{F85A8668-AD91-4240-B48D-C1037C7B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skill-map-zh-v2-57-end-3">
            <a:extLst xmlns:a="http://schemas.openxmlformats.org/drawingml/2006/main">
              <a:ext uri="{FF2B5EF4-FFF2-40B4-BE49-F238E27FC236}">
                <a16:creationId xmlns:a16="http://schemas.microsoft.com/office/drawing/2014/main" id="{00252604-6FD0-4520-8D05-C9245E2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5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3943398" y="5019770"/>
            <a:ext cx="0" cy="123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  <a:tailEnd type="triangle" w="med" len="med"/>
          </a:ln>
        </p:spPr>
      </p:cxnSp>
      <p:sp>
        <p:nvSpPr>
          <p:cNvPr id="114" name="skill-map-zh-v2-58-start-1">
            <a:extLst xmlns:a="http://schemas.openxmlformats.org/drawingml/2006/main">
              <a:ext uri="{FF2B5EF4-FFF2-40B4-BE49-F238E27FC236}">
                <a16:creationId xmlns:a16="http://schemas.microsoft.com/office/drawing/2014/main" id="{49098FA0-1532-47F2-8343-C84C20F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skill-map-zh-v2-58-end-1">
            <a:extLst xmlns:a="http://schemas.openxmlformats.org/drawingml/2006/main">
              <a:ext uri="{FF2B5EF4-FFF2-40B4-BE49-F238E27FC236}">
                <a16:creationId xmlns:a16="http://schemas.microsoft.com/office/drawing/2014/main" id="{9FDEC0C2-181D-455C-9591-7D3FB0C9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8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4400645" y="5019723"/>
            <a:ext cx="4475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17" name="skill-map-zh-v2-58-start-2">
            <a:extLst xmlns:a="http://schemas.openxmlformats.org/drawingml/2006/main">
              <a:ext uri="{FF2B5EF4-FFF2-40B4-BE49-F238E27FC236}">
                <a16:creationId xmlns:a16="http://schemas.microsoft.com/office/drawing/2014/main" id="{808645B1-1D2B-468E-A58D-C210031B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19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skill-map-zh-v2-58-end-2">
            <a:extLst xmlns:a="http://schemas.openxmlformats.org/drawingml/2006/main">
              <a:ext uri="{FF2B5EF4-FFF2-40B4-BE49-F238E27FC236}">
                <a16:creationId xmlns:a16="http://schemas.microsoft.com/office/drawing/2014/main" id="{DF770DD8-4427-4680-B7DB-7960316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143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1" name=""/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848273" y="5019770"/>
            <a:ext cx="0" cy="1237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  <a:tailEnd type="triangle" w="med" len="med"/>
          </a:ln>
        </p:spPr>
      </p:cxnSp>
      <p:sp>
        <p:nvSpPr>
          <p:cNvPr id="120" name="skill-map-zh-v2-59">
            <a:extLst xmlns:a="http://schemas.openxmlformats.org/drawingml/2006/main">
              <a:ext uri="{FF2B5EF4-FFF2-40B4-BE49-F238E27FC236}">
                <a16:creationId xmlns:a16="http://schemas.microsoft.com/office/drawing/2014/main" id="{BEAC885F-60F4-4AB8-9B77-E6B6625C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48275"/>
            <a:ext cx="4191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9ECE5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121" name="skill-map-zh-v2-60">
            <a:extLst xmlns:a="http://schemas.openxmlformats.org/drawingml/2006/main">
              <a:ext uri="{FF2B5EF4-FFF2-40B4-BE49-F238E27FC236}">
                <a16:creationId xmlns:a16="http://schemas.microsoft.com/office/drawing/2014/main" id="{DCF3F0B6-30C7-4187-B7F3-BEC17EA5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48275"/>
            <a:ext cx="41910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DBF1"/>
          </a:solidFill>
          <a:ln xmlns:a="http://schemas.openxmlformats.org/drawingml/2006/main" w="16193">
            <a:solidFill>
              <a:srgbClr val="9380B4"/>
            </a:solidFill>
            <a:prstDash val="solid"/>
          </a:ln>
        </p:spPr>
      </p:sp>
      <p:sp>
        <p:nvSpPr>
          <p:cNvPr id="122" name="skill-map-zh-v2-61">
            <a:extLst xmlns:a="http://schemas.openxmlformats.org/drawingml/2006/main">
              <a:ext uri="{FF2B5EF4-FFF2-40B4-BE49-F238E27FC236}">
                <a16:creationId xmlns:a16="http://schemas.microsoft.com/office/drawing/2014/main" id="{753037B1-B74A-4673-AC0C-E72C17B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38675"/>
            <a:ext cx="647700" cy="1028700"/>
          </a:xfrm>
          <a:custGeom xmlns:a="http://schemas.openxmlformats.org/drawingml/2006/main">
            <a:pathLst>
              <a:path w="647700" h="1028700">
                <a:moveTo>
                  <a:pt x="0" y="0"/>
                </a:moveTo>
                <a:lnTo>
                  <a:pt x="531114" y="0"/>
                </a:lnTo>
                <a:lnTo>
                  <a:pt x="647700" y="116586"/>
                </a:lnTo>
                <a:lnTo>
                  <a:pt x="647700" y="1028700"/>
                </a:lnTo>
                <a:lnTo>
                  <a:pt x="0" y="10287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380B4"/>
            </a:solidFill>
            <a:prstDash val="solid"/>
          </a:ln>
        </p:spPr>
      </p:sp>
      <p:sp>
        <p:nvSpPr>
          <p:cNvPr id="123" name="skill-map-zh-v2-62-start-1">
            <a:extLst xmlns:a="http://schemas.openxmlformats.org/drawingml/2006/main">
              <a:ext uri="{FF2B5EF4-FFF2-40B4-BE49-F238E27FC236}">
                <a16:creationId xmlns:a16="http://schemas.microsoft.com/office/drawing/2014/main" id="{0482BFA7-5E25-4CF6-B12A-CF5DDC5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64" y="4638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skill-map-zh-v2-62-end-1">
            <a:extLst xmlns:a="http://schemas.openxmlformats.org/drawingml/2006/main">
              <a:ext uri="{FF2B5EF4-FFF2-40B4-BE49-F238E27FC236}">
                <a16:creationId xmlns:a16="http://schemas.microsoft.com/office/drawing/2014/main" id="{DAB37062-12BB-4479-95AD-326B31D4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64" y="47552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7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5731811" y="4638770"/>
            <a:ext cx="0" cy="11649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26" name="skill-map-zh-v2-62-start-2">
            <a:extLst xmlns:a="http://schemas.openxmlformats.org/drawingml/2006/main">
              <a:ext uri="{FF2B5EF4-FFF2-40B4-BE49-F238E27FC236}">
                <a16:creationId xmlns:a16="http://schemas.microsoft.com/office/drawing/2014/main" id="{5E45BD8E-72C7-4EF7-9284-01B5D01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64" y="47552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skill-map-zh-v2-62-end-2">
            <a:extLst xmlns:a="http://schemas.openxmlformats.org/drawingml/2006/main">
              <a:ext uri="{FF2B5EF4-FFF2-40B4-BE49-F238E27FC236}">
                <a16:creationId xmlns:a16="http://schemas.microsoft.com/office/drawing/2014/main" id="{2A10872D-FE86-4FD6-9AB2-9440412A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552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0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5731859" y="4755309"/>
            <a:ext cx="116491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29" name="skill-map-zh-v2-63">
            <a:extLst xmlns:a="http://schemas.openxmlformats.org/drawingml/2006/main">
              <a:ext uri="{FF2B5EF4-FFF2-40B4-BE49-F238E27FC236}">
                <a16:creationId xmlns:a16="http://schemas.microsoft.com/office/drawing/2014/main" id="{804210A1-544C-4C3B-9FDF-281FBB1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4895850"/>
            <a:ext cx="336804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skill-map-zh-v2-64">
            <a:extLst xmlns:a="http://schemas.openxmlformats.org/drawingml/2006/main">
              <a:ext uri="{FF2B5EF4-FFF2-40B4-BE49-F238E27FC236}">
                <a16:creationId xmlns:a16="http://schemas.microsoft.com/office/drawing/2014/main" id="{77C17F00-E311-40EB-83F1-E6E7E910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5009007"/>
            <a:ext cx="427482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skill-map-zh-v2-65">
            <a:extLst xmlns:a="http://schemas.openxmlformats.org/drawingml/2006/main">
              <a:ext uri="{FF2B5EF4-FFF2-40B4-BE49-F238E27FC236}">
                <a16:creationId xmlns:a16="http://schemas.microsoft.com/office/drawing/2014/main" id="{C9845F14-CDED-4626-9401-AAEA3C4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5122164"/>
            <a:ext cx="427482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skill-map-zh-v2-66">
            <a:extLst xmlns:a="http://schemas.openxmlformats.org/drawingml/2006/main">
              <a:ext uri="{FF2B5EF4-FFF2-40B4-BE49-F238E27FC236}">
                <a16:creationId xmlns:a16="http://schemas.microsoft.com/office/drawing/2014/main" id="{22F9BFBD-26B6-4C88-94B5-9D15A91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5235321"/>
            <a:ext cx="427482" cy="2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skill-map-zh-v2-67">
            <a:extLst xmlns:a="http://schemas.openxmlformats.org/drawingml/2006/main">
              <a:ext uri="{FF2B5EF4-FFF2-40B4-BE49-F238E27FC236}">
                <a16:creationId xmlns:a16="http://schemas.microsoft.com/office/drawing/2014/main" id="{E1324DB6-F444-4C53-9095-5539650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00500"/>
            <a:ext cx="1009650" cy="1524000"/>
          </a:xfrm>
          <a:custGeom xmlns:a="http://schemas.openxmlformats.org/drawingml/2006/main">
            <a:pathLst>
              <a:path w="1009650" h="1524000">
                <a:moveTo>
                  <a:pt x="0" y="0"/>
                </a:moveTo>
                <a:lnTo>
                  <a:pt x="827913" y="0"/>
                </a:lnTo>
                <a:lnTo>
                  <a:pt x="1009650" y="181737"/>
                </a:lnTo>
                <a:lnTo>
                  <a:pt x="1009650" y="152400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134" name="skill-map-zh-v2-68-start-1">
            <a:extLst xmlns:a="http://schemas.openxmlformats.org/drawingml/2006/main">
              <a:ext uri="{FF2B5EF4-FFF2-40B4-BE49-F238E27FC236}">
                <a16:creationId xmlns:a16="http://schemas.microsoft.com/office/drawing/2014/main" id="{8C3088CB-48AA-4369-A3F2-E357089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438" y="4000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skill-map-zh-v2-68-end-1">
            <a:extLst xmlns:a="http://schemas.openxmlformats.org/drawingml/2006/main">
              <a:ext uri="{FF2B5EF4-FFF2-40B4-BE49-F238E27FC236}">
                <a16:creationId xmlns:a16="http://schemas.microsoft.com/office/drawing/2014/main" id="{168E9384-5515-43EC-B2A2-DDD84EE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4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8" name=""/>
          <p:cNvCxnSpPr>
            <a:stCxn xmlns:a="http://schemas.openxmlformats.org/drawingml/2006/main" id="134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>
            <a:off x="7314486" y="4000595"/>
            <a:ext cx="0" cy="18164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37" name="skill-map-zh-v2-68-start-2">
            <a:extLst xmlns:a="http://schemas.openxmlformats.org/drawingml/2006/main">
              <a:ext uri="{FF2B5EF4-FFF2-40B4-BE49-F238E27FC236}">
                <a16:creationId xmlns:a16="http://schemas.microsoft.com/office/drawing/2014/main" id="{D6BC130A-578A-439C-A885-6318627F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4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skill-map-zh-v2-68-end-2">
            <a:extLst xmlns:a="http://schemas.openxmlformats.org/drawingml/2006/main">
              <a:ext uri="{FF2B5EF4-FFF2-40B4-BE49-F238E27FC236}">
                <a16:creationId xmlns:a16="http://schemas.microsoft.com/office/drawing/2014/main" id="{A2763AD9-B331-4209-A110-5B42E6BF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1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7314533" y="4182285"/>
            <a:ext cx="18164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40" name="skill-map-zh-v2-69">
            <a:extLst xmlns:a="http://schemas.openxmlformats.org/drawingml/2006/main">
              <a:ext uri="{FF2B5EF4-FFF2-40B4-BE49-F238E27FC236}">
                <a16:creationId xmlns:a16="http://schemas.microsoft.com/office/drawing/2014/main" id="{F8C059FF-19D8-4142-9FBF-84A2F804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381500"/>
            <a:ext cx="525018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skill-map-zh-v2-70">
            <a:extLst xmlns:a="http://schemas.openxmlformats.org/drawingml/2006/main">
              <a:ext uri="{FF2B5EF4-FFF2-40B4-BE49-F238E27FC236}">
                <a16:creationId xmlns:a16="http://schemas.microsoft.com/office/drawing/2014/main" id="{8760532E-DD8C-4BD3-A15E-9471ED3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54914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skill-map-zh-v2-71">
            <a:extLst xmlns:a="http://schemas.openxmlformats.org/drawingml/2006/main">
              <a:ext uri="{FF2B5EF4-FFF2-40B4-BE49-F238E27FC236}">
                <a16:creationId xmlns:a16="http://schemas.microsoft.com/office/drawing/2014/main" id="{9BAAE930-341C-48BA-8B37-15E92E30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71678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skill-map-zh-v2-72">
            <a:extLst xmlns:a="http://schemas.openxmlformats.org/drawingml/2006/main">
              <a:ext uri="{FF2B5EF4-FFF2-40B4-BE49-F238E27FC236}">
                <a16:creationId xmlns:a16="http://schemas.microsoft.com/office/drawing/2014/main" id="{E9AC8772-4E6D-41DB-ACB0-D4FC51A9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88442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skill-map-zh-v2-73">
            <a:extLst xmlns:a="http://schemas.openxmlformats.org/drawingml/2006/main">
              <a:ext uri="{FF2B5EF4-FFF2-40B4-BE49-F238E27FC236}">
                <a16:creationId xmlns:a16="http://schemas.microsoft.com/office/drawing/2014/main" id="{30F1B712-7B3F-4A33-BC47-43989C15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4914900"/>
            <a:ext cx="666369" cy="365760"/>
          </a:xfrm>
          <a:custGeom xmlns:a="http://schemas.openxmlformats.org/drawingml/2006/main">
            <a:pathLst>
              <a:path w="666369" h="365760">
                <a:moveTo>
                  <a:pt x="0" y="365760"/>
                </a:moveTo>
                <a:lnTo>
                  <a:pt x="171640" y="106680"/>
                </a:lnTo>
                <a:lnTo>
                  <a:pt x="323088" y="274320"/>
                </a:lnTo>
                <a:lnTo>
                  <a:pt x="504825" y="0"/>
                </a:lnTo>
                <a:lnTo>
                  <a:pt x="666369" y="365760"/>
                </a:lnTo>
                <a:close/>
              </a:path>
            </a:pathLst>
          </a:cu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skill-map-zh-v2-74">
            <a:extLst xmlns:a="http://schemas.openxmlformats.org/drawingml/2006/main">
              <a:ext uri="{FF2B5EF4-FFF2-40B4-BE49-F238E27FC236}">
                <a16:creationId xmlns:a16="http://schemas.microsoft.com/office/drawing/2014/main" id="{06F7F15E-C20B-4DB4-A6C2-09BE2DA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00500"/>
            <a:ext cx="1009650" cy="1524000"/>
          </a:xfrm>
          <a:custGeom xmlns:a="http://schemas.openxmlformats.org/drawingml/2006/main">
            <a:pathLst>
              <a:path w="1009650" h="1524000">
                <a:moveTo>
                  <a:pt x="0" y="0"/>
                </a:moveTo>
                <a:lnTo>
                  <a:pt x="827913" y="0"/>
                </a:lnTo>
                <a:lnTo>
                  <a:pt x="1009650" y="181737"/>
                </a:lnTo>
                <a:lnTo>
                  <a:pt x="1009650" y="152400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380B4"/>
            </a:solidFill>
            <a:prstDash val="solid"/>
          </a:ln>
        </p:spPr>
      </p:sp>
      <p:sp>
        <p:nvSpPr>
          <p:cNvPr id="146" name="skill-map-zh-v2-75-start-1">
            <a:extLst xmlns:a="http://schemas.openxmlformats.org/drawingml/2006/main">
              <a:ext uri="{FF2B5EF4-FFF2-40B4-BE49-F238E27FC236}">
                <a16:creationId xmlns:a16="http://schemas.microsoft.com/office/drawing/2014/main" id="{402683AB-63D1-4509-A656-C18D2D91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38" y="4000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skill-map-zh-v2-75-end-1">
            <a:extLst xmlns:a="http://schemas.openxmlformats.org/drawingml/2006/main">
              <a:ext uri="{FF2B5EF4-FFF2-40B4-BE49-F238E27FC236}">
                <a16:creationId xmlns:a16="http://schemas.microsoft.com/office/drawing/2014/main" id="{194E2358-30B4-4134-B690-80D4085C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0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8571786" y="4000595"/>
            <a:ext cx="0" cy="18164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49" name="skill-map-zh-v2-75-start-2">
            <a:extLst xmlns:a="http://schemas.openxmlformats.org/drawingml/2006/main">
              <a:ext uri="{FF2B5EF4-FFF2-40B4-BE49-F238E27FC236}">
                <a16:creationId xmlns:a16="http://schemas.microsoft.com/office/drawing/2014/main" id="{11674232-E3A0-4E88-BBF2-352B43C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738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skill-map-zh-v2-75-end-2">
            <a:extLst xmlns:a="http://schemas.openxmlformats.org/drawingml/2006/main">
              <a:ext uri="{FF2B5EF4-FFF2-40B4-BE49-F238E27FC236}">
                <a16:creationId xmlns:a16="http://schemas.microsoft.com/office/drawing/2014/main" id="{1A6C7B27-A0FA-4B6F-BAAD-C081A10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82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3" name=""/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8571833" y="4182285"/>
            <a:ext cx="18164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152" name="skill-map-zh-v2-76">
            <a:extLst xmlns:a="http://schemas.openxmlformats.org/drawingml/2006/main">
              <a:ext uri="{FF2B5EF4-FFF2-40B4-BE49-F238E27FC236}">
                <a16:creationId xmlns:a16="http://schemas.microsoft.com/office/drawing/2014/main" id="{BAA6CC0A-64A9-4016-9383-FFD5BBB9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381500"/>
            <a:ext cx="525018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skill-map-zh-v2-77">
            <a:extLst xmlns:a="http://schemas.openxmlformats.org/drawingml/2006/main">
              <a:ext uri="{FF2B5EF4-FFF2-40B4-BE49-F238E27FC236}">
                <a16:creationId xmlns:a16="http://schemas.microsoft.com/office/drawing/2014/main" id="{D36022DF-FC99-42BC-8AB0-72A90E61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54914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skill-map-zh-v2-78">
            <a:extLst xmlns:a="http://schemas.openxmlformats.org/drawingml/2006/main">
              <a:ext uri="{FF2B5EF4-FFF2-40B4-BE49-F238E27FC236}">
                <a16:creationId xmlns:a16="http://schemas.microsoft.com/office/drawing/2014/main" id="{B2AD5946-F6DF-4B71-A351-83842678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71678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kill-map-zh-v2-79">
            <a:extLst xmlns:a="http://schemas.openxmlformats.org/drawingml/2006/main">
              <a:ext uri="{FF2B5EF4-FFF2-40B4-BE49-F238E27FC236}">
                <a16:creationId xmlns:a16="http://schemas.microsoft.com/office/drawing/2014/main" id="{00F350C4-0619-4DA2-8609-B95DF17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884420"/>
            <a:ext cx="666369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skill-map-zh-v2-80">
            <a:extLst xmlns:a="http://schemas.openxmlformats.org/drawingml/2006/main">
              <a:ext uri="{FF2B5EF4-FFF2-40B4-BE49-F238E27FC236}">
                <a16:creationId xmlns:a16="http://schemas.microsoft.com/office/drawing/2014/main" id="{648944A1-F8B9-4B43-B6EE-4B337347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273" y="4914900"/>
            <a:ext cx="666369" cy="365760"/>
          </a:xfrm>
          <a:custGeom xmlns:a="http://schemas.openxmlformats.org/drawingml/2006/main">
            <a:pathLst>
              <a:path w="666369" h="365760">
                <a:moveTo>
                  <a:pt x="0" y="365760"/>
                </a:moveTo>
                <a:lnTo>
                  <a:pt x="171640" y="106680"/>
                </a:lnTo>
                <a:lnTo>
                  <a:pt x="323088" y="274320"/>
                </a:lnTo>
                <a:lnTo>
                  <a:pt x="504825" y="0"/>
                </a:lnTo>
                <a:lnTo>
                  <a:pt x="666369" y="365760"/>
                </a:lnTo>
                <a:close/>
              </a:path>
            </a:pathLst>
          </a:cu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skill-map-zh-v2-81">
            <a:extLst xmlns:a="http://schemas.openxmlformats.org/drawingml/2006/main">
              <a:ext uri="{FF2B5EF4-FFF2-40B4-BE49-F238E27FC236}">
                <a16:creationId xmlns:a16="http://schemas.microsoft.com/office/drawing/2014/main" id="{6115BF35-A0B3-4371-9A35-6B27BC7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95775"/>
            <a:ext cx="89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17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会议</a:t>
            </a:r>
          </a:p>
        </p:txBody>
      </p:sp>
      <p:sp>
        <p:nvSpPr>
          <p:cNvPr id="158" name="skill-map-zh-v2-82">
            <a:extLst xmlns:a="http://schemas.openxmlformats.org/drawingml/2006/main">
              <a:ext uri="{FF2B5EF4-FFF2-40B4-BE49-F238E27FC236}">
                <a16:creationId xmlns:a16="http://schemas.microsoft.com/office/drawing/2014/main" id="{2FB037AB-B390-49CE-9543-5C32522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95775"/>
            <a:ext cx="895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17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期刊</a:t>
            </a:r>
          </a:p>
        </p:txBody>
      </p:sp>
      <p:sp>
        <p:nvSpPr>
          <p:cNvPr id="159" name="skill-map-zh-v2-83">
            <a:extLst xmlns:a="http://schemas.openxmlformats.org/drawingml/2006/main">
              <a:ext uri="{FF2B5EF4-FFF2-40B4-BE49-F238E27FC236}">
                <a16:creationId xmlns:a16="http://schemas.microsoft.com/office/drawing/2014/main" id="{64D3F582-A5BC-419B-9BF4-49E87F2E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57650"/>
            <a:ext cx="1323975" cy="1685925"/>
          </a:xfrm>
          <a:custGeom xmlns:a="http://schemas.openxmlformats.org/drawingml/2006/main">
            <a:pathLst>
              <a:path w="1323975" h="1685925">
                <a:moveTo>
                  <a:pt x="0" y="0"/>
                </a:moveTo>
                <a:lnTo>
                  <a:pt x="1085660" y="0"/>
                </a:lnTo>
                <a:lnTo>
                  <a:pt x="1323975" y="238315"/>
                </a:lnTo>
                <a:lnTo>
                  <a:pt x="1323975" y="1685925"/>
                </a:lnTo>
                <a:lnTo>
                  <a:pt x="0" y="16859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C99950"/>
            </a:solidFill>
            <a:prstDash val="solid"/>
          </a:ln>
        </p:spPr>
      </p:sp>
      <p:sp>
        <p:nvSpPr>
          <p:cNvPr id="160" name="skill-map-zh-v2-84-start-1">
            <a:extLst xmlns:a="http://schemas.openxmlformats.org/drawingml/2006/main">
              <a:ext uri="{FF2B5EF4-FFF2-40B4-BE49-F238E27FC236}">
                <a16:creationId xmlns:a16="http://schemas.microsoft.com/office/drawing/2014/main" id="{FB7B3466-DD22-46E4-8832-D26F07F6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560" y="4057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skill-map-zh-v2-84-end-1">
            <a:extLst xmlns:a="http://schemas.openxmlformats.org/drawingml/2006/main">
              <a:ext uri="{FF2B5EF4-FFF2-40B4-BE49-F238E27FC236}">
                <a16:creationId xmlns:a16="http://schemas.microsoft.com/office/drawing/2014/main" id="{9D7FB578-66F8-441E-B067-6906655F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560" y="4295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953608" y="4057745"/>
            <a:ext cx="0" cy="23822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C99950"/>
            </a:solidFill>
            <a:prstDash val="solid"/>
          </a:ln>
        </p:spPr>
      </p:cxnSp>
      <p:sp>
        <p:nvSpPr>
          <p:cNvPr id="163" name="skill-map-zh-v2-84-start-2">
            <a:extLst xmlns:a="http://schemas.openxmlformats.org/drawingml/2006/main">
              <a:ext uri="{FF2B5EF4-FFF2-40B4-BE49-F238E27FC236}">
                <a16:creationId xmlns:a16="http://schemas.microsoft.com/office/drawing/2014/main" id="{C38165E8-B915-41BD-B512-070EF32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560" y="4295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skill-map-zh-v2-84-end-2">
            <a:extLst xmlns:a="http://schemas.openxmlformats.org/drawingml/2006/main">
              <a:ext uri="{FF2B5EF4-FFF2-40B4-BE49-F238E27FC236}">
                <a16:creationId xmlns:a16="http://schemas.microsoft.com/office/drawing/2014/main" id="{2D01A789-29E8-43C8-A2F3-C9374317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95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10953655" y="4296014"/>
            <a:ext cx="23822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C99950"/>
            </a:solidFill>
            <a:prstDash val="solid"/>
          </a:ln>
        </p:spPr>
      </p:cxnSp>
      <p:sp>
        <p:nvSpPr>
          <p:cNvPr id="166" name="skill-map-zh-v2-85">
            <a:extLst xmlns:a="http://schemas.openxmlformats.org/drawingml/2006/main">
              <a:ext uri="{FF2B5EF4-FFF2-40B4-BE49-F238E27FC236}">
                <a16:creationId xmlns:a16="http://schemas.microsoft.com/office/drawing/2014/main" id="{84F79D46-2184-4FE7-B6F8-B41D2D93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4479131"/>
            <a:ext cx="688467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skill-map-zh-v2-86">
            <a:extLst xmlns:a="http://schemas.openxmlformats.org/drawingml/2006/main">
              <a:ext uri="{FF2B5EF4-FFF2-40B4-BE49-F238E27FC236}">
                <a16:creationId xmlns:a16="http://schemas.microsoft.com/office/drawing/2014/main" id="{552051C7-2019-4A11-81B9-C450EF87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4664583"/>
            <a:ext cx="873824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skill-map-zh-v2-87">
            <a:extLst xmlns:a="http://schemas.openxmlformats.org/drawingml/2006/main">
              <a:ext uri="{FF2B5EF4-FFF2-40B4-BE49-F238E27FC236}">
                <a16:creationId xmlns:a16="http://schemas.microsoft.com/office/drawing/2014/main" id="{266506B5-55F9-454F-8D88-9578215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4850035"/>
            <a:ext cx="873824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7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skill-map-zh-v2-88">
            <a:extLst xmlns:a="http://schemas.openxmlformats.org/drawingml/2006/main">
              <a:ext uri="{FF2B5EF4-FFF2-40B4-BE49-F238E27FC236}">
                <a16:creationId xmlns:a16="http://schemas.microsoft.com/office/drawing/2014/main" id="{159C008D-C107-4710-974C-4EB1B93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496" y="5035487"/>
            <a:ext cx="873824" cy="45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skill-map-zh-v2-89">
            <a:extLst xmlns:a="http://schemas.openxmlformats.org/drawingml/2006/main">
              <a:ext uri="{FF2B5EF4-FFF2-40B4-BE49-F238E27FC236}">
                <a16:creationId xmlns:a16="http://schemas.microsoft.com/office/drawing/2014/main" id="{2BC44D9D-E397-4A1F-A66B-B5F9698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9149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skill-map-zh-v2-90">
            <a:extLst xmlns:a="http://schemas.openxmlformats.org/drawingml/2006/main">
              <a:ext uri="{FF2B5EF4-FFF2-40B4-BE49-F238E27FC236}">
                <a16:creationId xmlns:a16="http://schemas.microsoft.com/office/drawing/2014/main" id="{0BA40BFC-6678-4889-B615-4A3FA82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114925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skill-map-zh-v2-91">
            <a:extLst xmlns:a="http://schemas.openxmlformats.org/drawingml/2006/main">
              <a:ext uri="{FF2B5EF4-FFF2-40B4-BE49-F238E27FC236}">
                <a16:creationId xmlns:a16="http://schemas.microsoft.com/office/drawing/2014/main" id="{BE769385-D073-411B-9CB3-74B718E9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81500"/>
            <a:ext cx="762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173" name="skill-map-zh-v2-92-start-1">
            <a:extLst xmlns:a="http://schemas.openxmlformats.org/drawingml/2006/main">
              <a:ext uri="{FF2B5EF4-FFF2-40B4-BE49-F238E27FC236}">
                <a16:creationId xmlns:a16="http://schemas.microsoft.com/office/drawing/2014/main" id="{0DACFEBE-9A9A-4F8C-BE72-55565830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838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4" name="skill-map-zh-v2-92-end-1">
            <a:extLst xmlns:a="http://schemas.openxmlformats.org/drawingml/2006/main">
              <a:ext uri="{FF2B5EF4-FFF2-40B4-BE49-F238E27FC236}">
                <a16:creationId xmlns:a16="http://schemas.microsoft.com/office/drawing/2014/main" id="{3318120F-5A01-4DFF-BECC-F5F67AC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81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7" name=""/>
          <p:cNvCxnSpPr>
            <a:stCxn xmlns:a="http://schemas.openxmlformats.org/drawingml/2006/main" id="173" idx="2"/>
            <a:endCxn xmlns:a="http://schemas.openxmlformats.org/drawingml/2006/main" id="174" idx="0"/>
          </p:cNvCxnSpPr>
          <p:nvPr/>
        </p:nvCxnSpPr>
        <p:spPr>
          <a:xfrm xmlns:a="http://schemas.openxmlformats.org/drawingml/2006/main" flipH="1">
            <a:off x="10953798" y="4838795"/>
            <a:ext cx="38100" cy="1427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76" name="skill-map-zh-v2-92-start-2">
            <a:extLst xmlns:a="http://schemas.openxmlformats.org/drawingml/2006/main">
              <a:ext uri="{FF2B5EF4-FFF2-40B4-BE49-F238E27FC236}">
                <a16:creationId xmlns:a16="http://schemas.microsoft.com/office/drawing/2014/main" id="{D3DB1695-ECD7-40CC-B852-4298C7A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81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7" name="skill-map-zh-v2-92-end-2">
            <a:extLst xmlns:a="http://schemas.openxmlformats.org/drawingml/2006/main">
              <a:ext uri="{FF2B5EF4-FFF2-40B4-BE49-F238E27FC236}">
                <a16:creationId xmlns:a16="http://schemas.microsoft.com/office/drawing/2014/main" id="{9605BA2B-6765-4AF3-BAE4-CE342A2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38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0" name=""/>
          <p:cNvCxnSpPr>
            <a:stCxn xmlns:a="http://schemas.openxmlformats.org/drawingml/2006/main" id="176" idx="3"/>
            <a:endCxn xmlns:a="http://schemas.openxmlformats.org/drawingml/2006/main" id="177" idx="1"/>
          </p:cNvCxnSpPr>
          <p:nvPr/>
        </p:nvCxnSpPr>
        <p:spPr>
          <a:xfrm xmlns:a="http://schemas.openxmlformats.org/drawingml/2006/main" flipV="1">
            <a:off x="10953845" y="4838748"/>
            <a:ext cx="20945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179" name="skill-map-zh-v2-93-start-1">
            <a:extLst xmlns:a="http://schemas.openxmlformats.org/drawingml/2006/main">
              <a:ext uri="{FF2B5EF4-FFF2-40B4-BE49-F238E27FC236}">
                <a16:creationId xmlns:a16="http://schemas.microsoft.com/office/drawing/2014/main" id="{E2CE7018-4E7F-490E-9F21-75F6F9D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14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skill-map-zh-v2-93-end-1">
            <a:extLst xmlns:a="http://schemas.openxmlformats.org/drawingml/2006/main">
              <a:ext uri="{FF2B5EF4-FFF2-40B4-BE49-F238E27FC236}">
                <a16:creationId xmlns:a16="http://schemas.microsoft.com/office/drawing/2014/main" id="{DA4FC3DA-DEBB-420E-903D-7920A734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514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3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11010995" y="4514898"/>
            <a:ext cx="5333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B2A0"/>
            </a:solidFill>
            <a:prstDash val="solid"/>
          </a:ln>
        </p:spPr>
      </p:cxnSp>
      <p:sp>
        <p:nvSpPr>
          <p:cNvPr id="182" name="skill-map-zh-v2-94-start-1">
            <a:extLst xmlns:a="http://schemas.openxmlformats.org/drawingml/2006/main">
              <a:ext uri="{FF2B5EF4-FFF2-40B4-BE49-F238E27FC236}">
                <a16:creationId xmlns:a16="http://schemas.microsoft.com/office/drawing/2014/main" id="{2BEA3F5B-E4BE-4389-BE97-1105252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629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3" name="skill-map-zh-v2-94-end-1">
            <a:extLst xmlns:a="http://schemas.openxmlformats.org/drawingml/2006/main">
              <a:ext uri="{FF2B5EF4-FFF2-40B4-BE49-F238E27FC236}">
                <a16:creationId xmlns:a16="http://schemas.microsoft.com/office/drawing/2014/main" id="{BDC6E558-E73F-4350-8184-A58302C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629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6" name=""/>
          <p:cNvCxnSpPr>
            <a:stCxn xmlns:a="http://schemas.openxmlformats.org/drawingml/2006/main" id="182" idx="3"/>
            <a:endCxn xmlns:a="http://schemas.openxmlformats.org/drawingml/2006/main" id="183" idx="1"/>
          </p:cNvCxnSpPr>
          <p:nvPr/>
        </p:nvCxnSpPr>
        <p:spPr>
          <a:xfrm xmlns:a="http://schemas.openxmlformats.org/drawingml/2006/main">
            <a:off x="11010995" y="4629198"/>
            <a:ext cx="5333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B2A0"/>
            </a:solidFill>
            <a:prstDash val="solid"/>
          </a:ln>
        </p:spPr>
      </p:cxnSp>
      <p:sp>
        <p:nvSpPr>
          <p:cNvPr id="185" name="skill-map-zh-v2-95">
            <a:extLst xmlns:a="http://schemas.openxmlformats.org/drawingml/2006/main">
              <a:ext uri="{FF2B5EF4-FFF2-40B4-BE49-F238E27FC236}">
                <a16:creationId xmlns:a16="http://schemas.microsoft.com/office/drawing/2014/main" id="{E0CE4F50-E492-4EEB-8B36-190B1A6E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286375"/>
            <a:ext cx="733425" cy="695325"/>
          </a:xfrm>
          <a:custGeom xmlns:a="http://schemas.openxmlformats.org/drawingml/2006/main">
            <a:pathLst>
              <a:path w="733425" h="695325">
                <a:moveTo>
                  <a:pt x="0" y="133350"/>
                </a:moveTo>
                <a:lnTo>
                  <a:pt x="142875" y="0"/>
                </a:lnTo>
                <a:lnTo>
                  <a:pt x="733425" y="561975"/>
                </a:lnTo>
                <a:lnTo>
                  <a:pt x="600075" y="695325"/>
                </a:lnTo>
                <a:close/>
              </a:path>
            </a:pathLst>
          </a:custGeom>
          <a:solidFill xmlns:a="http://schemas.openxmlformats.org/drawingml/2006/main">
            <a:srgbClr val="B1D3C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186" name="skill-map-zh-v2-96">
            <a:extLst xmlns:a="http://schemas.openxmlformats.org/drawingml/2006/main">
              <a:ext uri="{FF2B5EF4-FFF2-40B4-BE49-F238E27FC236}">
                <a16:creationId xmlns:a16="http://schemas.microsoft.com/office/drawing/2014/main" id="{7D4422EE-A6C6-4850-8FCA-0FFAFD9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419725"/>
            <a:ext cx="209550" cy="142875"/>
          </a:xfrm>
          <a:custGeom xmlns:a="http://schemas.openxmlformats.org/drawingml/2006/main">
            <a:pathLst>
              <a:path w="209550" h="142875">
                <a:moveTo>
                  <a:pt x="66675" y="0"/>
                </a:moveTo>
                <a:lnTo>
                  <a:pt x="0" y="142875"/>
                </a:lnTo>
                <a:lnTo>
                  <a:pt x="209550" y="95250"/>
                </a:lnTo>
                <a:close/>
              </a:path>
            </a:pathLst>
          </a:custGeom>
          <a:solidFill xmlns:a="http://schemas.openxmlformats.org/drawingml/2006/main">
            <a:srgbClr val="F3E8D0"/>
          </a:solidFill>
          <a:ln xmlns:a="http://schemas.openxmlformats.org/drawingml/2006/main" w="14288">
            <a:solidFill>
              <a:srgbClr val="4A9086"/>
            </a:solidFill>
            <a:prstDash val="solid"/>
          </a:ln>
        </p:spPr>
      </p:sp>
      <p:sp>
        <p:nvSpPr>
          <p:cNvPr id="187" name="skill-map-zh-v2-97">
            <a:extLst xmlns:a="http://schemas.openxmlformats.org/drawingml/2006/main">
              <a:ext uri="{FF2B5EF4-FFF2-40B4-BE49-F238E27FC236}">
                <a16:creationId xmlns:a16="http://schemas.microsoft.com/office/drawing/2014/main" id="{97EAE7FF-DC2A-460D-AA65-7709DDB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010025"/>
            <a:ext cx="752475" cy="1066800"/>
          </a:xfrm>
          <a:custGeom xmlns:a="http://schemas.openxmlformats.org/drawingml/2006/main">
            <a:pathLst>
              <a:path w="752475" h="1066800">
                <a:moveTo>
                  <a:pt x="0" y="0"/>
                </a:moveTo>
                <a:lnTo>
                  <a:pt x="617029" y="0"/>
                </a:lnTo>
                <a:lnTo>
                  <a:pt x="752475" y="135446"/>
                </a:lnTo>
                <a:lnTo>
                  <a:pt x="752475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188" name="skill-map-zh-v2-98-start-1">
            <a:extLst xmlns:a="http://schemas.openxmlformats.org/drawingml/2006/main">
              <a:ext uri="{FF2B5EF4-FFF2-40B4-BE49-F238E27FC236}">
                <a16:creationId xmlns:a16="http://schemas.microsoft.com/office/drawing/2014/main" id="{6AFEBCE2-ED0E-4052-B31D-A91A443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0100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skill-map-zh-v2-98-end-1">
            <a:extLst xmlns:a="http://schemas.openxmlformats.org/drawingml/2006/main">
              <a:ext uri="{FF2B5EF4-FFF2-40B4-BE49-F238E27FC236}">
                <a16:creationId xmlns:a16="http://schemas.microsoft.com/office/drawing/2014/main" id="{D970EE7F-8151-4E60-8B3E-E31661AA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145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2" name=""/>
          <p:cNvCxnSpPr>
            <a:stCxn xmlns:a="http://schemas.openxmlformats.org/drawingml/2006/main" id="188" idx="2"/>
            <a:endCxn xmlns:a="http://schemas.openxmlformats.org/drawingml/2006/main" id="189" idx="0"/>
          </p:cNvCxnSpPr>
          <p:nvPr/>
        </p:nvCxnSpPr>
        <p:spPr>
          <a:xfrm xmlns:a="http://schemas.openxmlformats.org/drawingml/2006/main">
            <a:off x="13237703" y="4010120"/>
            <a:ext cx="0" cy="13535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91" name="skill-map-zh-v2-98-start-2">
            <a:extLst xmlns:a="http://schemas.openxmlformats.org/drawingml/2006/main">
              <a:ext uri="{FF2B5EF4-FFF2-40B4-BE49-F238E27FC236}">
                <a16:creationId xmlns:a16="http://schemas.microsoft.com/office/drawing/2014/main" id="{4F3A4031-B5EA-497E-BB7A-4E77C86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7655" y="4145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skill-map-zh-v2-98-end-2">
            <a:extLst xmlns:a="http://schemas.openxmlformats.org/drawingml/2006/main">
              <a:ext uri="{FF2B5EF4-FFF2-40B4-BE49-F238E27FC236}">
                <a16:creationId xmlns:a16="http://schemas.microsoft.com/office/drawing/2014/main" id="{8E2610FA-CCA6-4F10-83E6-2BBF2E81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145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5" name=""/>
          <p:cNvCxnSpPr>
            <a:stCxn xmlns:a="http://schemas.openxmlformats.org/drawingml/2006/main" id="191" idx="3"/>
            <a:endCxn xmlns:a="http://schemas.openxmlformats.org/drawingml/2006/main" id="192" idx="1"/>
          </p:cNvCxnSpPr>
          <p:nvPr/>
        </p:nvCxnSpPr>
        <p:spPr>
          <a:xfrm xmlns:a="http://schemas.openxmlformats.org/drawingml/2006/main">
            <a:off x="13237750" y="4145519"/>
            <a:ext cx="1353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27FAA"/>
            </a:solidFill>
            <a:prstDash val="solid"/>
          </a:ln>
        </p:spPr>
      </p:cxnSp>
      <p:sp>
        <p:nvSpPr>
          <p:cNvPr id="194" name="skill-map-zh-v2-99">
            <a:extLst xmlns:a="http://schemas.openxmlformats.org/drawingml/2006/main">
              <a:ext uri="{FF2B5EF4-FFF2-40B4-BE49-F238E27FC236}">
                <a16:creationId xmlns:a16="http://schemas.microsoft.com/office/drawing/2014/main" id="{E1F7841C-7F27-49E2-9F2F-EB3E270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276725"/>
            <a:ext cx="391287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skill-map-zh-v2-100">
            <a:extLst xmlns:a="http://schemas.openxmlformats.org/drawingml/2006/main">
              <a:ext uri="{FF2B5EF4-FFF2-40B4-BE49-F238E27FC236}">
                <a16:creationId xmlns:a16="http://schemas.microsoft.com/office/drawing/2014/main" id="{67AC002D-AE1D-44A8-BAB0-C8856CE5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394073"/>
            <a:ext cx="496634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skill-map-zh-v2-101">
            <a:extLst xmlns:a="http://schemas.openxmlformats.org/drawingml/2006/main">
              <a:ext uri="{FF2B5EF4-FFF2-40B4-BE49-F238E27FC236}">
                <a16:creationId xmlns:a16="http://schemas.microsoft.com/office/drawing/2014/main" id="{BFA49EA5-DA40-40C1-889F-CD6E7442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511421"/>
            <a:ext cx="496634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skill-map-zh-v2-102">
            <a:extLst xmlns:a="http://schemas.openxmlformats.org/drawingml/2006/main">
              <a:ext uri="{FF2B5EF4-FFF2-40B4-BE49-F238E27FC236}">
                <a16:creationId xmlns:a16="http://schemas.microsoft.com/office/drawing/2014/main" id="{93263BC4-A9B6-4DC9-A19E-04DCB8C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628769"/>
            <a:ext cx="496634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skill-map-zh-v2-103">
            <a:extLst xmlns:a="http://schemas.openxmlformats.org/drawingml/2006/main">
              <a:ext uri="{FF2B5EF4-FFF2-40B4-BE49-F238E27FC236}">
                <a16:creationId xmlns:a16="http://schemas.microsoft.com/office/drawing/2014/main" id="{3ABB657D-B1D9-4B94-9B3A-AEB1BB2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496" y="4639437"/>
            <a:ext cx="526733" cy="298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27FAA"/>
                </a:solidFill>
                <a:latin typeface="苹方-简"/>
                <a:ea typeface="苹方-简"/>
                <a:cs typeface="苹方-简"/>
              </a:defRPr>
            </a:pPr>
            <a:r>
              <a:rPr sz="2250" b="1">
                <a:solidFill>
                  <a:srgbClr val="527FAA"/>
                </a:solidFill>
                <a:latin typeface="苹方-简"/>
                <a:ea typeface="苹方-简"/>
                <a:cs typeface="苹方-简"/>
              </a:rPr>
              <a:t>&lt;/&gt;</a:t>
            </a:r>
          </a:p>
        </p:txBody>
      </p:sp>
      <p:sp>
        <p:nvSpPr>
          <p:cNvPr id="199" name="skill-map-zh-v2-104">
            <a:extLst xmlns:a="http://schemas.openxmlformats.org/drawingml/2006/main">
              <a:ext uri="{FF2B5EF4-FFF2-40B4-BE49-F238E27FC236}">
                <a16:creationId xmlns:a16="http://schemas.microsoft.com/office/drawing/2014/main" id="{F1C591BB-5CCA-4191-A0C1-EADD442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933825"/>
            <a:ext cx="809625" cy="1152525"/>
          </a:xfrm>
          <a:custGeom xmlns:a="http://schemas.openxmlformats.org/drawingml/2006/main">
            <a:pathLst>
              <a:path w="809625" h="1152525">
                <a:moveTo>
                  <a:pt x="0" y="0"/>
                </a:moveTo>
                <a:lnTo>
                  <a:pt x="663893" y="0"/>
                </a:lnTo>
                <a:lnTo>
                  <a:pt x="809625" y="145733"/>
                </a:lnTo>
                <a:lnTo>
                  <a:pt x="809625" y="1152525"/>
                </a:lnTo>
                <a:lnTo>
                  <a:pt x="0" y="1152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00" name="skill-map-zh-v2-105-start-1">
            <a:extLst xmlns:a="http://schemas.openxmlformats.org/drawingml/2006/main">
              <a:ext uri="{FF2B5EF4-FFF2-40B4-BE49-F238E27FC236}">
                <a16:creationId xmlns:a16="http://schemas.microsoft.com/office/drawing/2014/main" id="{D5303E09-D8F2-4D72-8DB5-721272A1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3" y="3933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skill-map-zh-v2-105-end-1">
            <a:extLst xmlns:a="http://schemas.openxmlformats.org/drawingml/2006/main">
              <a:ext uri="{FF2B5EF4-FFF2-40B4-BE49-F238E27FC236}">
                <a16:creationId xmlns:a16="http://schemas.microsoft.com/office/drawing/2014/main" id="{292F5317-42EE-424B-B8C1-905546B6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3" y="4079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4" name=""/>
          <p:cNvCxnSpPr>
            <a:stCxn xmlns:a="http://schemas.openxmlformats.org/drawingml/2006/main" id="200" idx="2"/>
            <a:endCxn xmlns:a="http://schemas.openxmlformats.org/drawingml/2006/main" id="201" idx="0"/>
          </p:cNvCxnSpPr>
          <p:nvPr/>
        </p:nvCxnSpPr>
        <p:spPr>
          <a:xfrm xmlns:a="http://schemas.openxmlformats.org/drawingml/2006/main">
            <a:off x="14132291" y="3933920"/>
            <a:ext cx="0" cy="14563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3" name="skill-map-zh-v2-105-start-2">
            <a:extLst xmlns:a="http://schemas.openxmlformats.org/drawingml/2006/main">
              <a:ext uri="{FF2B5EF4-FFF2-40B4-BE49-F238E27FC236}">
                <a16:creationId xmlns:a16="http://schemas.microsoft.com/office/drawing/2014/main" id="{3FCBCE22-DC20-4EE9-9962-F107FE7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3" y="4079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skill-map-zh-v2-105-end-2">
            <a:extLst xmlns:a="http://schemas.openxmlformats.org/drawingml/2006/main">
              <a:ext uri="{FF2B5EF4-FFF2-40B4-BE49-F238E27FC236}">
                <a16:creationId xmlns:a16="http://schemas.microsoft.com/office/drawing/2014/main" id="{B91BC540-5630-4B0C-A119-58F4276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079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7" name=""/>
          <p:cNvCxnSpPr>
            <a:stCxn xmlns:a="http://schemas.openxmlformats.org/drawingml/2006/main" id="203" idx="3"/>
            <a:endCxn xmlns:a="http://schemas.openxmlformats.org/drawingml/2006/main" id="204" idx="1"/>
          </p:cNvCxnSpPr>
          <p:nvPr/>
        </p:nvCxnSpPr>
        <p:spPr>
          <a:xfrm xmlns:a="http://schemas.openxmlformats.org/drawingml/2006/main">
            <a:off x="14132338" y="4079606"/>
            <a:ext cx="14563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6" name="skill-map-zh-v2-106">
            <a:extLst xmlns:a="http://schemas.openxmlformats.org/drawingml/2006/main">
              <a:ext uri="{FF2B5EF4-FFF2-40B4-BE49-F238E27FC236}">
                <a16:creationId xmlns:a16="http://schemas.microsoft.com/office/drawing/2014/main" id="{FA921ADE-441F-46BC-8CB8-2459CE67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221956"/>
            <a:ext cx="421005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skill-map-zh-v2-107">
            <a:extLst xmlns:a="http://schemas.openxmlformats.org/drawingml/2006/main">
              <a:ext uri="{FF2B5EF4-FFF2-40B4-BE49-F238E27FC236}">
                <a16:creationId xmlns:a16="http://schemas.microsoft.com/office/drawing/2014/main" id="{EC1FA6D3-7F33-46D8-8684-75848B8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348734"/>
            <a:ext cx="534353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skill-map-zh-v2-108">
            <a:extLst xmlns:a="http://schemas.openxmlformats.org/drawingml/2006/main">
              <a:ext uri="{FF2B5EF4-FFF2-40B4-BE49-F238E27FC236}">
                <a16:creationId xmlns:a16="http://schemas.microsoft.com/office/drawing/2014/main" id="{F48877DC-FA09-4668-BE5D-0B02E6FF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475512"/>
            <a:ext cx="534353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skill-map-zh-v2-109">
            <a:extLst xmlns:a="http://schemas.openxmlformats.org/drawingml/2006/main">
              <a:ext uri="{FF2B5EF4-FFF2-40B4-BE49-F238E27FC236}">
                <a16:creationId xmlns:a16="http://schemas.microsoft.com/office/drawing/2014/main" id="{DB0133BE-E2DF-4344-A06C-981888A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602290"/>
            <a:ext cx="534353" cy="31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skill-map-zh-v2-110">
            <a:extLst xmlns:a="http://schemas.openxmlformats.org/drawingml/2006/main">
              <a:ext uri="{FF2B5EF4-FFF2-40B4-BE49-F238E27FC236}">
                <a16:creationId xmlns:a16="http://schemas.microsoft.com/office/drawing/2014/main" id="{A0318B2E-50A1-4B12-9549-B84E4F21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794" y="4625340"/>
            <a:ext cx="534352" cy="276606"/>
          </a:xfrm>
          <a:custGeom xmlns:a="http://schemas.openxmlformats.org/drawingml/2006/main">
            <a:pathLst>
              <a:path w="534352" h="276606">
                <a:moveTo>
                  <a:pt x="0" y="276606"/>
                </a:moveTo>
                <a:lnTo>
                  <a:pt x="137636" y="80677"/>
                </a:lnTo>
                <a:lnTo>
                  <a:pt x="259080" y="207454"/>
                </a:lnTo>
                <a:lnTo>
                  <a:pt x="404813" y="0"/>
                </a:lnTo>
                <a:lnTo>
                  <a:pt x="534352" y="276606"/>
                </a:lnTo>
                <a:close/>
              </a:path>
            </a:pathLst>
          </a:cu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skill-map-zh-v2-111">
            <a:extLst xmlns:a="http://schemas.openxmlformats.org/drawingml/2006/main">
              <a:ext uri="{FF2B5EF4-FFF2-40B4-BE49-F238E27FC236}">
                <a16:creationId xmlns:a16="http://schemas.microsoft.com/office/drawing/2014/main" id="{A9746F90-32F2-4506-A0A3-8C3DF8EB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152900"/>
            <a:ext cx="51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212" name="skill-map-zh-v2-112">
            <a:extLst xmlns:a="http://schemas.openxmlformats.org/drawingml/2006/main">
              <a:ext uri="{FF2B5EF4-FFF2-40B4-BE49-F238E27FC236}">
                <a16:creationId xmlns:a16="http://schemas.microsoft.com/office/drawing/2014/main" id="{BA09203E-83D4-4C43-B274-084E93B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048125"/>
            <a:ext cx="51435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213" name="skill-map-zh-v2-113-start-1">
            <a:extLst xmlns:a="http://schemas.openxmlformats.org/drawingml/2006/main">
              <a:ext uri="{FF2B5EF4-FFF2-40B4-BE49-F238E27FC236}">
                <a16:creationId xmlns:a16="http://schemas.microsoft.com/office/drawing/2014/main" id="{42D75BF7-DBC8-4582-9C23-E7628145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429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skill-map-zh-v2-113-end-1">
            <a:extLst xmlns:a="http://schemas.openxmlformats.org/drawingml/2006/main">
              <a:ext uri="{FF2B5EF4-FFF2-40B4-BE49-F238E27FC236}">
                <a16:creationId xmlns:a16="http://schemas.microsoft.com/office/drawing/2014/main" id="{050353D9-9242-4200-845B-6FE4C036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7" name=""/>
          <p:cNvCxnSpPr>
            <a:stCxn xmlns:a="http://schemas.openxmlformats.org/drawingml/2006/main" id="213" idx="2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14363748" y="4429220"/>
            <a:ext cx="57102" cy="5710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16" name="skill-map-zh-v2-113-start-2">
            <a:extLst xmlns:a="http://schemas.openxmlformats.org/drawingml/2006/main">
              <a:ext uri="{FF2B5EF4-FFF2-40B4-BE49-F238E27FC236}">
                <a16:creationId xmlns:a16="http://schemas.microsoft.com/office/drawing/2014/main" id="{49F057FD-53A4-4DDA-A288-F0E55BD1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skill-map-zh-v2-113-end-2">
            <a:extLst xmlns:a="http://schemas.openxmlformats.org/drawingml/2006/main">
              <a:ext uri="{FF2B5EF4-FFF2-40B4-BE49-F238E27FC236}">
                <a16:creationId xmlns:a16="http://schemas.microsoft.com/office/drawing/2014/main" id="{7D0273DA-079E-4FF6-BC5E-9558C494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0" name=""/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14420945" y="4486323"/>
            <a:ext cx="3523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19" name="skill-map-zh-v2-113-start-3">
            <a:extLst xmlns:a="http://schemas.openxmlformats.org/drawingml/2006/main">
              <a:ext uri="{FF2B5EF4-FFF2-40B4-BE49-F238E27FC236}">
                <a16:creationId xmlns:a16="http://schemas.microsoft.com/office/drawing/2014/main" id="{41B388AD-F800-4E87-B970-665B82D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486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skill-map-zh-v2-113-end-3">
            <a:extLst xmlns:a="http://schemas.openxmlformats.org/drawingml/2006/main">
              <a:ext uri="{FF2B5EF4-FFF2-40B4-BE49-F238E27FC236}">
                <a16:creationId xmlns:a16="http://schemas.microsoft.com/office/drawing/2014/main" id="{9D738437-16A6-41F7-BB1B-D75EC982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4429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3" name=""/>
          <p:cNvCxnSpPr>
            <a:stCxn xmlns:a="http://schemas.openxmlformats.org/drawingml/2006/main" id="219" idx="3"/>
            <a:endCxn xmlns:a="http://schemas.openxmlformats.org/drawingml/2006/main" id="220" idx="1"/>
          </p:cNvCxnSpPr>
          <p:nvPr/>
        </p:nvCxnSpPr>
        <p:spPr>
          <a:xfrm xmlns:a="http://schemas.openxmlformats.org/drawingml/2006/main" flipV="1">
            <a:off x="14773370" y="4429173"/>
            <a:ext cx="7610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22" name="skill-map-zh-v2-114-start-1">
            <a:extLst xmlns:a="http://schemas.openxmlformats.org/drawingml/2006/main">
              <a:ext uri="{FF2B5EF4-FFF2-40B4-BE49-F238E27FC236}">
                <a16:creationId xmlns:a16="http://schemas.microsoft.com/office/drawing/2014/main" id="{8E6ABE44-5360-45E5-B2DB-B30B9B12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657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skill-map-zh-v2-114-end-1">
            <a:extLst xmlns:a="http://schemas.openxmlformats.org/drawingml/2006/main">
              <a:ext uri="{FF2B5EF4-FFF2-40B4-BE49-F238E27FC236}">
                <a16:creationId xmlns:a16="http://schemas.microsoft.com/office/drawing/2014/main" id="{9A9111CE-358F-4B30-801B-C95A95FD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6" name=""/>
          <p:cNvCxnSpPr>
            <a:stCxn xmlns:a="http://schemas.openxmlformats.org/drawingml/2006/main" id="222" idx="2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4363748" y="4657820"/>
            <a:ext cx="57102" cy="5710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25" name="skill-map-zh-v2-114-start-2">
            <a:extLst xmlns:a="http://schemas.openxmlformats.org/drawingml/2006/main">
              <a:ext uri="{FF2B5EF4-FFF2-40B4-BE49-F238E27FC236}">
                <a16:creationId xmlns:a16="http://schemas.microsoft.com/office/drawing/2014/main" id="{09C1C958-C6D6-4DB8-A547-059743B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skill-map-zh-v2-114-end-2">
            <a:extLst xmlns:a="http://schemas.openxmlformats.org/drawingml/2006/main">
              <a:ext uri="{FF2B5EF4-FFF2-40B4-BE49-F238E27FC236}">
                <a16:creationId xmlns:a16="http://schemas.microsoft.com/office/drawing/2014/main" id="{66DD5D73-A8A5-48D0-A26F-BBEF774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9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14420945" y="4714923"/>
            <a:ext cx="3523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28" name="skill-map-zh-v2-114-start-3">
            <a:extLst xmlns:a="http://schemas.openxmlformats.org/drawingml/2006/main">
              <a:ext uri="{FF2B5EF4-FFF2-40B4-BE49-F238E27FC236}">
                <a16:creationId xmlns:a16="http://schemas.microsoft.com/office/drawing/2014/main" id="{1867B341-FA4B-4A7E-9783-A87C4B21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714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skill-map-zh-v2-114-end-3">
            <a:extLst xmlns:a="http://schemas.openxmlformats.org/drawingml/2006/main">
              <a:ext uri="{FF2B5EF4-FFF2-40B4-BE49-F238E27FC236}">
                <a16:creationId xmlns:a16="http://schemas.microsoft.com/office/drawing/2014/main" id="{B1016C59-66EF-4C35-B712-54B93C66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4657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2" name=""/>
          <p:cNvCxnSpPr>
            <a:stCxn xmlns:a="http://schemas.openxmlformats.org/drawingml/2006/main" id="228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 flipV="1">
            <a:off x="14773370" y="4657773"/>
            <a:ext cx="7610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cxnSp>
      <p:sp>
        <p:nvSpPr>
          <p:cNvPr id="231" name="skill-map-zh-v2-115">
            <a:extLst xmlns:a="http://schemas.openxmlformats.org/drawingml/2006/main">
              <a:ext uri="{FF2B5EF4-FFF2-40B4-BE49-F238E27FC236}">
                <a16:creationId xmlns:a16="http://schemas.microsoft.com/office/drawing/2014/main" id="{8BAFE7CC-FAF0-49C6-B11F-36120338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4981575"/>
            <a:ext cx="1876425" cy="866775"/>
          </a:xfrm>
          <a:custGeom xmlns:a="http://schemas.openxmlformats.org/drawingml/2006/main">
            <a:pathLst>
              <a:path w="1876425" h="866775">
                <a:moveTo>
                  <a:pt x="0" y="0"/>
                </a:moveTo>
                <a:lnTo>
                  <a:pt x="1876425" y="0"/>
                </a:lnTo>
                <a:lnTo>
                  <a:pt x="1876425" y="866775"/>
                </a:lnTo>
                <a:lnTo>
                  <a:pt x="0" y="866775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32" name="skill-map-zh-v2-116">
            <a:extLst xmlns:a="http://schemas.openxmlformats.org/drawingml/2006/main">
              <a:ext uri="{FF2B5EF4-FFF2-40B4-BE49-F238E27FC236}">
                <a16:creationId xmlns:a16="http://schemas.microsoft.com/office/drawing/2014/main" id="{AA68525E-BE3B-4823-9062-C68F50B7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981575"/>
            <a:ext cx="1257300" cy="457200"/>
          </a:xfrm>
          <a:custGeom xmlns:a="http://schemas.openxmlformats.org/drawingml/2006/main">
            <a:pathLst>
              <a:path w="1257300" h="457200">
                <a:moveTo>
                  <a:pt x="314325" y="0"/>
                </a:moveTo>
                <a:lnTo>
                  <a:pt x="0" y="276225"/>
                </a:lnTo>
                <a:lnTo>
                  <a:pt x="866775" y="457200"/>
                </a:lnTo>
                <a:lnTo>
                  <a:pt x="1257300" y="0"/>
                </a:lnTo>
                <a:close/>
              </a:path>
            </a:pathLst>
          </a:custGeom>
          <a:solidFill xmlns:a="http://schemas.openxmlformats.org/drawingml/2006/main">
            <a:srgbClr val="B1D3C5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33" name="skill-map-zh-v2-117">
            <a:extLst xmlns:a="http://schemas.openxmlformats.org/drawingml/2006/main">
              <a:ext uri="{FF2B5EF4-FFF2-40B4-BE49-F238E27FC236}">
                <a16:creationId xmlns:a16="http://schemas.microsoft.com/office/drawing/2014/main" id="{A4357FB4-32A1-4678-AC45-07041B8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981575"/>
            <a:ext cx="1304925" cy="457200"/>
          </a:xfrm>
          <a:custGeom xmlns:a="http://schemas.openxmlformats.org/drawingml/2006/main">
            <a:pathLst>
              <a:path w="1304925" h="457200">
                <a:moveTo>
                  <a:pt x="0" y="0"/>
                </a:moveTo>
                <a:lnTo>
                  <a:pt x="466725" y="457200"/>
                </a:lnTo>
                <a:lnTo>
                  <a:pt x="1304925" y="238125"/>
                </a:lnTo>
                <a:lnTo>
                  <a:pt x="933450" y="0"/>
                </a:lnTo>
                <a:close/>
              </a:path>
            </a:pathLst>
          </a:custGeom>
          <a:solidFill xmlns:a="http://schemas.openxmlformats.org/drawingml/2006/main">
            <a:srgbClr val="D8E5EF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234" name="skill-map-zh-v2-118-start-1">
            <a:extLst xmlns:a="http://schemas.openxmlformats.org/drawingml/2006/main">
              <a:ext uri="{FF2B5EF4-FFF2-40B4-BE49-F238E27FC236}">
                <a16:creationId xmlns:a16="http://schemas.microsoft.com/office/drawing/2014/main" id="{5B960BFB-D701-4B23-8EC2-7D944770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4483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skill-map-zh-v2-118-end-1">
            <a:extLst xmlns:a="http://schemas.openxmlformats.org/drawingml/2006/main">
              <a:ext uri="{FF2B5EF4-FFF2-40B4-BE49-F238E27FC236}">
                <a16:creationId xmlns:a16="http://schemas.microsoft.com/office/drawing/2014/main" id="{49E57488-B16D-483E-A234-DA7DA76A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810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8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13354098" y="5448395"/>
            <a:ext cx="0" cy="36185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A9086"/>
            </a:solidFill>
            <a:prstDash val="solid"/>
          </a:ln>
        </p:spPr>
      </p:cxnSp>
      <p:sp>
        <p:nvSpPr>
          <p:cNvPr id="237" name="skill-map-zh-v2-119">
            <a:extLst xmlns:a="http://schemas.openxmlformats.org/drawingml/2006/main">
              <a:ext uri="{FF2B5EF4-FFF2-40B4-BE49-F238E27FC236}">
                <a16:creationId xmlns:a16="http://schemas.microsoft.com/office/drawing/2014/main" id="{869C93F6-4CE2-4035-B4AB-171BB44E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245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调研与新颖性审计</a:t>
            </a:r>
          </a:p>
        </p:txBody>
      </p:sp>
      <p:sp>
        <p:nvSpPr>
          <p:cNvPr id="238" name="skill-map-zh-v2-120">
            <a:extLst xmlns:a="http://schemas.openxmlformats.org/drawingml/2006/main">
              <a:ext uri="{FF2B5EF4-FFF2-40B4-BE49-F238E27FC236}">
                <a16:creationId xmlns:a16="http://schemas.microsoft.com/office/drawing/2014/main" id="{6D1DF014-512F-4B16-9768-997A5C63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24575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17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方法迭代</a:t>
            </a:r>
          </a:p>
        </p:txBody>
      </p:sp>
      <p:sp>
        <p:nvSpPr>
          <p:cNvPr id="239" name="skill-map-zh-v2-121">
            <a:extLst xmlns:a="http://schemas.openxmlformats.org/drawingml/2006/main">
              <a:ext uri="{FF2B5EF4-FFF2-40B4-BE49-F238E27FC236}">
                <a16:creationId xmlns:a16="http://schemas.microsoft.com/office/drawing/2014/main" id="{ED43980A-3CC6-4F33-B6DA-46DF7B25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150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会议论文</a:t>
            </a:r>
          </a:p>
        </p:txBody>
      </p:sp>
      <p:sp>
        <p:nvSpPr>
          <p:cNvPr id="240" name="skill-map-zh-v2-122">
            <a:extLst xmlns:a="http://schemas.openxmlformats.org/drawingml/2006/main">
              <a:ext uri="{FF2B5EF4-FFF2-40B4-BE49-F238E27FC236}">
                <a16:creationId xmlns:a16="http://schemas.microsoft.com/office/drawing/2014/main" id="{301D5C24-1A72-470E-B345-83447702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34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期刊论文</a:t>
            </a:r>
          </a:p>
        </p:txBody>
      </p:sp>
      <p:sp>
        <p:nvSpPr>
          <p:cNvPr id="241" name="skill-map-zh-v2-123">
            <a:extLst xmlns:a="http://schemas.openxmlformats.org/drawingml/2006/main">
              <a:ext uri="{FF2B5EF4-FFF2-40B4-BE49-F238E27FC236}">
                <a16:creationId xmlns:a16="http://schemas.microsoft.com/office/drawing/2014/main" id="{A543641C-77D4-4007-A4C6-1A42475D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124575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冷审自己的论文</a:t>
            </a:r>
          </a:p>
        </p:txBody>
      </p:sp>
      <p:sp>
        <p:nvSpPr>
          <p:cNvPr id="242" name="skill-map-zh-v2-124">
            <a:extLst xmlns:a="http://schemas.openxmlformats.org/drawingml/2006/main">
              <a:ext uri="{FF2B5EF4-FFF2-40B4-BE49-F238E27FC236}">
                <a16:creationId xmlns:a16="http://schemas.microsoft.com/office/drawing/2014/main" id="{954D1BB8-2965-44CF-8EF2-6A360C3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61245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025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代码与数据发布</a:t>
            </a:r>
          </a:p>
        </p:txBody>
      </p:sp>
      <p:sp>
        <p:nvSpPr>
          <p:cNvPr id="243" name="skill-map-zh-v2-125-start-1">
            <a:extLst xmlns:a="http://schemas.openxmlformats.org/drawingml/2006/main">
              <a:ext uri="{FF2B5EF4-FFF2-40B4-BE49-F238E27FC236}">
                <a16:creationId xmlns:a16="http://schemas.microsoft.com/office/drawing/2014/main" id="{B20AE645-1C9E-4300-84FC-1119F832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86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skill-map-zh-v2-125-end-1">
            <a:extLst xmlns:a="http://schemas.openxmlformats.org/drawingml/2006/main">
              <a:ext uri="{FF2B5EF4-FFF2-40B4-BE49-F238E27FC236}">
                <a16:creationId xmlns:a16="http://schemas.microsoft.com/office/drawing/2014/main" id="{1BC86425-63D4-411B-B8A8-7DE1BFB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7" name=""/>
          <p:cNvCxnSpPr>
            <a:stCxn xmlns:a="http://schemas.openxmlformats.org/drawingml/2006/main" id="243" idx="2"/>
            <a:endCxn xmlns:a="http://schemas.openxmlformats.org/drawingml/2006/main" id="244" idx="0"/>
          </p:cNvCxnSpPr>
          <p:nvPr/>
        </p:nvCxnSpPr>
        <p:spPr>
          <a:xfrm xmlns:a="http://schemas.openxmlformats.org/drawingml/2006/main">
            <a:off x="1504998" y="6686645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46" name="skill-map-zh-v2-125-start-2">
            <a:extLst xmlns:a="http://schemas.openxmlformats.org/drawingml/2006/main">
              <a:ext uri="{FF2B5EF4-FFF2-40B4-BE49-F238E27FC236}">
                <a16:creationId xmlns:a16="http://schemas.microsoft.com/office/drawing/2014/main" id="{143F0A8C-62DE-473B-A3D6-49B1C51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7" name="skill-map-zh-v2-125-end-2">
            <a:extLst xmlns:a="http://schemas.openxmlformats.org/drawingml/2006/main">
              <a:ext uri="{FF2B5EF4-FFF2-40B4-BE49-F238E27FC236}">
                <a16:creationId xmlns:a16="http://schemas.microsoft.com/office/drawing/2014/main" id="{45E44C6E-2E1F-4A4C-90CD-584B8295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0" name="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>
            <a:off x="1505045" y="6953298"/>
            <a:ext cx="37622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49" name="skill-map-zh-v2-126-start-1">
            <a:extLst xmlns:a="http://schemas.openxmlformats.org/drawingml/2006/main">
              <a:ext uri="{FF2B5EF4-FFF2-40B4-BE49-F238E27FC236}">
                <a16:creationId xmlns:a16="http://schemas.microsoft.com/office/drawing/2014/main" id="{83D15B69-8782-4F72-B0A5-76F8B9E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skill-map-zh-v2-126-end-1">
            <a:extLst xmlns:a="http://schemas.openxmlformats.org/drawingml/2006/main">
              <a:ext uri="{FF2B5EF4-FFF2-40B4-BE49-F238E27FC236}">
                <a16:creationId xmlns:a16="http://schemas.microsoft.com/office/drawing/2014/main" id="{D2242962-EEA2-46DE-B500-2F6F8E6D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3" name=""/>
          <p:cNvCxnSpPr>
            <a:stCxn xmlns:a="http://schemas.openxmlformats.org/drawingml/2006/main" id="249" idx="3"/>
            <a:endCxn xmlns:a="http://schemas.openxmlformats.org/drawingml/2006/main" id="250" idx="1"/>
          </p:cNvCxnSpPr>
          <p:nvPr/>
        </p:nvCxnSpPr>
        <p:spPr>
          <a:xfrm xmlns:a="http://schemas.openxmlformats.org/drawingml/2006/main">
            <a:off x="6867620" y="6953298"/>
            <a:ext cx="70103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52" name="skill-map-zh-v2-126-start-2">
            <a:extLst xmlns:a="http://schemas.openxmlformats.org/drawingml/2006/main">
              <a:ext uri="{FF2B5EF4-FFF2-40B4-BE49-F238E27FC236}">
                <a16:creationId xmlns:a16="http://schemas.microsoft.com/office/drawing/2014/main" id="{777C2E9A-6AD6-4F34-9B6F-318C2B1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953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skill-map-zh-v2-126-end-2">
            <a:extLst xmlns:a="http://schemas.openxmlformats.org/drawingml/2006/main">
              <a:ext uri="{FF2B5EF4-FFF2-40B4-BE49-F238E27FC236}">
                <a16:creationId xmlns:a16="http://schemas.microsoft.com/office/drawing/2014/main" id="{21B03EB3-1AD3-46BB-9D59-0AC61D91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686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6" name=""/>
          <p:cNvCxnSpPr>
            <a:stCxn xmlns:a="http://schemas.openxmlformats.org/drawingml/2006/main" id="252" idx="0"/>
            <a:endCxn xmlns:a="http://schemas.openxmlformats.org/drawingml/2006/main" id="253" idx="2"/>
          </p:cNvCxnSpPr>
          <p:nvPr/>
        </p:nvCxnSpPr>
        <p:spPr>
          <a:xfrm xmlns:a="http://schemas.openxmlformats.org/drawingml/2006/main" flipV="1">
            <a:off x="13877973" y="6686645"/>
            <a:ext cx="0" cy="2666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255" name="skill-map-zh-v2-127-start-1">
            <a:extLst xmlns:a="http://schemas.openxmlformats.org/drawingml/2006/main">
              <a:ext uri="{FF2B5EF4-FFF2-40B4-BE49-F238E27FC236}">
                <a16:creationId xmlns:a16="http://schemas.microsoft.com/office/drawing/2014/main" id="{544DB7D5-07AA-4F9C-8B0F-0CEE54E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73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skill-map-zh-v2-127-end-1">
            <a:extLst xmlns:a="http://schemas.openxmlformats.org/drawingml/2006/main">
              <a:ext uri="{FF2B5EF4-FFF2-40B4-BE49-F238E27FC236}">
                <a16:creationId xmlns:a16="http://schemas.microsoft.com/office/drawing/2014/main" id="{84EF6D1F-DEAA-487D-A980-322533A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58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9" name=""/>
          <p:cNvCxnSpPr>
            <a:stCxn xmlns:a="http://schemas.openxmlformats.org/drawingml/2006/main" id="255" idx="0"/>
            <a:endCxn xmlns:a="http://schemas.openxmlformats.org/drawingml/2006/main" id="256" idx="2"/>
          </p:cNvCxnSpPr>
          <p:nvPr/>
        </p:nvCxnSpPr>
        <p:spPr>
          <a:xfrm xmlns:a="http://schemas.openxmlformats.org/drawingml/2006/main" flipV="1">
            <a:off x="5438823" y="7281511"/>
            <a:ext cx="983" cy="336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58" name="skill-map-zh-v2-127-start-2">
            <a:extLst xmlns:a="http://schemas.openxmlformats.org/drawingml/2006/main">
              <a:ext uri="{FF2B5EF4-FFF2-40B4-BE49-F238E27FC236}">
                <a16:creationId xmlns:a16="http://schemas.microsoft.com/office/drawing/2014/main" id="{5BE574F9-9B4B-4C68-9FA8-D4318926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58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skill-map-zh-v2-127-end-2">
            <a:extLst xmlns:a="http://schemas.openxmlformats.org/drawingml/2006/main">
              <a:ext uri="{FF2B5EF4-FFF2-40B4-BE49-F238E27FC236}">
                <a16:creationId xmlns:a16="http://schemas.microsoft.com/office/drawing/2014/main" id="{F356962D-0DE9-4901-9736-46386AE5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704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2" name=""/>
          <p:cNvCxnSpPr>
            <a:stCxn xmlns:a="http://schemas.openxmlformats.org/drawingml/2006/main" id="258" idx="0"/>
            <a:endCxn xmlns:a="http://schemas.openxmlformats.org/drawingml/2006/main" id="259" idx="2"/>
          </p:cNvCxnSpPr>
          <p:nvPr/>
        </p:nvCxnSpPr>
        <p:spPr>
          <a:xfrm xmlns:a="http://schemas.openxmlformats.org/drawingml/2006/main" flipV="1">
            <a:off x="5439806" y="7247842"/>
            <a:ext cx="2946" cy="335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61" name="skill-map-zh-v2-127-start-3">
            <a:extLst xmlns:a="http://schemas.openxmlformats.org/drawingml/2006/main">
              <a:ext uri="{FF2B5EF4-FFF2-40B4-BE49-F238E27FC236}">
                <a16:creationId xmlns:a16="http://schemas.microsoft.com/office/drawing/2014/main" id="{2184816B-209D-4671-81FC-3228600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704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2" name="skill-map-zh-v2-127-end-3">
            <a:extLst xmlns:a="http://schemas.openxmlformats.org/drawingml/2006/main">
              <a:ext uri="{FF2B5EF4-FFF2-40B4-BE49-F238E27FC236}">
                <a16:creationId xmlns:a16="http://schemas.microsoft.com/office/drawing/2014/main" id="{2DDC0AED-013E-4F23-BC79-239334F1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02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5" name=""/>
          <p:cNvCxnSpPr>
            <a:stCxn xmlns:a="http://schemas.openxmlformats.org/drawingml/2006/main" id="261" idx="0"/>
            <a:endCxn xmlns:a="http://schemas.openxmlformats.org/drawingml/2006/main" id="262" idx="2"/>
          </p:cNvCxnSpPr>
          <p:nvPr/>
        </p:nvCxnSpPr>
        <p:spPr>
          <a:xfrm xmlns:a="http://schemas.openxmlformats.org/drawingml/2006/main" flipV="1">
            <a:off x="5442752" y="7214401"/>
            <a:ext cx="4898" cy="333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64" name="skill-map-zh-v2-127-start-4">
            <a:extLst xmlns:a="http://schemas.openxmlformats.org/drawingml/2006/main">
              <a:ext uri="{FF2B5EF4-FFF2-40B4-BE49-F238E27FC236}">
                <a16:creationId xmlns:a16="http://schemas.microsoft.com/office/drawing/2014/main" id="{5945E7B6-66D9-4077-BB4B-998C23C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02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5" name="skill-map-zh-v2-127-end-4">
            <a:extLst xmlns:a="http://schemas.openxmlformats.org/drawingml/2006/main">
              <a:ext uri="{FF2B5EF4-FFF2-40B4-BE49-F238E27FC236}">
                <a16:creationId xmlns:a16="http://schemas.microsoft.com/office/drawing/2014/main" id="{4D24DAA1-5AC8-4ADD-B59C-6AFA470A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37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8" name=""/>
          <p:cNvCxnSpPr>
            <a:stCxn xmlns:a="http://schemas.openxmlformats.org/drawingml/2006/main" id="264" idx="0"/>
            <a:endCxn xmlns:a="http://schemas.openxmlformats.org/drawingml/2006/main" id="265" idx="2"/>
          </p:cNvCxnSpPr>
          <p:nvPr/>
        </p:nvCxnSpPr>
        <p:spPr>
          <a:xfrm xmlns:a="http://schemas.openxmlformats.org/drawingml/2006/main" flipV="1">
            <a:off x="5447650" y="7181301"/>
            <a:ext cx="6835" cy="330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67" name="skill-map-zh-v2-127-start-5">
            <a:extLst xmlns:a="http://schemas.openxmlformats.org/drawingml/2006/main">
              <a:ext uri="{FF2B5EF4-FFF2-40B4-BE49-F238E27FC236}">
                <a16:creationId xmlns:a16="http://schemas.microsoft.com/office/drawing/2014/main" id="{9CA9F1CC-F53A-4F65-A13B-8E135AC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37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8" name="skill-map-zh-v2-127-end-5">
            <a:extLst xmlns:a="http://schemas.openxmlformats.org/drawingml/2006/main">
              <a:ext uri="{FF2B5EF4-FFF2-40B4-BE49-F238E27FC236}">
                <a16:creationId xmlns:a16="http://schemas.microsoft.com/office/drawing/2014/main" id="{A0E684D1-D587-4DF6-997F-E54370C8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84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1" name=""/>
          <p:cNvCxnSpPr>
            <a:stCxn xmlns:a="http://schemas.openxmlformats.org/drawingml/2006/main" id="267" idx="0"/>
            <a:endCxn xmlns:a="http://schemas.openxmlformats.org/drawingml/2006/main" id="268" idx="2"/>
          </p:cNvCxnSpPr>
          <p:nvPr/>
        </p:nvCxnSpPr>
        <p:spPr>
          <a:xfrm xmlns:a="http://schemas.openxmlformats.org/drawingml/2006/main" flipV="1">
            <a:off x="5454485" y="7148655"/>
            <a:ext cx="8747" cy="325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0" name="skill-map-zh-v2-127-start-6">
            <a:extLst xmlns:a="http://schemas.openxmlformats.org/drawingml/2006/main">
              <a:ext uri="{FF2B5EF4-FFF2-40B4-BE49-F238E27FC236}">
                <a16:creationId xmlns:a16="http://schemas.microsoft.com/office/drawing/2014/main" id="{13FC708A-3232-489E-B369-D8F742E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84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1" name="skill-map-zh-v2-127-end-6">
            <a:extLst xmlns:a="http://schemas.openxmlformats.org/drawingml/2006/main">
              <a:ext uri="{FF2B5EF4-FFF2-40B4-BE49-F238E27FC236}">
                <a16:creationId xmlns:a16="http://schemas.microsoft.com/office/drawing/2014/main" id="{C26887BF-6F78-4AF3-80B5-77429C96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81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4" name=""/>
          <p:cNvCxnSpPr>
            <a:stCxn xmlns:a="http://schemas.openxmlformats.org/drawingml/2006/main" id="270" idx="0"/>
            <a:endCxn xmlns:a="http://schemas.openxmlformats.org/drawingml/2006/main" id="271" idx="2"/>
          </p:cNvCxnSpPr>
          <p:nvPr/>
        </p:nvCxnSpPr>
        <p:spPr>
          <a:xfrm xmlns:a="http://schemas.openxmlformats.org/drawingml/2006/main" flipV="1">
            <a:off x="5463232" y="7116573"/>
            <a:ext cx="10631" cy="31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3" name="skill-map-zh-v2-127-start-7">
            <a:extLst xmlns:a="http://schemas.openxmlformats.org/drawingml/2006/main">
              <a:ext uri="{FF2B5EF4-FFF2-40B4-BE49-F238E27FC236}">
                <a16:creationId xmlns:a16="http://schemas.microsoft.com/office/drawing/2014/main" id="{A4CC72ED-0BBD-4798-81F4-6922E4EC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81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4" name="skill-map-zh-v2-127-end-7">
            <a:extLst xmlns:a="http://schemas.openxmlformats.org/drawingml/2006/main">
              <a:ext uri="{FF2B5EF4-FFF2-40B4-BE49-F238E27FC236}">
                <a16:creationId xmlns:a16="http://schemas.microsoft.com/office/drawing/2014/main" id="{A83D0AAE-DE54-4857-8DB3-B919EEA2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293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7" name=""/>
          <p:cNvCxnSpPr>
            <a:stCxn xmlns:a="http://schemas.openxmlformats.org/drawingml/2006/main" id="273" idx="0"/>
            <a:endCxn xmlns:a="http://schemas.openxmlformats.org/drawingml/2006/main" id="274" idx="2"/>
          </p:cNvCxnSpPr>
          <p:nvPr/>
        </p:nvCxnSpPr>
        <p:spPr>
          <a:xfrm xmlns:a="http://schemas.openxmlformats.org/drawingml/2006/main" flipV="1">
            <a:off x="5473863" y="7085163"/>
            <a:ext cx="12478" cy="313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6" name="skill-map-zh-v2-127-start-8">
            <a:extLst xmlns:a="http://schemas.openxmlformats.org/drawingml/2006/main">
              <a:ext uri="{FF2B5EF4-FFF2-40B4-BE49-F238E27FC236}">
                <a16:creationId xmlns:a16="http://schemas.microsoft.com/office/drawing/2014/main" id="{5AD478F4-6743-4136-9992-0368C258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293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7" name="skill-map-zh-v2-127-end-8">
            <a:extLst xmlns:a="http://schemas.openxmlformats.org/drawingml/2006/main">
              <a:ext uri="{FF2B5EF4-FFF2-40B4-BE49-F238E27FC236}">
                <a16:creationId xmlns:a16="http://schemas.microsoft.com/office/drawing/2014/main" id="{CA1AC2E3-0DB2-42FE-9320-E58C5995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577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0" name=""/>
          <p:cNvCxnSpPr>
            <a:stCxn xmlns:a="http://schemas.openxmlformats.org/drawingml/2006/main" id="276" idx="0"/>
            <a:endCxn xmlns:a="http://schemas.openxmlformats.org/drawingml/2006/main" id="277" idx="2"/>
          </p:cNvCxnSpPr>
          <p:nvPr/>
        </p:nvCxnSpPr>
        <p:spPr>
          <a:xfrm xmlns:a="http://schemas.openxmlformats.org/drawingml/2006/main" flipV="1">
            <a:off x="5486341" y="7054531"/>
            <a:ext cx="14284" cy="3053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79" name="skill-map-zh-v2-127-start-9">
            <a:extLst xmlns:a="http://schemas.openxmlformats.org/drawingml/2006/main">
              <a:ext uri="{FF2B5EF4-FFF2-40B4-BE49-F238E27FC236}">
                <a16:creationId xmlns:a16="http://schemas.microsoft.com/office/drawing/2014/main" id="{7B4AC67E-84E7-47E0-9CBA-94A829B4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577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0" name="skill-map-zh-v2-127-end-9">
            <a:extLst xmlns:a="http://schemas.openxmlformats.org/drawingml/2006/main">
              <a:ext uri="{FF2B5EF4-FFF2-40B4-BE49-F238E27FC236}">
                <a16:creationId xmlns:a16="http://schemas.microsoft.com/office/drawing/2014/main" id="{F2F6E091-30CD-4A01-9A87-643DCA88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618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3" name=""/>
          <p:cNvCxnSpPr>
            <a:stCxn xmlns:a="http://schemas.openxmlformats.org/drawingml/2006/main" id="279" idx="0"/>
            <a:endCxn xmlns:a="http://schemas.openxmlformats.org/drawingml/2006/main" id="280" idx="2"/>
          </p:cNvCxnSpPr>
          <p:nvPr/>
        </p:nvCxnSpPr>
        <p:spPr>
          <a:xfrm xmlns:a="http://schemas.openxmlformats.org/drawingml/2006/main" flipV="1">
            <a:off x="5500624" y="7024783"/>
            <a:ext cx="16041" cy="296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82" name="skill-map-zh-v2-127-start-10">
            <a:extLst xmlns:a="http://schemas.openxmlformats.org/drawingml/2006/main">
              <a:ext uri="{FF2B5EF4-FFF2-40B4-BE49-F238E27FC236}">
                <a16:creationId xmlns:a16="http://schemas.microsoft.com/office/drawing/2014/main" id="{60448D06-C8A9-4C38-BC6C-54E83E73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618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3" name="skill-map-zh-v2-127-end-10">
            <a:extLst xmlns:a="http://schemas.openxmlformats.org/drawingml/2006/main">
              <a:ext uri="{FF2B5EF4-FFF2-40B4-BE49-F238E27FC236}">
                <a16:creationId xmlns:a16="http://schemas.microsoft.com/office/drawing/2014/main" id="{83B4444E-B9F6-4F30-A3C6-0CAA6BE2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61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6" name=""/>
          <p:cNvCxnSpPr>
            <a:stCxn xmlns:a="http://schemas.openxmlformats.org/drawingml/2006/main" id="282" idx="0"/>
            <a:endCxn xmlns:a="http://schemas.openxmlformats.org/drawingml/2006/main" id="283" idx="2"/>
          </p:cNvCxnSpPr>
          <p:nvPr/>
        </p:nvCxnSpPr>
        <p:spPr>
          <a:xfrm xmlns:a="http://schemas.openxmlformats.org/drawingml/2006/main" flipV="1">
            <a:off x="5516665" y="6996017"/>
            <a:ext cx="17743" cy="28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85" name="skill-map-zh-v2-127-start-11">
            <a:extLst xmlns:a="http://schemas.openxmlformats.org/drawingml/2006/main">
              <a:ext uri="{FF2B5EF4-FFF2-40B4-BE49-F238E27FC236}">
                <a16:creationId xmlns:a16="http://schemas.microsoft.com/office/drawing/2014/main" id="{E7521AE2-6BFD-401F-951A-8A531B44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61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skill-map-zh-v2-127-end-11">
            <a:extLst xmlns:a="http://schemas.openxmlformats.org/drawingml/2006/main">
              <a:ext uri="{FF2B5EF4-FFF2-40B4-BE49-F238E27FC236}">
                <a16:creationId xmlns:a16="http://schemas.microsoft.com/office/drawing/2014/main" id="{D34F8FE2-27B9-4D19-B044-17B789C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746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9" name=""/>
          <p:cNvCxnSpPr>
            <a:stCxn xmlns:a="http://schemas.openxmlformats.org/drawingml/2006/main" id="285" idx="0"/>
            <a:endCxn xmlns:a="http://schemas.openxmlformats.org/drawingml/2006/main" id="286" idx="2"/>
          </p:cNvCxnSpPr>
          <p:nvPr/>
        </p:nvCxnSpPr>
        <p:spPr>
          <a:xfrm xmlns:a="http://schemas.openxmlformats.org/drawingml/2006/main" flipV="1">
            <a:off x="5534409" y="6968331"/>
            <a:ext cx="19385" cy="27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88" name="skill-map-zh-v2-127-start-12">
            <a:extLst xmlns:a="http://schemas.openxmlformats.org/drawingml/2006/main">
              <a:ext uri="{FF2B5EF4-FFF2-40B4-BE49-F238E27FC236}">
                <a16:creationId xmlns:a16="http://schemas.microsoft.com/office/drawing/2014/main" id="{C5BB4337-7648-4AA7-9F1A-3A10D56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746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9" name="skill-map-zh-v2-127-end-12">
            <a:extLst xmlns:a="http://schemas.openxmlformats.org/drawingml/2006/main">
              <a:ext uri="{FF2B5EF4-FFF2-40B4-BE49-F238E27FC236}">
                <a16:creationId xmlns:a16="http://schemas.microsoft.com/office/drawing/2014/main" id="{CA30809C-7F64-4F4B-9FCD-B29790DB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09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2" name=""/>
          <p:cNvCxnSpPr>
            <a:stCxn xmlns:a="http://schemas.openxmlformats.org/drawingml/2006/main" id="288" idx="0"/>
            <a:endCxn xmlns:a="http://schemas.openxmlformats.org/drawingml/2006/main" id="289" idx="2"/>
          </p:cNvCxnSpPr>
          <p:nvPr/>
        </p:nvCxnSpPr>
        <p:spPr>
          <a:xfrm xmlns:a="http://schemas.openxmlformats.org/drawingml/2006/main" flipV="1">
            <a:off x="5553794" y="6941819"/>
            <a:ext cx="20963" cy="26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91" name="skill-map-zh-v2-127-start-13">
            <a:extLst xmlns:a="http://schemas.openxmlformats.org/drawingml/2006/main">
              <a:ext uri="{FF2B5EF4-FFF2-40B4-BE49-F238E27FC236}">
                <a16:creationId xmlns:a16="http://schemas.microsoft.com/office/drawing/2014/main" id="{7A59D2DD-211B-4090-8B2B-620A629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09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2" name="skill-map-zh-v2-127-end-13">
            <a:extLst xmlns:a="http://schemas.openxmlformats.org/drawingml/2006/main">
              <a:ext uri="{FF2B5EF4-FFF2-40B4-BE49-F238E27FC236}">
                <a16:creationId xmlns:a16="http://schemas.microsoft.com/office/drawing/2014/main" id="{0817E1AB-F8C2-4053-8AFA-EB22F8B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78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5" name=""/>
          <p:cNvCxnSpPr>
            <a:stCxn xmlns:a="http://schemas.openxmlformats.org/drawingml/2006/main" id="291" idx="0"/>
            <a:endCxn xmlns:a="http://schemas.openxmlformats.org/drawingml/2006/main" id="292" idx="2"/>
          </p:cNvCxnSpPr>
          <p:nvPr/>
        </p:nvCxnSpPr>
        <p:spPr>
          <a:xfrm xmlns:a="http://schemas.openxmlformats.org/drawingml/2006/main" flipV="1">
            <a:off x="5574757" y="6916571"/>
            <a:ext cx="22469" cy="25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94" name="skill-map-zh-v2-127-start-14">
            <a:extLst xmlns:a="http://schemas.openxmlformats.org/drawingml/2006/main">
              <a:ext uri="{FF2B5EF4-FFF2-40B4-BE49-F238E27FC236}">
                <a16:creationId xmlns:a16="http://schemas.microsoft.com/office/drawing/2014/main" id="{42CD97FF-9D58-4ED5-AEE4-B6CD0EC5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78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5" name="skill-map-zh-v2-127-end-14">
            <a:extLst xmlns:a="http://schemas.openxmlformats.org/drawingml/2006/main">
              <a:ext uri="{FF2B5EF4-FFF2-40B4-BE49-F238E27FC236}">
                <a16:creationId xmlns:a16="http://schemas.microsoft.com/office/drawing/2014/main" id="{7FBE766B-E1AB-4A96-B1D2-FC43C22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076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8" name=""/>
          <p:cNvCxnSpPr>
            <a:stCxn xmlns:a="http://schemas.openxmlformats.org/drawingml/2006/main" id="294" idx="0"/>
            <a:endCxn xmlns:a="http://schemas.openxmlformats.org/drawingml/2006/main" id="295" idx="1"/>
          </p:cNvCxnSpPr>
          <p:nvPr/>
        </p:nvCxnSpPr>
        <p:spPr>
          <a:xfrm xmlns:a="http://schemas.openxmlformats.org/drawingml/2006/main" flipV="1">
            <a:off x="5597226" y="6892626"/>
            <a:ext cx="23851" cy="238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297" name="skill-map-zh-v2-127-start-15">
            <a:extLst xmlns:a="http://schemas.openxmlformats.org/drawingml/2006/main">
              <a:ext uri="{FF2B5EF4-FFF2-40B4-BE49-F238E27FC236}">
                <a16:creationId xmlns:a16="http://schemas.microsoft.com/office/drawing/2014/main" id="{6C781C63-1A6B-4B91-912E-7235BA84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076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8" name="skill-map-zh-v2-127-end-15">
            <a:extLst xmlns:a="http://schemas.openxmlformats.org/drawingml/2006/main">
              <a:ext uri="{FF2B5EF4-FFF2-40B4-BE49-F238E27FC236}">
                <a16:creationId xmlns:a16="http://schemas.microsoft.com/office/drawing/2014/main" id="{1A2A91EE-596D-49C0-8C4F-352258E3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324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1" name=""/>
          <p:cNvCxnSpPr>
            <a:stCxn xmlns:a="http://schemas.openxmlformats.org/drawingml/2006/main" id="297" idx="3"/>
            <a:endCxn xmlns:a="http://schemas.openxmlformats.org/drawingml/2006/main" id="298" idx="1"/>
          </p:cNvCxnSpPr>
          <p:nvPr/>
        </p:nvCxnSpPr>
        <p:spPr>
          <a:xfrm xmlns:a="http://schemas.openxmlformats.org/drawingml/2006/main" flipV="1">
            <a:off x="5621171" y="6870157"/>
            <a:ext cx="25153" cy="22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0" name="skill-map-zh-v2-127-start-16">
            <a:extLst xmlns:a="http://schemas.openxmlformats.org/drawingml/2006/main">
              <a:ext uri="{FF2B5EF4-FFF2-40B4-BE49-F238E27FC236}">
                <a16:creationId xmlns:a16="http://schemas.microsoft.com/office/drawing/2014/main" id="{A68FD837-96D2-420B-8050-F1FF89D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324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1" name="skill-map-zh-v2-127-end-16">
            <a:extLst xmlns:a="http://schemas.openxmlformats.org/drawingml/2006/main">
              <a:ext uri="{FF2B5EF4-FFF2-40B4-BE49-F238E27FC236}">
                <a16:creationId xmlns:a16="http://schemas.microsoft.com/office/drawing/2014/main" id="{8D38D7A2-54A3-4DCB-975F-071040D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836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4" name=""/>
          <p:cNvCxnSpPr>
            <a:stCxn xmlns:a="http://schemas.openxmlformats.org/drawingml/2006/main" id="300" idx="3"/>
            <a:endCxn xmlns:a="http://schemas.openxmlformats.org/drawingml/2006/main" id="301" idx="1"/>
          </p:cNvCxnSpPr>
          <p:nvPr/>
        </p:nvCxnSpPr>
        <p:spPr>
          <a:xfrm xmlns:a="http://schemas.openxmlformats.org/drawingml/2006/main" flipV="1">
            <a:off x="5646419" y="6849194"/>
            <a:ext cx="26417" cy="209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3" name="skill-map-zh-v2-127-start-17">
            <a:extLst xmlns:a="http://schemas.openxmlformats.org/drawingml/2006/main">
              <a:ext uri="{FF2B5EF4-FFF2-40B4-BE49-F238E27FC236}">
                <a16:creationId xmlns:a16="http://schemas.microsoft.com/office/drawing/2014/main" id="{65521ECB-EE61-4D29-A6A5-C75157B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836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4" name="skill-map-zh-v2-127-end-17">
            <a:extLst xmlns:a="http://schemas.openxmlformats.org/drawingml/2006/main">
              <a:ext uri="{FF2B5EF4-FFF2-40B4-BE49-F238E27FC236}">
                <a16:creationId xmlns:a16="http://schemas.microsoft.com/office/drawing/2014/main" id="{579498F2-CDB9-402A-9228-4A0C5518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522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7" name=""/>
          <p:cNvCxnSpPr>
            <a:stCxn xmlns:a="http://schemas.openxmlformats.org/drawingml/2006/main" id="303" idx="3"/>
            <a:endCxn xmlns:a="http://schemas.openxmlformats.org/drawingml/2006/main" id="304" idx="1"/>
          </p:cNvCxnSpPr>
          <p:nvPr/>
        </p:nvCxnSpPr>
        <p:spPr>
          <a:xfrm xmlns:a="http://schemas.openxmlformats.org/drawingml/2006/main" flipV="1">
            <a:off x="5672931" y="6829809"/>
            <a:ext cx="27591" cy="193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6" name="skill-map-zh-v2-127-start-18">
            <a:extLst xmlns:a="http://schemas.openxmlformats.org/drawingml/2006/main">
              <a:ext uri="{FF2B5EF4-FFF2-40B4-BE49-F238E27FC236}">
                <a16:creationId xmlns:a16="http://schemas.microsoft.com/office/drawing/2014/main" id="{011ACE10-F50C-493F-AC3F-453D9C8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522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7" name="skill-map-zh-v2-127-end-18">
            <a:extLst xmlns:a="http://schemas.openxmlformats.org/drawingml/2006/main">
              <a:ext uri="{FF2B5EF4-FFF2-40B4-BE49-F238E27FC236}">
                <a16:creationId xmlns:a16="http://schemas.microsoft.com/office/drawing/2014/main" id="{0C960040-BA15-428C-9611-6A6DA63E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0" name=""/>
          <p:cNvCxnSpPr>
            <a:stCxn xmlns:a="http://schemas.openxmlformats.org/drawingml/2006/main" id="306" idx="3"/>
            <a:endCxn xmlns:a="http://schemas.openxmlformats.org/drawingml/2006/main" id="307" idx="1"/>
          </p:cNvCxnSpPr>
          <p:nvPr/>
        </p:nvCxnSpPr>
        <p:spPr>
          <a:xfrm xmlns:a="http://schemas.openxmlformats.org/drawingml/2006/main" flipV="1">
            <a:off x="5700617" y="6812065"/>
            <a:ext cx="28671" cy="177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09" name="skill-map-zh-v2-127-start-19">
            <a:extLst xmlns:a="http://schemas.openxmlformats.org/drawingml/2006/main">
              <a:ext uri="{FF2B5EF4-FFF2-40B4-BE49-F238E27FC236}">
                <a16:creationId xmlns:a16="http://schemas.microsoft.com/office/drawing/2014/main" id="{5AA082BB-2E70-4ABD-A4D8-53E2D955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288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0" name="skill-map-zh-v2-127-end-19">
            <a:extLst xmlns:a="http://schemas.openxmlformats.org/drawingml/2006/main">
              <a:ext uri="{FF2B5EF4-FFF2-40B4-BE49-F238E27FC236}">
                <a16:creationId xmlns:a16="http://schemas.microsoft.com/office/drawing/2014/main" id="{F54CDAFA-9AF8-4407-B45E-A27DAB25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36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3" name=""/>
          <p:cNvCxnSpPr>
            <a:stCxn xmlns:a="http://schemas.openxmlformats.org/drawingml/2006/main" id="309" idx="3"/>
            <a:endCxn xmlns:a="http://schemas.openxmlformats.org/drawingml/2006/main" id="310" idx="1"/>
          </p:cNvCxnSpPr>
          <p:nvPr/>
        </p:nvCxnSpPr>
        <p:spPr>
          <a:xfrm xmlns:a="http://schemas.openxmlformats.org/drawingml/2006/main" flipV="1">
            <a:off x="5729383" y="6796024"/>
            <a:ext cx="29653" cy="160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12" name="skill-map-zh-v2-127-start-20">
            <a:extLst xmlns:a="http://schemas.openxmlformats.org/drawingml/2006/main">
              <a:ext uri="{FF2B5EF4-FFF2-40B4-BE49-F238E27FC236}">
                <a16:creationId xmlns:a16="http://schemas.microsoft.com/office/drawing/2014/main" id="{2DCDFFCA-2662-417F-A68F-F7A76340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36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3" name="skill-map-zh-v2-127-end-20">
            <a:extLst xmlns:a="http://schemas.openxmlformats.org/drawingml/2006/main">
              <a:ext uri="{FF2B5EF4-FFF2-40B4-BE49-F238E27FC236}">
                <a16:creationId xmlns:a16="http://schemas.microsoft.com/office/drawing/2014/main" id="{D8B59DE5-F1A2-46E9-B3B0-8E955F3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668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6" name=""/>
          <p:cNvCxnSpPr>
            <a:stCxn xmlns:a="http://schemas.openxmlformats.org/drawingml/2006/main" id="312" idx="3"/>
            <a:endCxn xmlns:a="http://schemas.openxmlformats.org/drawingml/2006/main" id="313" idx="1"/>
          </p:cNvCxnSpPr>
          <p:nvPr/>
        </p:nvCxnSpPr>
        <p:spPr>
          <a:xfrm xmlns:a="http://schemas.openxmlformats.org/drawingml/2006/main" flipV="1">
            <a:off x="5759131" y="6781741"/>
            <a:ext cx="30537" cy="142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15" name="skill-map-zh-v2-127-start-21">
            <a:extLst xmlns:a="http://schemas.openxmlformats.org/drawingml/2006/main">
              <a:ext uri="{FF2B5EF4-FFF2-40B4-BE49-F238E27FC236}">
                <a16:creationId xmlns:a16="http://schemas.microsoft.com/office/drawing/2014/main" id="{2B20C2F9-9B67-407A-88C2-B39FBFA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668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6" name="skill-map-zh-v2-127-end-21">
            <a:extLst xmlns:a="http://schemas.openxmlformats.org/drawingml/2006/main">
              <a:ext uri="{FF2B5EF4-FFF2-40B4-BE49-F238E27FC236}">
                <a16:creationId xmlns:a16="http://schemas.microsoft.com/office/drawing/2014/main" id="{75B01D21-4C33-48B1-B36B-EADBD7FB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078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9" name=""/>
          <p:cNvCxnSpPr>
            <a:stCxn xmlns:a="http://schemas.openxmlformats.org/drawingml/2006/main" id="315" idx="3"/>
            <a:endCxn xmlns:a="http://schemas.openxmlformats.org/drawingml/2006/main" id="316" idx="1"/>
          </p:cNvCxnSpPr>
          <p:nvPr/>
        </p:nvCxnSpPr>
        <p:spPr>
          <a:xfrm xmlns:a="http://schemas.openxmlformats.org/drawingml/2006/main" flipV="1">
            <a:off x="5789763" y="6769263"/>
            <a:ext cx="31315" cy="124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18" name="skill-map-zh-v2-127-start-22">
            <a:extLst xmlns:a="http://schemas.openxmlformats.org/drawingml/2006/main">
              <a:ext uri="{FF2B5EF4-FFF2-40B4-BE49-F238E27FC236}">
                <a16:creationId xmlns:a16="http://schemas.microsoft.com/office/drawing/2014/main" id="{59228450-D872-4701-AE14-2F38E5C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078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skill-map-zh-v2-127-end-22">
            <a:extLst xmlns:a="http://schemas.openxmlformats.org/drawingml/2006/main">
              <a:ext uri="{FF2B5EF4-FFF2-40B4-BE49-F238E27FC236}">
                <a16:creationId xmlns:a16="http://schemas.microsoft.com/office/drawing/2014/main" id="{29DEFEE7-64DA-4444-B58B-8A189653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6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2" name=""/>
          <p:cNvCxnSpPr>
            <a:stCxn xmlns:a="http://schemas.openxmlformats.org/drawingml/2006/main" id="318" idx="3"/>
            <a:endCxn xmlns:a="http://schemas.openxmlformats.org/drawingml/2006/main" id="319" idx="1"/>
          </p:cNvCxnSpPr>
          <p:nvPr/>
        </p:nvCxnSpPr>
        <p:spPr>
          <a:xfrm xmlns:a="http://schemas.openxmlformats.org/drawingml/2006/main" flipV="1">
            <a:off x="5821173" y="6758632"/>
            <a:ext cx="31987" cy="10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21" name="skill-map-zh-v2-127-start-23">
            <a:extLst xmlns:a="http://schemas.openxmlformats.org/drawingml/2006/main">
              <a:ext uri="{FF2B5EF4-FFF2-40B4-BE49-F238E27FC236}">
                <a16:creationId xmlns:a16="http://schemas.microsoft.com/office/drawing/2014/main" id="{35EDB519-1148-4797-9F28-7C1E7316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6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2" name="skill-map-zh-v2-127-end-23">
            <a:extLst xmlns:a="http://schemas.openxmlformats.org/drawingml/2006/main">
              <a:ext uri="{FF2B5EF4-FFF2-40B4-BE49-F238E27FC236}">
                <a16:creationId xmlns:a16="http://schemas.microsoft.com/office/drawing/2014/main" id="{F6715DED-DB5C-41B7-8522-020480D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806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5" name=""/>
          <p:cNvCxnSpPr>
            <a:stCxn xmlns:a="http://schemas.openxmlformats.org/drawingml/2006/main" id="321" idx="3"/>
            <a:endCxn xmlns:a="http://schemas.openxmlformats.org/drawingml/2006/main" id="322" idx="1"/>
          </p:cNvCxnSpPr>
          <p:nvPr/>
        </p:nvCxnSpPr>
        <p:spPr>
          <a:xfrm xmlns:a="http://schemas.openxmlformats.org/drawingml/2006/main" flipV="1">
            <a:off x="5853255" y="6749885"/>
            <a:ext cx="32551" cy="87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24" name="skill-map-zh-v2-127-start-24">
            <a:extLst xmlns:a="http://schemas.openxmlformats.org/drawingml/2006/main">
              <a:ext uri="{FF2B5EF4-FFF2-40B4-BE49-F238E27FC236}">
                <a16:creationId xmlns:a16="http://schemas.microsoft.com/office/drawing/2014/main" id="{75329A58-3752-4211-9FE2-4049DCF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806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" name="skill-map-zh-v2-127-end-24">
            <a:extLst xmlns:a="http://schemas.openxmlformats.org/drawingml/2006/main">
              <a:ext uri="{FF2B5EF4-FFF2-40B4-BE49-F238E27FC236}">
                <a16:creationId xmlns:a16="http://schemas.microsoft.com/office/drawing/2014/main" id="{FEDA72BF-1163-4BCE-8101-223651D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6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8" name=""/>
          <p:cNvCxnSpPr>
            <a:stCxn xmlns:a="http://schemas.openxmlformats.org/drawingml/2006/main" id="324" idx="3"/>
            <a:endCxn xmlns:a="http://schemas.openxmlformats.org/drawingml/2006/main" id="325" idx="1"/>
          </p:cNvCxnSpPr>
          <p:nvPr/>
        </p:nvCxnSpPr>
        <p:spPr>
          <a:xfrm xmlns:a="http://schemas.openxmlformats.org/drawingml/2006/main" flipV="1">
            <a:off x="5885901" y="6743050"/>
            <a:ext cx="33005" cy="68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27" name="skill-map-zh-v2-127-start-25">
            <a:extLst xmlns:a="http://schemas.openxmlformats.org/drawingml/2006/main">
              <a:ext uri="{FF2B5EF4-FFF2-40B4-BE49-F238E27FC236}">
                <a16:creationId xmlns:a16="http://schemas.microsoft.com/office/drawing/2014/main" id="{4228D991-54A8-4793-BBC7-E4EA8B9D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6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8" name="skill-map-zh-v2-127-end-25">
            <a:extLst xmlns:a="http://schemas.openxmlformats.org/drawingml/2006/main">
              <a:ext uri="{FF2B5EF4-FFF2-40B4-BE49-F238E27FC236}">
                <a16:creationId xmlns:a16="http://schemas.microsoft.com/office/drawing/2014/main" id="{C2227550-32C4-4482-BABD-25F8D198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47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1" name=""/>
          <p:cNvCxnSpPr>
            <a:stCxn xmlns:a="http://schemas.openxmlformats.org/drawingml/2006/main" id="327" idx="3"/>
            <a:endCxn xmlns:a="http://schemas.openxmlformats.org/drawingml/2006/main" id="328" idx="1"/>
          </p:cNvCxnSpPr>
          <p:nvPr/>
        </p:nvCxnSpPr>
        <p:spPr>
          <a:xfrm xmlns:a="http://schemas.openxmlformats.org/drawingml/2006/main" flipV="1">
            <a:off x="5919001" y="6738152"/>
            <a:ext cx="33346" cy="48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0" name="skill-map-zh-v2-127-start-26">
            <a:extLst xmlns:a="http://schemas.openxmlformats.org/drawingml/2006/main">
              <a:ext uri="{FF2B5EF4-FFF2-40B4-BE49-F238E27FC236}">
                <a16:creationId xmlns:a16="http://schemas.microsoft.com/office/drawing/2014/main" id="{BBF8FA95-6FE7-496C-A0A8-C268168F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347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1" name="skill-map-zh-v2-127-end-26">
            <a:extLst xmlns:a="http://schemas.openxmlformats.org/drawingml/2006/main">
              <a:ext uri="{FF2B5EF4-FFF2-40B4-BE49-F238E27FC236}">
                <a16:creationId xmlns:a16="http://schemas.microsoft.com/office/drawing/2014/main" id="{A28220EE-75A3-43DA-90B7-EC09C2E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016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4" name=""/>
          <p:cNvCxnSpPr>
            <a:stCxn xmlns:a="http://schemas.openxmlformats.org/drawingml/2006/main" id="330" idx="3"/>
            <a:endCxn xmlns:a="http://schemas.openxmlformats.org/drawingml/2006/main" id="331" idx="1"/>
          </p:cNvCxnSpPr>
          <p:nvPr/>
        </p:nvCxnSpPr>
        <p:spPr>
          <a:xfrm xmlns:a="http://schemas.openxmlformats.org/drawingml/2006/main" flipV="1">
            <a:off x="5952442" y="6735206"/>
            <a:ext cx="33574" cy="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3" name="skill-map-zh-v2-127-start-27">
            <a:extLst xmlns:a="http://schemas.openxmlformats.org/drawingml/2006/main">
              <a:ext uri="{FF2B5EF4-FFF2-40B4-BE49-F238E27FC236}">
                <a16:creationId xmlns:a16="http://schemas.microsoft.com/office/drawing/2014/main" id="{A407EFBB-669F-4C44-874D-84F3F32D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016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4" name="skill-map-zh-v2-127-end-27">
            <a:extLst xmlns:a="http://schemas.openxmlformats.org/drawingml/2006/main">
              <a:ext uri="{FF2B5EF4-FFF2-40B4-BE49-F238E27FC236}">
                <a16:creationId xmlns:a16="http://schemas.microsoft.com/office/drawing/2014/main" id="{0B456E60-9D33-48F6-9B93-7A8860EE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34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7" name=""/>
          <p:cNvCxnSpPr>
            <a:stCxn xmlns:a="http://schemas.openxmlformats.org/drawingml/2006/main" id="333" idx="3"/>
            <a:endCxn xmlns:a="http://schemas.openxmlformats.org/drawingml/2006/main" id="334" idx="1"/>
          </p:cNvCxnSpPr>
          <p:nvPr/>
        </p:nvCxnSpPr>
        <p:spPr>
          <a:xfrm xmlns:a="http://schemas.openxmlformats.org/drawingml/2006/main" flipV="1">
            <a:off x="5986111" y="6734223"/>
            <a:ext cx="33689" cy="9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6" name="skill-map-zh-v2-127-start-28">
            <a:extLst xmlns:a="http://schemas.openxmlformats.org/drawingml/2006/main">
              <a:ext uri="{FF2B5EF4-FFF2-40B4-BE49-F238E27FC236}">
                <a16:creationId xmlns:a16="http://schemas.microsoft.com/office/drawing/2014/main" id="{90277331-EE1E-4183-93D6-21AE5838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34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7" name="skill-map-zh-v2-127-end-28">
            <a:extLst xmlns:a="http://schemas.openxmlformats.org/drawingml/2006/main">
              <a:ext uri="{FF2B5EF4-FFF2-40B4-BE49-F238E27FC236}">
                <a16:creationId xmlns:a16="http://schemas.microsoft.com/office/drawing/2014/main" id="{AE344790-AA38-4125-A1B8-574F9E6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584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0" name=""/>
          <p:cNvCxnSpPr>
            <a:stCxn xmlns:a="http://schemas.openxmlformats.org/drawingml/2006/main" id="336" idx="3"/>
            <a:endCxn xmlns:a="http://schemas.openxmlformats.org/drawingml/2006/main" id="337" idx="1"/>
          </p:cNvCxnSpPr>
          <p:nvPr/>
        </p:nvCxnSpPr>
        <p:spPr>
          <a:xfrm xmlns:a="http://schemas.openxmlformats.org/drawingml/2006/main">
            <a:off x="6019895" y="6734223"/>
            <a:ext cx="33689" cy="9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39" name="skill-map-zh-v2-127-start-29">
            <a:extLst xmlns:a="http://schemas.openxmlformats.org/drawingml/2006/main">
              <a:ext uri="{FF2B5EF4-FFF2-40B4-BE49-F238E27FC236}">
                <a16:creationId xmlns:a16="http://schemas.microsoft.com/office/drawing/2014/main" id="{4332B625-5489-4DBD-AFD0-3DA2D6C1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584" y="6735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0" name="skill-map-zh-v2-127-end-29">
            <a:extLst xmlns:a="http://schemas.openxmlformats.org/drawingml/2006/main">
              <a:ext uri="{FF2B5EF4-FFF2-40B4-BE49-F238E27FC236}">
                <a16:creationId xmlns:a16="http://schemas.microsoft.com/office/drawing/2014/main" id="{84A1A992-70AB-4793-A7DF-0FACE8CE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53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3" name=""/>
          <p:cNvCxnSpPr>
            <a:stCxn xmlns:a="http://schemas.openxmlformats.org/drawingml/2006/main" id="339" idx="3"/>
            <a:endCxn xmlns:a="http://schemas.openxmlformats.org/drawingml/2006/main" id="340" idx="1"/>
          </p:cNvCxnSpPr>
          <p:nvPr/>
        </p:nvCxnSpPr>
        <p:spPr>
          <a:xfrm xmlns:a="http://schemas.openxmlformats.org/drawingml/2006/main">
            <a:off x="6053679" y="6735206"/>
            <a:ext cx="33574" cy="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42" name="skill-map-zh-v2-127-start-30">
            <a:extLst xmlns:a="http://schemas.openxmlformats.org/drawingml/2006/main">
              <a:ext uri="{FF2B5EF4-FFF2-40B4-BE49-F238E27FC236}">
                <a16:creationId xmlns:a16="http://schemas.microsoft.com/office/drawing/2014/main" id="{2BF82034-74EF-47FA-A500-51A04DB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53" y="6738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3" name="skill-map-zh-v2-127-end-30">
            <a:extLst xmlns:a="http://schemas.openxmlformats.org/drawingml/2006/main">
              <a:ext uri="{FF2B5EF4-FFF2-40B4-BE49-F238E27FC236}">
                <a16:creationId xmlns:a16="http://schemas.microsoft.com/office/drawing/2014/main" id="{6DA1FB54-3BB4-40B4-8A5F-B4FF65A1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94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6" name=""/>
          <p:cNvCxnSpPr>
            <a:stCxn xmlns:a="http://schemas.openxmlformats.org/drawingml/2006/main" id="342" idx="3"/>
            <a:endCxn xmlns:a="http://schemas.openxmlformats.org/drawingml/2006/main" id="343" idx="1"/>
          </p:cNvCxnSpPr>
          <p:nvPr/>
        </p:nvCxnSpPr>
        <p:spPr>
          <a:xfrm xmlns:a="http://schemas.openxmlformats.org/drawingml/2006/main">
            <a:off x="6087348" y="6738152"/>
            <a:ext cx="33346" cy="48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45" name="skill-map-zh-v2-127-start-31">
            <a:extLst xmlns:a="http://schemas.openxmlformats.org/drawingml/2006/main">
              <a:ext uri="{FF2B5EF4-FFF2-40B4-BE49-F238E27FC236}">
                <a16:creationId xmlns:a16="http://schemas.microsoft.com/office/drawing/2014/main" id="{98E38FBC-2BDD-4423-947B-08E8DE7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94" y="6743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6" name="skill-map-zh-v2-127-end-31">
            <a:extLst xmlns:a="http://schemas.openxmlformats.org/drawingml/2006/main">
              <a:ext uri="{FF2B5EF4-FFF2-40B4-BE49-F238E27FC236}">
                <a16:creationId xmlns:a16="http://schemas.microsoft.com/office/drawing/2014/main" id="{CFE3B077-36C1-4A27-A1DE-57D4F47F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794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9" name=""/>
          <p:cNvCxnSpPr>
            <a:stCxn xmlns:a="http://schemas.openxmlformats.org/drawingml/2006/main" id="345" idx="3"/>
            <a:endCxn xmlns:a="http://schemas.openxmlformats.org/drawingml/2006/main" id="346" idx="1"/>
          </p:cNvCxnSpPr>
          <p:nvPr/>
        </p:nvCxnSpPr>
        <p:spPr>
          <a:xfrm xmlns:a="http://schemas.openxmlformats.org/drawingml/2006/main">
            <a:off x="6120789" y="6743050"/>
            <a:ext cx="33005" cy="68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48" name="skill-map-zh-v2-127-start-32">
            <a:extLst xmlns:a="http://schemas.openxmlformats.org/drawingml/2006/main">
              <a:ext uri="{FF2B5EF4-FFF2-40B4-BE49-F238E27FC236}">
                <a16:creationId xmlns:a16="http://schemas.microsoft.com/office/drawing/2014/main" id="{A589434E-31A5-47AC-8F31-D800DED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794" y="6749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9" name="skill-map-zh-v2-127-end-32">
            <a:extLst xmlns:a="http://schemas.openxmlformats.org/drawingml/2006/main">
              <a:ext uri="{FF2B5EF4-FFF2-40B4-BE49-F238E27FC236}">
                <a16:creationId xmlns:a16="http://schemas.microsoft.com/office/drawing/2014/main" id="{4E27875C-0F63-4916-8456-6866961A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4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2" name=""/>
          <p:cNvCxnSpPr>
            <a:stCxn xmlns:a="http://schemas.openxmlformats.org/drawingml/2006/main" id="348" idx="3"/>
            <a:endCxn xmlns:a="http://schemas.openxmlformats.org/drawingml/2006/main" id="349" idx="1"/>
          </p:cNvCxnSpPr>
          <p:nvPr/>
        </p:nvCxnSpPr>
        <p:spPr>
          <a:xfrm xmlns:a="http://schemas.openxmlformats.org/drawingml/2006/main">
            <a:off x="6153889" y="6749885"/>
            <a:ext cx="32551" cy="87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51" name="skill-map-zh-v2-127-start-33">
            <a:extLst xmlns:a="http://schemas.openxmlformats.org/drawingml/2006/main">
              <a:ext uri="{FF2B5EF4-FFF2-40B4-BE49-F238E27FC236}">
                <a16:creationId xmlns:a16="http://schemas.microsoft.com/office/drawing/2014/main" id="{0355CCB0-C333-498E-A200-4506FCB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440" y="6758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2" name="skill-map-zh-v2-127-end-33">
            <a:extLst xmlns:a="http://schemas.openxmlformats.org/drawingml/2006/main">
              <a:ext uri="{FF2B5EF4-FFF2-40B4-BE49-F238E27FC236}">
                <a16:creationId xmlns:a16="http://schemas.microsoft.com/office/drawing/2014/main" id="{76B4C29A-DB11-49E9-9078-849E1A56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522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5" name=""/>
          <p:cNvCxnSpPr>
            <a:stCxn xmlns:a="http://schemas.openxmlformats.org/drawingml/2006/main" id="351" idx="3"/>
            <a:endCxn xmlns:a="http://schemas.openxmlformats.org/drawingml/2006/main" id="352" idx="1"/>
          </p:cNvCxnSpPr>
          <p:nvPr/>
        </p:nvCxnSpPr>
        <p:spPr>
          <a:xfrm xmlns:a="http://schemas.openxmlformats.org/drawingml/2006/main">
            <a:off x="6186535" y="6758632"/>
            <a:ext cx="31987" cy="10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54" name="skill-map-zh-v2-127-start-34">
            <a:extLst xmlns:a="http://schemas.openxmlformats.org/drawingml/2006/main">
              <a:ext uri="{FF2B5EF4-FFF2-40B4-BE49-F238E27FC236}">
                <a16:creationId xmlns:a16="http://schemas.microsoft.com/office/drawing/2014/main" id="{9FEF0E54-61FC-4207-B343-5AE5937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522" y="6769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5" name="skill-map-zh-v2-127-end-34">
            <a:extLst xmlns:a="http://schemas.openxmlformats.org/drawingml/2006/main">
              <a:ext uri="{FF2B5EF4-FFF2-40B4-BE49-F238E27FC236}">
                <a16:creationId xmlns:a16="http://schemas.microsoft.com/office/drawing/2014/main" id="{E6E92EE2-2122-43D8-8F72-98E77B4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32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8" name=""/>
          <p:cNvCxnSpPr>
            <a:stCxn xmlns:a="http://schemas.openxmlformats.org/drawingml/2006/main" id="354" idx="3"/>
            <a:endCxn xmlns:a="http://schemas.openxmlformats.org/drawingml/2006/main" id="355" idx="1"/>
          </p:cNvCxnSpPr>
          <p:nvPr/>
        </p:nvCxnSpPr>
        <p:spPr>
          <a:xfrm xmlns:a="http://schemas.openxmlformats.org/drawingml/2006/main">
            <a:off x="6218617" y="6769263"/>
            <a:ext cx="31315" cy="124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57" name="skill-map-zh-v2-127-start-35">
            <a:extLst xmlns:a="http://schemas.openxmlformats.org/drawingml/2006/main">
              <a:ext uri="{FF2B5EF4-FFF2-40B4-BE49-F238E27FC236}">
                <a16:creationId xmlns:a16="http://schemas.microsoft.com/office/drawing/2014/main" id="{1E6C6856-B25B-4DED-895E-0930E95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932" y="6781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8" name="skill-map-zh-v2-127-end-35">
            <a:extLst xmlns:a="http://schemas.openxmlformats.org/drawingml/2006/main">
              <a:ext uri="{FF2B5EF4-FFF2-40B4-BE49-F238E27FC236}">
                <a16:creationId xmlns:a16="http://schemas.microsoft.com/office/drawing/2014/main" id="{2CF79914-1AC3-4BF4-B057-EF56A1E9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564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1" name=""/>
          <p:cNvCxnSpPr>
            <a:stCxn xmlns:a="http://schemas.openxmlformats.org/drawingml/2006/main" id="357" idx="3"/>
            <a:endCxn xmlns:a="http://schemas.openxmlformats.org/drawingml/2006/main" id="358" idx="1"/>
          </p:cNvCxnSpPr>
          <p:nvPr/>
        </p:nvCxnSpPr>
        <p:spPr>
          <a:xfrm xmlns:a="http://schemas.openxmlformats.org/drawingml/2006/main">
            <a:off x="6250027" y="6781741"/>
            <a:ext cx="30537" cy="142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0" name="skill-map-zh-v2-127-start-36">
            <a:extLst xmlns:a="http://schemas.openxmlformats.org/drawingml/2006/main">
              <a:ext uri="{FF2B5EF4-FFF2-40B4-BE49-F238E27FC236}">
                <a16:creationId xmlns:a16="http://schemas.microsoft.com/office/drawing/2014/main" id="{3E90D1A4-8E58-4B84-9873-566DE5B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564" y="67959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1" name="skill-map-zh-v2-127-end-36">
            <a:extLst xmlns:a="http://schemas.openxmlformats.org/drawingml/2006/main">
              <a:ext uri="{FF2B5EF4-FFF2-40B4-BE49-F238E27FC236}">
                <a16:creationId xmlns:a16="http://schemas.microsoft.com/office/drawing/2014/main" id="{F54BC39F-4586-4D6A-9266-2EC1CD3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4" name=""/>
          <p:cNvCxnSpPr>
            <a:stCxn xmlns:a="http://schemas.openxmlformats.org/drawingml/2006/main" id="360" idx="3"/>
            <a:endCxn xmlns:a="http://schemas.openxmlformats.org/drawingml/2006/main" id="361" idx="1"/>
          </p:cNvCxnSpPr>
          <p:nvPr/>
        </p:nvCxnSpPr>
        <p:spPr>
          <a:xfrm xmlns:a="http://schemas.openxmlformats.org/drawingml/2006/main">
            <a:off x="6280659" y="6796024"/>
            <a:ext cx="29654" cy="160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3" name="skill-map-zh-v2-127-start-37">
            <a:extLst xmlns:a="http://schemas.openxmlformats.org/drawingml/2006/main">
              <a:ext uri="{FF2B5EF4-FFF2-40B4-BE49-F238E27FC236}">
                <a16:creationId xmlns:a16="http://schemas.microsoft.com/office/drawing/2014/main" id="{F8E27C8F-4DBF-48FB-91A8-E039917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6812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4" name="skill-map-zh-v2-127-end-37">
            <a:extLst xmlns:a="http://schemas.openxmlformats.org/drawingml/2006/main">
              <a:ext uri="{FF2B5EF4-FFF2-40B4-BE49-F238E27FC236}">
                <a16:creationId xmlns:a16="http://schemas.microsoft.com/office/drawing/2014/main" id="{8A86B3C7-C25E-497D-BABD-0359308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078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7" name=""/>
          <p:cNvCxnSpPr>
            <a:stCxn xmlns:a="http://schemas.openxmlformats.org/drawingml/2006/main" id="363" idx="3"/>
            <a:endCxn xmlns:a="http://schemas.openxmlformats.org/drawingml/2006/main" id="364" idx="1"/>
          </p:cNvCxnSpPr>
          <p:nvPr/>
        </p:nvCxnSpPr>
        <p:spPr>
          <a:xfrm xmlns:a="http://schemas.openxmlformats.org/drawingml/2006/main">
            <a:off x="6310408" y="6812065"/>
            <a:ext cx="28670" cy="177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6" name="skill-map-zh-v2-127-start-38">
            <a:extLst xmlns:a="http://schemas.openxmlformats.org/drawingml/2006/main">
              <a:ext uri="{FF2B5EF4-FFF2-40B4-BE49-F238E27FC236}">
                <a16:creationId xmlns:a16="http://schemas.microsoft.com/office/drawing/2014/main" id="{9184C7DE-BA43-44C3-A382-80926855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078" y="6829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7" name="skill-map-zh-v2-127-end-38">
            <a:extLst xmlns:a="http://schemas.openxmlformats.org/drawingml/2006/main">
              <a:ext uri="{FF2B5EF4-FFF2-40B4-BE49-F238E27FC236}">
                <a16:creationId xmlns:a16="http://schemas.microsoft.com/office/drawing/2014/main" id="{93B4A72E-10DE-4339-AA71-859F4985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764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0" name=""/>
          <p:cNvCxnSpPr>
            <a:stCxn xmlns:a="http://schemas.openxmlformats.org/drawingml/2006/main" id="366" idx="3"/>
            <a:endCxn xmlns:a="http://schemas.openxmlformats.org/drawingml/2006/main" id="367" idx="1"/>
          </p:cNvCxnSpPr>
          <p:nvPr/>
        </p:nvCxnSpPr>
        <p:spPr>
          <a:xfrm xmlns:a="http://schemas.openxmlformats.org/drawingml/2006/main">
            <a:off x="6339173" y="6829809"/>
            <a:ext cx="27591" cy="193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69" name="skill-map-zh-v2-127-start-39">
            <a:extLst xmlns:a="http://schemas.openxmlformats.org/drawingml/2006/main">
              <a:ext uri="{FF2B5EF4-FFF2-40B4-BE49-F238E27FC236}">
                <a16:creationId xmlns:a16="http://schemas.microsoft.com/office/drawing/2014/main" id="{C3C0B657-DECF-41B3-9EE7-94250AF4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764" y="6849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0" name="skill-map-zh-v2-127-end-39">
            <a:extLst xmlns:a="http://schemas.openxmlformats.org/drawingml/2006/main">
              <a:ext uri="{FF2B5EF4-FFF2-40B4-BE49-F238E27FC236}">
                <a16:creationId xmlns:a16="http://schemas.microsoft.com/office/drawing/2014/main" id="{6635DA1B-8CA0-4296-937F-91F70F6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276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3" name=""/>
          <p:cNvCxnSpPr>
            <a:stCxn xmlns:a="http://schemas.openxmlformats.org/drawingml/2006/main" id="369" idx="3"/>
            <a:endCxn xmlns:a="http://schemas.openxmlformats.org/drawingml/2006/main" id="370" idx="1"/>
          </p:cNvCxnSpPr>
          <p:nvPr/>
        </p:nvCxnSpPr>
        <p:spPr>
          <a:xfrm xmlns:a="http://schemas.openxmlformats.org/drawingml/2006/main">
            <a:off x="6366859" y="6849194"/>
            <a:ext cx="26417" cy="209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72" name="skill-map-zh-v2-127-start-40">
            <a:extLst xmlns:a="http://schemas.openxmlformats.org/drawingml/2006/main">
              <a:ext uri="{FF2B5EF4-FFF2-40B4-BE49-F238E27FC236}">
                <a16:creationId xmlns:a16="http://schemas.microsoft.com/office/drawing/2014/main" id="{C9D3D63D-6280-4A48-AB93-F820310A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276" y="6870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3" name="skill-map-zh-v2-127-end-40">
            <a:extLst xmlns:a="http://schemas.openxmlformats.org/drawingml/2006/main">
              <a:ext uri="{FF2B5EF4-FFF2-40B4-BE49-F238E27FC236}">
                <a16:creationId xmlns:a16="http://schemas.microsoft.com/office/drawing/2014/main" id="{F6F1AA20-2720-416A-AFE6-98B38FF6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24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6" name=""/>
          <p:cNvCxnSpPr>
            <a:stCxn xmlns:a="http://schemas.openxmlformats.org/drawingml/2006/main" id="372" idx="3"/>
            <a:endCxn xmlns:a="http://schemas.openxmlformats.org/drawingml/2006/main" id="373" idx="1"/>
          </p:cNvCxnSpPr>
          <p:nvPr/>
        </p:nvCxnSpPr>
        <p:spPr>
          <a:xfrm xmlns:a="http://schemas.openxmlformats.org/drawingml/2006/main">
            <a:off x="6393371" y="6870157"/>
            <a:ext cx="25153" cy="22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75" name="skill-map-zh-v2-127-start-41">
            <a:extLst xmlns:a="http://schemas.openxmlformats.org/drawingml/2006/main">
              <a:ext uri="{FF2B5EF4-FFF2-40B4-BE49-F238E27FC236}">
                <a16:creationId xmlns:a16="http://schemas.microsoft.com/office/drawing/2014/main" id="{61F06BBC-D10C-409D-BBD1-79D83CC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24" y="68925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6" name="skill-map-zh-v2-127-end-41">
            <a:extLst xmlns:a="http://schemas.openxmlformats.org/drawingml/2006/main">
              <a:ext uri="{FF2B5EF4-FFF2-40B4-BE49-F238E27FC236}">
                <a16:creationId xmlns:a16="http://schemas.microsoft.com/office/drawing/2014/main" id="{6D302AFA-01DE-423B-BE1A-4F6C42CE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422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9" name=""/>
          <p:cNvCxnSpPr>
            <a:stCxn xmlns:a="http://schemas.openxmlformats.org/drawingml/2006/main" id="375" idx="2"/>
            <a:endCxn xmlns:a="http://schemas.openxmlformats.org/drawingml/2006/main" id="376" idx="1"/>
          </p:cNvCxnSpPr>
          <p:nvPr/>
        </p:nvCxnSpPr>
        <p:spPr>
          <a:xfrm xmlns:a="http://schemas.openxmlformats.org/drawingml/2006/main">
            <a:off x="6418572" y="6892673"/>
            <a:ext cx="23851" cy="238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78" name="skill-map-zh-v2-127-start-42">
            <a:extLst xmlns:a="http://schemas.openxmlformats.org/drawingml/2006/main">
              <a:ext uri="{FF2B5EF4-FFF2-40B4-BE49-F238E27FC236}">
                <a16:creationId xmlns:a16="http://schemas.microsoft.com/office/drawing/2014/main" id="{F0198402-4C0E-4CA4-BED9-4A090E2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422" y="6916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9" name="skill-map-zh-v2-127-end-42">
            <a:extLst xmlns:a="http://schemas.openxmlformats.org/drawingml/2006/main">
              <a:ext uri="{FF2B5EF4-FFF2-40B4-BE49-F238E27FC236}">
                <a16:creationId xmlns:a16="http://schemas.microsoft.com/office/drawing/2014/main" id="{F5167B4A-7600-477C-950A-5B48BCE6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91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2" name=""/>
          <p:cNvCxnSpPr>
            <a:stCxn xmlns:a="http://schemas.openxmlformats.org/drawingml/2006/main" id="378" idx="2"/>
            <a:endCxn xmlns:a="http://schemas.openxmlformats.org/drawingml/2006/main" id="379" idx="0"/>
          </p:cNvCxnSpPr>
          <p:nvPr/>
        </p:nvCxnSpPr>
        <p:spPr>
          <a:xfrm xmlns:a="http://schemas.openxmlformats.org/drawingml/2006/main">
            <a:off x="6442470" y="6916571"/>
            <a:ext cx="22469" cy="25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81" name="skill-map-zh-v2-127-start-43">
            <a:extLst xmlns:a="http://schemas.openxmlformats.org/drawingml/2006/main">
              <a:ext uri="{FF2B5EF4-FFF2-40B4-BE49-F238E27FC236}">
                <a16:creationId xmlns:a16="http://schemas.microsoft.com/office/drawing/2014/main" id="{70820126-35DD-4999-A701-C835F5C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91" y="6941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2" name="skill-map-zh-v2-127-end-43">
            <a:extLst xmlns:a="http://schemas.openxmlformats.org/drawingml/2006/main">
              <a:ext uri="{FF2B5EF4-FFF2-40B4-BE49-F238E27FC236}">
                <a16:creationId xmlns:a16="http://schemas.microsoft.com/office/drawing/2014/main" id="{6A0BA61D-95CB-498B-B5DE-8A9D68C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54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5" name=""/>
          <p:cNvCxnSpPr>
            <a:stCxn xmlns:a="http://schemas.openxmlformats.org/drawingml/2006/main" id="381" idx="2"/>
            <a:endCxn xmlns:a="http://schemas.openxmlformats.org/drawingml/2006/main" id="382" idx="0"/>
          </p:cNvCxnSpPr>
          <p:nvPr/>
        </p:nvCxnSpPr>
        <p:spPr>
          <a:xfrm xmlns:a="http://schemas.openxmlformats.org/drawingml/2006/main">
            <a:off x="6464938" y="6941819"/>
            <a:ext cx="20963" cy="26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84" name="skill-map-zh-v2-127-start-44">
            <a:extLst xmlns:a="http://schemas.openxmlformats.org/drawingml/2006/main">
              <a:ext uri="{FF2B5EF4-FFF2-40B4-BE49-F238E27FC236}">
                <a16:creationId xmlns:a16="http://schemas.microsoft.com/office/drawing/2014/main" id="{EAA43FD3-FDF8-40BB-97D5-30ED5F59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854" y="6968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5" name="skill-map-zh-v2-127-end-44">
            <a:extLst xmlns:a="http://schemas.openxmlformats.org/drawingml/2006/main">
              <a:ext uri="{FF2B5EF4-FFF2-40B4-BE49-F238E27FC236}">
                <a16:creationId xmlns:a16="http://schemas.microsoft.com/office/drawing/2014/main" id="{7F7E0887-931C-46E8-B334-44A09B7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239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8" name=""/>
          <p:cNvCxnSpPr>
            <a:stCxn xmlns:a="http://schemas.openxmlformats.org/drawingml/2006/main" id="384" idx="2"/>
            <a:endCxn xmlns:a="http://schemas.openxmlformats.org/drawingml/2006/main" id="385" idx="0"/>
          </p:cNvCxnSpPr>
          <p:nvPr/>
        </p:nvCxnSpPr>
        <p:spPr>
          <a:xfrm xmlns:a="http://schemas.openxmlformats.org/drawingml/2006/main">
            <a:off x="6485902" y="6968331"/>
            <a:ext cx="19385" cy="27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87" name="skill-map-zh-v2-127-start-45">
            <a:extLst xmlns:a="http://schemas.openxmlformats.org/drawingml/2006/main">
              <a:ext uri="{FF2B5EF4-FFF2-40B4-BE49-F238E27FC236}">
                <a16:creationId xmlns:a16="http://schemas.microsoft.com/office/drawing/2014/main" id="{2D1DF698-D4AC-48E4-9738-3DCA60E6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239" y="69959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8" name="skill-map-zh-v2-127-end-45">
            <a:extLst xmlns:a="http://schemas.openxmlformats.org/drawingml/2006/main">
              <a:ext uri="{FF2B5EF4-FFF2-40B4-BE49-F238E27FC236}">
                <a16:creationId xmlns:a16="http://schemas.microsoft.com/office/drawing/2014/main" id="{37EF29FE-DB8B-4460-B7CE-2647D78A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982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1" name=""/>
          <p:cNvCxnSpPr>
            <a:stCxn xmlns:a="http://schemas.openxmlformats.org/drawingml/2006/main" id="387" idx="2"/>
            <a:endCxn xmlns:a="http://schemas.openxmlformats.org/drawingml/2006/main" id="388" idx="0"/>
          </p:cNvCxnSpPr>
          <p:nvPr/>
        </p:nvCxnSpPr>
        <p:spPr>
          <a:xfrm xmlns:a="http://schemas.openxmlformats.org/drawingml/2006/main">
            <a:off x="6505287" y="6996017"/>
            <a:ext cx="17743" cy="28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0" name="skill-map-zh-v2-127-start-46">
            <a:extLst xmlns:a="http://schemas.openxmlformats.org/drawingml/2006/main">
              <a:ext uri="{FF2B5EF4-FFF2-40B4-BE49-F238E27FC236}">
                <a16:creationId xmlns:a16="http://schemas.microsoft.com/office/drawing/2014/main" id="{1CB838D0-68AE-44B9-99C9-C94D18D7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982" y="7024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1" name="skill-map-zh-v2-127-end-46">
            <a:extLst xmlns:a="http://schemas.openxmlformats.org/drawingml/2006/main">
              <a:ext uri="{FF2B5EF4-FFF2-40B4-BE49-F238E27FC236}">
                <a16:creationId xmlns:a16="http://schemas.microsoft.com/office/drawing/2014/main" id="{333674F3-98BA-4475-B7ED-38BB8C3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023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4" name=""/>
          <p:cNvCxnSpPr>
            <a:stCxn xmlns:a="http://schemas.openxmlformats.org/drawingml/2006/main" id="390" idx="2"/>
            <a:endCxn xmlns:a="http://schemas.openxmlformats.org/drawingml/2006/main" id="391" idx="0"/>
          </p:cNvCxnSpPr>
          <p:nvPr/>
        </p:nvCxnSpPr>
        <p:spPr>
          <a:xfrm xmlns:a="http://schemas.openxmlformats.org/drawingml/2006/main">
            <a:off x="6523030" y="7024783"/>
            <a:ext cx="16041" cy="296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3" name="skill-map-zh-v2-127-start-47">
            <a:extLst xmlns:a="http://schemas.openxmlformats.org/drawingml/2006/main">
              <a:ext uri="{FF2B5EF4-FFF2-40B4-BE49-F238E27FC236}">
                <a16:creationId xmlns:a16="http://schemas.microsoft.com/office/drawing/2014/main" id="{28B47595-651D-422E-9B98-EAC820D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023" y="70544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4" name="skill-map-zh-v2-127-end-47">
            <a:extLst xmlns:a="http://schemas.openxmlformats.org/drawingml/2006/main">
              <a:ext uri="{FF2B5EF4-FFF2-40B4-BE49-F238E27FC236}">
                <a16:creationId xmlns:a16="http://schemas.microsoft.com/office/drawing/2014/main" id="{23A122B1-56DA-4AD6-8B36-54FA03E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307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7" name=""/>
          <p:cNvCxnSpPr>
            <a:stCxn xmlns:a="http://schemas.openxmlformats.org/drawingml/2006/main" id="393" idx="2"/>
            <a:endCxn xmlns:a="http://schemas.openxmlformats.org/drawingml/2006/main" id="394" idx="0"/>
          </p:cNvCxnSpPr>
          <p:nvPr/>
        </p:nvCxnSpPr>
        <p:spPr>
          <a:xfrm xmlns:a="http://schemas.openxmlformats.org/drawingml/2006/main">
            <a:off x="6539071" y="7054531"/>
            <a:ext cx="14284" cy="3053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6" name="skill-map-zh-v2-127-start-48">
            <a:extLst xmlns:a="http://schemas.openxmlformats.org/drawingml/2006/main">
              <a:ext uri="{FF2B5EF4-FFF2-40B4-BE49-F238E27FC236}">
                <a16:creationId xmlns:a16="http://schemas.microsoft.com/office/drawing/2014/main" id="{6349E3F4-CA34-420F-A1CF-668AA886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307" y="70850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7" name="skill-map-zh-v2-127-end-48">
            <a:extLst xmlns:a="http://schemas.openxmlformats.org/drawingml/2006/main">
              <a:ext uri="{FF2B5EF4-FFF2-40B4-BE49-F238E27FC236}">
                <a16:creationId xmlns:a16="http://schemas.microsoft.com/office/drawing/2014/main" id="{261F383B-AFAE-4C83-96C7-50A9312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78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0" name=""/>
          <p:cNvCxnSpPr>
            <a:stCxn xmlns:a="http://schemas.openxmlformats.org/drawingml/2006/main" id="396" idx="2"/>
            <a:endCxn xmlns:a="http://schemas.openxmlformats.org/drawingml/2006/main" id="397" idx="0"/>
          </p:cNvCxnSpPr>
          <p:nvPr/>
        </p:nvCxnSpPr>
        <p:spPr>
          <a:xfrm xmlns:a="http://schemas.openxmlformats.org/drawingml/2006/main">
            <a:off x="6553355" y="7085163"/>
            <a:ext cx="12478" cy="313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399" name="skill-map-zh-v2-127-start-49">
            <a:extLst xmlns:a="http://schemas.openxmlformats.org/drawingml/2006/main">
              <a:ext uri="{FF2B5EF4-FFF2-40B4-BE49-F238E27FC236}">
                <a16:creationId xmlns:a16="http://schemas.microsoft.com/office/drawing/2014/main" id="{B9CB7A9B-D4DE-43AA-AEC2-A0D55573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785" y="71164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0" name="skill-map-zh-v2-127-end-49">
            <a:extLst xmlns:a="http://schemas.openxmlformats.org/drawingml/2006/main">
              <a:ext uri="{FF2B5EF4-FFF2-40B4-BE49-F238E27FC236}">
                <a16:creationId xmlns:a16="http://schemas.microsoft.com/office/drawing/2014/main" id="{FEDF1308-42D0-4D21-9E85-C147EC0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416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3" name=""/>
          <p:cNvCxnSpPr>
            <a:stCxn xmlns:a="http://schemas.openxmlformats.org/drawingml/2006/main" id="399" idx="2"/>
            <a:endCxn xmlns:a="http://schemas.openxmlformats.org/drawingml/2006/main" id="400" idx="0"/>
          </p:cNvCxnSpPr>
          <p:nvPr/>
        </p:nvCxnSpPr>
        <p:spPr>
          <a:xfrm xmlns:a="http://schemas.openxmlformats.org/drawingml/2006/main">
            <a:off x="6565832" y="7116573"/>
            <a:ext cx="10631" cy="31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02" name="skill-map-zh-v2-127-start-50">
            <a:extLst xmlns:a="http://schemas.openxmlformats.org/drawingml/2006/main">
              <a:ext uri="{FF2B5EF4-FFF2-40B4-BE49-F238E27FC236}">
                <a16:creationId xmlns:a16="http://schemas.microsoft.com/office/drawing/2014/main" id="{8FACB98F-ECFC-4DD1-AC70-B92857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416" y="71485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3" name="skill-map-zh-v2-127-end-50">
            <a:extLst xmlns:a="http://schemas.openxmlformats.org/drawingml/2006/main">
              <a:ext uri="{FF2B5EF4-FFF2-40B4-BE49-F238E27FC236}">
                <a16:creationId xmlns:a16="http://schemas.microsoft.com/office/drawing/2014/main" id="{766F6D41-A6E6-4657-8124-57FC0237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163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6" name=""/>
          <p:cNvCxnSpPr>
            <a:stCxn xmlns:a="http://schemas.openxmlformats.org/drawingml/2006/main" id="402" idx="2"/>
            <a:endCxn xmlns:a="http://schemas.openxmlformats.org/drawingml/2006/main" id="403" idx="0"/>
          </p:cNvCxnSpPr>
          <p:nvPr/>
        </p:nvCxnSpPr>
        <p:spPr>
          <a:xfrm xmlns:a="http://schemas.openxmlformats.org/drawingml/2006/main">
            <a:off x="6576464" y="7148655"/>
            <a:ext cx="8747" cy="325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05" name="skill-map-zh-v2-127-start-51">
            <a:extLst xmlns:a="http://schemas.openxmlformats.org/drawingml/2006/main">
              <a:ext uri="{FF2B5EF4-FFF2-40B4-BE49-F238E27FC236}">
                <a16:creationId xmlns:a16="http://schemas.microsoft.com/office/drawing/2014/main" id="{843601D1-9C3C-4B0B-B682-720BF62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163" y="7181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6" name="skill-map-zh-v2-127-end-51">
            <a:extLst xmlns:a="http://schemas.openxmlformats.org/drawingml/2006/main">
              <a:ext uri="{FF2B5EF4-FFF2-40B4-BE49-F238E27FC236}">
                <a16:creationId xmlns:a16="http://schemas.microsoft.com/office/drawing/2014/main" id="{84280B2C-AC34-4FC3-ACA5-D0202A3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998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9" name=""/>
          <p:cNvCxnSpPr>
            <a:stCxn xmlns:a="http://schemas.openxmlformats.org/drawingml/2006/main" id="405" idx="2"/>
            <a:endCxn xmlns:a="http://schemas.openxmlformats.org/drawingml/2006/main" id="406" idx="0"/>
          </p:cNvCxnSpPr>
          <p:nvPr/>
        </p:nvCxnSpPr>
        <p:spPr>
          <a:xfrm xmlns:a="http://schemas.openxmlformats.org/drawingml/2006/main">
            <a:off x="6585210" y="7181301"/>
            <a:ext cx="6835" cy="330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08" name="skill-map-zh-v2-127-start-52">
            <a:extLst xmlns:a="http://schemas.openxmlformats.org/drawingml/2006/main">
              <a:ext uri="{FF2B5EF4-FFF2-40B4-BE49-F238E27FC236}">
                <a16:creationId xmlns:a16="http://schemas.microsoft.com/office/drawing/2014/main" id="{A2F31BB1-DEA2-410F-8793-F8E1AB5B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998" y="72143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9" name="skill-map-zh-v2-127-end-52">
            <a:extLst xmlns:a="http://schemas.openxmlformats.org/drawingml/2006/main">
              <a:ext uri="{FF2B5EF4-FFF2-40B4-BE49-F238E27FC236}">
                <a16:creationId xmlns:a16="http://schemas.microsoft.com/office/drawing/2014/main" id="{C5C8B32F-7C44-41BF-B8CD-2633135A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896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2" name=""/>
          <p:cNvCxnSpPr>
            <a:stCxn xmlns:a="http://schemas.openxmlformats.org/drawingml/2006/main" id="408" idx="2"/>
            <a:endCxn xmlns:a="http://schemas.openxmlformats.org/drawingml/2006/main" id="409" idx="0"/>
          </p:cNvCxnSpPr>
          <p:nvPr/>
        </p:nvCxnSpPr>
        <p:spPr>
          <a:xfrm xmlns:a="http://schemas.openxmlformats.org/drawingml/2006/main">
            <a:off x="6592045" y="7214401"/>
            <a:ext cx="4898" cy="333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11" name="skill-map-zh-v2-127-start-53">
            <a:extLst xmlns:a="http://schemas.openxmlformats.org/drawingml/2006/main">
              <a:ext uri="{FF2B5EF4-FFF2-40B4-BE49-F238E27FC236}">
                <a16:creationId xmlns:a16="http://schemas.microsoft.com/office/drawing/2014/main" id="{689FB260-F66A-4ADB-8AFA-B3D7126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896" y="7247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2" name="skill-map-zh-v2-127-end-53">
            <a:extLst xmlns:a="http://schemas.openxmlformats.org/drawingml/2006/main">
              <a:ext uri="{FF2B5EF4-FFF2-40B4-BE49-F238E27FC236}">
                <a16:creationId xmlns:a16="http://schemas.microsoft.com/office/drawing/2014/main" id="{D6AA05DD-5A05-4CCA-BE47-FBD3074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842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5" name=""/>
          <p:cNvCxnSpPr>
            <a:stCxn xmlns:a="http://schemas.openxmlformats.org/drawingml/2006/main" id="411" idx="2"/>
            <a:endCxn xmlns:a="http://schemas.openxmlformats.org/drawingml/2006/main" id="412" idx="0"/>
          </p:cNvCxnSpPr>
          <p:nvPr/>
        </p:nvCxnSpPr>
        <p:spPr>
          <a:xfrm xmlns:a="http://schemas.openxmlformats.org/drawingml/2006/main">
            <a:off x="6596944" y="7247842"/>
            <a:ext cx="2946" cy="335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14" name="skill-map-zh-v2-127-start-54">
            <a:extLst xmlns:a="http://schemas.openxmlformats.org/drawingml/2006/main">
              <a:ext uri="{FF2B5EF4-FFF2-40B4-BE49-F238E27FC236}">
                <a16:creationId xmlns:a16="http://schemas.microsoft.com/office/drawing/2014/main" id="{C387CDE5-20DC-45FA-8BE0-C26F0E0C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842" y="72814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5" name="skill-map-zh-v2-127-end-54">
            <a:extLst xmlns:a="http://schemas.openxmlformats.org/drawingml/2006/main">
              <a:ext uri="{FF2B5EF4-FFF2-40B4-BE49-F238E27FC236}">
                <a16:creationId xmlns:a16="http://schemas.microsoft.com/office/drawing/2014/main" id="{4B256FE6-2ED1-4598-B0D0-68466E5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3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8" name=""/>
          <p:cNvCxnSpPr>
            <a:stCxn xmlns:a="http://schemas.openxmlformats.org/drawingml/2006/main" id="414" idx="2"/>
            <a:endCxn xmlns:a="http://schemas.openxmlformats.org/drawingml/2006/main" id="415" idx="0"/>
          </p:cNvCxnSpPr>
          <p:nvPr/>
        </p:nvCxnSpPr>
        <p:spPr>
          <a:xfrm xmlns:a="http://schemas.openxmlformats.org/drawingml/2006/main">
            <a:off x="6599890" y="7281511"/>
            <a:ext cx="983" cy="336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A9086"/>
            </a:solidFill>
            <a:prstDash val="solid"/>
          </a:ln>
        </p:spPr>
      </p:cxnSp>
      <p:sp>
        <p:nvSpPr>
          <p:cNvPr id="417" name="skill-map-zh-v2-128">
            <a:extLst xmlns:a="http://schemas.openxmlformats.org/drawingml/2006/main">
              <a:ext uri="{FF2B5EF4-FFF2-40B4-BE49-F238E27FC236}">
                <a16:creationId xmlns:a16="http://schemas.microsoft.com/office/drawing/2014/main" id="{746F7628-D513-4ECA-B728-B8DBD13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26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18" name="skill-map-zh-v2-129">
            <a:extLst xmlns:a="http://schemas.openxmlformats.org/drawingml/2006/main">
              <a:ext uri="{FF2B5EF4-FFF2-40B4-BE49-F238E27FC236}">
                <a16:creationId xmlns:a16="http://schemas.microsoft.com/office/drawing/2014/main" id="{D441BC74-178A-4DC7-A890-B77354DE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328" y="685672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19" name="skill-map-zh-v2-130">
            <a:extLst xmlns:a="http://schemas.openxmlformats.org/drawingml/2006/main">
              <a:ext uri="{FF2B5EF4-FFF2-40B4-BE49-F238E27FC236}">
                <a16:creationId xmlns:a16="http://schemas.microsoft.com/office/drawing/2014/main" id="{EB36FA06-F4AE-4253-BD6F-F6B2786E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68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20" name="skill-map-zh-v2-131">
            <a:extLst xmlns:a="http://schemas.openxmlformats.org/drawingml/2006/main">
              <a:ext uri="{FF2B5EF4-FFF2-40B4-BE49-F238E27FC236}">
                <a16:creationId xmlns:a16="http://schemas.microsoft.com/office/drawing/2014/main" id="{79E9BE52-F790-4F48-987B-233E863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022" y="685672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21" name="skill-map-zh-v2-132">
            <a:extLst xmlns:a="http://schemas.openxmlformats.org/drawingml/2006/main">
              <a:ext uri="{FF2B5EF4-FFF2-40B4-BE49-F238E27FC236}">
                <a16:creationId xmlns:a16="http://schemas.microsoft.com/office/drawing/2014/main" id="{53C7356D-100F-4AA3-86CB-10C42B3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26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5240">
            <a:solidFill>
              <a:srgbClr val="4A9086"/>
            </a:solidFill>
            <a:prstDash val="solid"/>
          </a:ln>
        </p:spPr>
      </p:sp>
      <p:sp>
        <p:nvSpPr>
          <p:cNvPr id="422" name="skill-map-zh-v2-133">
            <a:extLst xmlns:a="http://schemas.openxmlformats.org/drawingml/2006/main">
              <a:ext uri="{FF2B5EF4-FFF2-40B4-BE49-F238E27FC236}">
                <a16:creationId xmlns:a16="http://schemas.microsoft.com/office/drawing/2014/main" id="{F33D3BD6-575A-4670-A8E1-53E2A8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943725"/>
            <a:ext cx="419100" cy="571500"/>
          </a:xfrm>
          <a:custGeom xmlns:a="http://schemas.openxmlformats.org/drawingml/2006/main">
            <a:pathLst>
              <a:path w="419100" h="571500">
                <a:moveTo>
                  <a:pt x="209550" y="0"/>
                </a:moveTo>
                <a:lnTo>
                  <a:pt x="419100" y="381000"/>
                </a:lnTo>
                <a:lnTo>
                  <a:pt x="304800" y="571500"/>
                </a:lnTo>
                <a:lnTo>
                  <a:pt x="114300" y="571500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423" name="skill-map-zh-v2-134-start-1">
            <a:extLst xmlns:a="http://schemas.openxmlformats.org/drawingml/2006/main">
              <a:ext uri="{FF2B5EF4-FFF2-40B4-BE49-F238E27FC236}">
                <a16:creationId xmlns:a16="http://schemas.microsoft.com/office/drawing/2014/main" id="{82A0545B-7AC2-499C-8622-45980D6A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4" name="skill-map-zh-v2-134-end-1">
            <a:extLst xmlns:a="http://schemas.openxmlformats.org/drawingml/2006/main">
              <a:ext uri="{FF2B5EF4-FFF2-40B4-BE49-F238E27FC236}">
                <a16:creationId xmlns:a16="http://schemas.microsoft.com/office/drawing/2014/main" id="{DD5540E0-6C7F-4197-BF5C-5D80BA6A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305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7" name=""/>
          <p:cNvCxnSpPr>
            <a:stCxn xmlns:a="http://schemas.openxmlformats.org/drawingml/2006/main" id="423" idx="2"/>
            <a:endCxn xmlns:a="http://schemas.openxmlformats.org/drawingml/2006/main" id="424" idx="0"/>
          </p:cNvCxnSpPr>
          <p:nvPr/>
        </p:nvCxnSpPr>
        <p:spPr>
          <a:xfrm xmlns:a="http://schemas.openxmlformats.org/drawingml/2006/main">
            <a:off x="6019848" y="6981920"/>
            <a:ext cx="0" cy="32375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7FAA"/>
            </a:solidFill>
            <a:prstDash val="solid"/>
          </a:ln>
        </p:spPr>
      </p:cxnSp>
      <p:sp>
        <p:nvSpPr>
          <p:cNvPr id="426" name="skill-map-zh-v2-135">
            <a:extLst xmlns:a="http://schemas.openxmlformats.org/drawingml/2006/main">
              <a:ext uri="{FF2B5EF4-FFF2-40B4-BE49-F238E27FC236}">
                <a16:creationId xmlns:a16="http://schemas.microsoft.com/office/drawing/2014/main" id="{B17BF065-BCA5-4937-904A-3A132D5F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28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427" name="skill-map-zh-v2-136">
            <a:extLst xmlns:a="http://schemas.openxmlformats.org/drawingml/2006/main">
              <a:ext uri="{FF2B5EF4-FFF2-40B4-BE49-F238E27FC236}">
                <a16:creationId xmlns:a16="http://schemas.microsoft.com/office/drawing/2014/main" id="{F3B589DD-5F1E-41AD-8558-45E9C18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534275"/>
            <a:ext cx="247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428" name="skill-map-zh-v2-137">
            <a:extLst xmlns:a="http://schemas.openxmlformats.org/drawingml/2006/main">
              <a:ext uri="{FF2B5EF4-FFF2-40B4-BE49-F238E27FC236}">
                <a16:creationId xmlns:a16="http://schemas.microsoft.com/office/drawing/2014/main" id="{D2997C32-57D8-4944-A8A2-32FAA99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07707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科研绘图</a:t>
            </a:r>
          </a:p>
        </p:txBody>
      </p:sp>
      <p:sp>
        <p:nvSpPr>
          <p:cNvPr id="429" name="skill-map-zh-v2-138">
            <a:extLst xmlns:a="http://schemas.openxmlformats.org/drawingml/2006/main">
              <a:ext uri="{FF2B5EF4-FFF2-40B4-BE49-F238E27FC236}">
                <a16:creationId xmlns:a16="http://schemas.microsoft.com/office/drawing/2014/main" id="{276A9554-867F-415B-8BE5-9A2557F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543800"/>
            <a:ext cx="776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887"/>
                </a:solidFill>
                <a:latin typeface="苹方-简"/>
                <a:ea typeface="苹方-简"/>
                <a:cs typeface="苹方-简"/>
              </a:defRPr>
            </a:pPr>
            <a:r>
              <a:rPr sz="1725" b="0">
                <a:solidFill>
                  <a:srgbClr val="657887"/>
                </a:solidFill>
                <a:latin typeface="苹方-简"/>
                <a:ea typeface="苹方-简"/>
                <a:cs typeface="苹方-简"/>
              </a:rPr>
              <a:t>架构图、数据图与可编辑图件</a:t>
            </a:r>
          </a:p>
        </p:txBody>
      </p:sp>
      <p:sp>
        <p:nvSpPr>
          <p:cNvPr id="430" name="skill-map-zh-v2-139-start-1">
            <a:extLst xmlns:a="http://schemas.openxmlformats.org/drawingml/2006/main">
              <a:ext uri="{FF2B5EF4-FFF2-40B4-BE49-F238E27FC236}">
                <a16:creationId xmlns:a16="http://schemas.microsoft.com/office/drawing/2014/main" id="{7E68EE5F-E547-40BD-8399-2C370E2B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91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skill-map-zh-v2-139-end-1">
            <a:extLst xmlns:a="http://schemas.openxmlformats.org/drawingml/2006/main">
              <a:ext uri="{FF2B5EF4-FFF2-40B4-BE49-F238E27FC236}">
                <a16:creationId xmlns:a16="http://schemas.microsoft.com/office/drawing/2014/main" id="{605784F4-DA44-4201-96BA-B26D021B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8191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4" name=""/>
          <p:cNvCxnSpPr>
            <a:stCxn xmlns:a="http://schemas.openxmlformats.org/drawingml/2006/main" id="430" idx="3"/>
            <a:endCxn xmlns:a="http://schemas.openxmlformats.org/drawingml/2006/main" id="431" idx="1"/>
          </p:cNvCxnSpPr>
          <p:nvPr/>
        </p:nvCxnSpPr>
        <p:spPr>
          <a:xfrm xmlns:a="http://schemas.openxmlformats.org/drawingml/2006/main">
            <a:off x="619220" y="8191548"/>
            <a:ext cx="1400165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433" name="skill-map-zh-v2-140-start-1">
            <a:extLst xmlns:a="http://schemas.openxmlformats.org/drawingml/2006/main">
              <a:ext uri="{FF2B5EF4-FFF2-40B4-BE49-F238E27FC236}">
                <a16:creationId xmlns:a16="http://schemas.microsoft.com/office/drawing/2014/main" id="{E569C643-EB0A-41DD-BDDF-54935772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505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skill-map-zh-v2-140-end-1">
            <a:extLst xmlns:a="http://schemas.openxmlformats.org/drawingml/2006/main">
              <a:ext uri="{FF2B5EF4-FFF2-40B4-BE49-F238E27FC236}">
                <a16:creationId xmlns:a16="http://schemas.microsoft.com/office/drawing/2014/main" id="{756C6C2E-D016-423D-ABD4-1C3B55F3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9220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7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7658148" y="8505920"/>
            <a:ext cx="0" cy="7142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436" name="skill-map-zh-v2-141">
            <a:extLst xmlns:a="http://schemas.openxmlformats.org/drawingml/2006/main">
              <a:ext uri="{FF2B5EF4-FFF2-40B4-BE49-F238E27FC236}">
                <a16:creationId xmlns:a16="http://schemas.microsoft.com/office/drawing/2014/main" id="{F2E0D2CB-824D-4D24-A0B7-F2B6DE9E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48675"/>
            <a:ext cx="552450" cy="733425"/>
          </a:xfrm>
          <a:custGeom xmlns:a="http://schemas.openxmlformats.org/drawingml/2006/main">
            <a:pathLst>
              <a:path w="552450" h="733425">
                <a:moveTo>
                  <a:pt x="0" y="0"/>
                </a:moveTo>
                <a:lnTo>
                  <a:pt x="453009" y="0"/>
                </a:lnTo>
                <a:lnTo>
                  <a:pt x="552450" y="99441"/>
                </a:lnTo>
                <a:lnTo>
                  <a:pt x="552450" y="733425"/>
                </a:lnTo>
                <a:lnTo>
                  <a:pt x="0" y="733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4A9086"/>
            </a:solidFill>
            <a:prstDash val="solid"/>
          </a:ln>
        </p:spPr>
      </p:sp>
      <p:sp>
        <p:nvSpPr>
          <p:cNvPr id="437" name="skill-map-zh-v2-142-start-1">
            <a:extLst xmlns:a="http://schemas.openxmlformats.org/drawingml/2006/main">
              <a:ext uri="{FF2B5EF4-FFF2-40B4-BE49-F238E27FC236}">
                <a16:creationId xmlns:a16="http://schemas.microsoft.com/office/drawing/2014/main" id="{25E590C6-2ECA-4969-AF05-86402F5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934" y="8448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8" name="skill-map-zh-v2-142-end-1">
            <a:extLst xmlns:a="http://schemas.openxmlformats.org/drawingml/2006/main">
              <a:ext uri="{FF2B5EF4-FFF2-40B4-BE49-F238E27FC236}">
                <a16:creationId xmlns:a16="http://schemas.microsoft.com/office/drawing/2014/main" id="{FCFE09A7-E165-4021-B7A8-E6DA39C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934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1" name=""/>
          <p:cNvCxnSpPr>
            <a:stCxn xmlns:a="http://schemas.openxmlformats.org/drawingml/2006/main" id="437" idx="2"/>
            <a:endCxn xmlns:a="http://schemas.openxmlformats.org/drawingml/2006/main" id="438" idx="0"/>
          </p:cNvCxnSpPr>
          <p:nvPr/>
        </p:nvCxnSpPr>
        <p:spPr>
          <a:xfrm xmlns:a="http://schemas.openxmlformats.org/drawingml/2006/main">
            <a:off x="2900982" y="8448770"/>
            <a:ext cx="0" cy="9934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440" name="skill-map-zh-v2-142-start-2">
            <a:extLst xmlns:a="http://schemas.openxmlformats.org/drawingml/2006/main">
              <a:ext uri="{FF2B5EF4-FFF2-40B4-BE49-F238E27FC236}">
                <a16:creationId xmlns:a16="http://schemas.microsoft.com/office/drawing/2014/main" id="{7B253B9D-276D-4026-B8BF-C951980D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934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1" name="skill-map-zh-v2-142-end-2">
            <a:extLst xmlns:a="http://schemas.openxmlformats.org/drawingml/2006/main">
              <a:ext uri="{FF2B5EF4-FFF2-40B4-BE49-F238E27FC236}">
                <a16:creationId xmlns:a16="http://schemas.microsoft.com/office/drawing/2014/main" id="{CE353B8F-84EA-4C6B-B3C5-E6017EF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4" name=""/>
          <p:cNvCxnSpPr>
            <a:stCxn xmlns:a="http://schemas.openxmlformats.org/drawingml/2006/main" id="440" idx="3"/>
            <a:endCxn xmlns:a="http://schemas.openxmlformats.org/drawingml/2006/main" id="441" idx="1"/>
          </p:cNvCxnSpPr>
          <p:nvPr/>
        </p:nvCxnSpPr>
        <p:spPr>
          <a:xfrm xmlns:a="http://schemas.openxmlformats.org/drawingml/2006/main">
            <a:off x="2901029" y="8548164"/>
            <a:ext cx="99346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443" name="skill-map-zh-v2-143">
            <a:extLst xmlns:a="http://schemas.openxmlformats.org/drawingml/2006/main">
              <a:ext uri="{FF2B5EF4-FFF2-40B4-BE49-F238E27FC236}">
                <a16:creationId xmlns:a16="http://schemas.microsoft.com/office/drawing/2014/main" id="{B6217F2C-12C0-4C4B-A930-3DB1A296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632031"/>
            <a:ext cx="287274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skill-map-zh-v2-144">
            <a:extLst xmlns:a="http://schemas.openxmlformats.org/drawingml/2006/main">
              <a:ext uri="{FF2B5EF4-FFF2-40B4-BE49-F238E27FC236}">
                <a16:creationId xmlns:a16="http://schemas.microsoft.com/office/drawing/2014/main" id="{0927BCE2-8C00-4069-A2F9-8E6E6FB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712708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skill-map-zh-v2-145">
            <a:extLst xmlns:a="http://schemas.openxmlformats.org/drawingml/2006/main">
              <a:ext uri="{FF2B5EF4-FFF2-40B4-BE49-F238E27FC236}">
                <a16:creationId xmlns:a16="http://schemas.microsoft.com/office/drawing/2014/main" id="{8DBE5991-7D4C-449A-86F4-3D2FFD4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793385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skill-map-zh-v2-146">
            <a:extLst xmlns:a="http://schemas.openxmlformats.org/drawingml/2006/main">
              <a:ext uri="{FF2B5EF4-FFF2-40B4-BE49-F238E27FC236}">
                <a16:creationId xmlns:a16="http://schemas.microsoft.com/office/drawing/2014/main" id="{4C5484E9-E101-454D-A900-3CFFE4C7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793" y="8874062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skill-map-zh-v2-147">
            <a:extLst xmlns:a="http://schemas.openxmlformats.org/drawingml/2006/main">
              <a:ext uri="{FF2B5EF4-FFF2-40B4-BE49-F238E27FC236}">
                <a16:creationId xmlns:a16="http://schemas.microsoft.com/office/drawing/2014/main" id="{A58D9644-8835-4A12-AFA1-BF01111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8448675"/>
            <a:ext cx="4019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基金 proposal</a:t>
            </a:r>
          </a:p>
        </p:txBody>
      </p:sp>
      <p:sp>
        <p:nvSpPr>
          <p:cNvPr id="448" name="skill-map-zh-v2-148">
            <a:extLst xmlns:a="http://schemas.openxmlformats.org/drawingml/2006/main">
              <a:ext uri="{FF2B5EF4-FFF2-40B4-BE49-F238E27FC236}">
                <a16:creationId xmlns:a16="http://schemas.microsoft.com/office/drawing/2014/main" id="{16A581D7-3FAE-4433-8296-1BAAFD16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8943975"/>
            <a:ext cx="401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887"/>
                </a:solidFill>
                <a:latin typeface="苹方-简"/>
                <a:ea typeface="苹方-简"/>
                <a:cs typeface="苹方-简"/>
              </a:defRPr>
            </a:pPr>
            <a:r>
              <a:rPr sz="1800" b="0">
                <a:solidFill>
                  <a:srgbClr val="657887"/>
                </a:solidFill>
                <a:latin typeface="苹方-简"/>
                <a:ea typeface="苹方-简"/>
                <a:cs typeface="苹方-简"/>
              </a:rPr>
              <a:t>国自然与省自然</a:t>
            </a:r>
          </a:p>
        </p:txBody>
      </p:sp>
      <p:sp>
        <p:nvSpPr>
          <p:cNvPr id="449" name="skill-map-zh-v2-149">
            <a:extLst xmlns:a="http://schemas.openxmlformats.org/drawingml/2006/main">
              <a:ext uri="{FF2B5EF4-FFF2-40B4-BE49-F238E27FC236}">
                <a16:creationId xmlns:a16="http://schemas.microsoft.com/office/drawing/2014/main" id="{DB56BCBA-9E00-4CD7-A74A-B3BE9533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8448675"/>
            <a:ext cx="552450" cy="733425"/>
          </a:xfrm>
          <a:custGeom xmlns:a="http://schemas.openxmlformats.org/drawingml/2006/main">
            <a:pathLst>
              <a:path w="552450" h="733425">
                <a:moveTo>
                  <a:pt x="0" y="0"/>
                </a:moveTo>
                <a:lnTo>
                  <a:pt x="453009" y="0"/>
                </a:lnTo>
                <a:lnTo>
                  <a:pt x="552450" y="99441"/>
                </a:lnTo>
                <a:lnTo>
                  <a:pt x="552450" y="733425"/>
                </a:lnTo>
                <a:lnTo>
                  <a:pt x="0" y="733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9380B4"/>
            </a:solidFill>
            <a:prstDash val="solid"/>
          </a:ln>
        </p:spPr>
      </p:sp>
      <p:sp>
        <p:nvSpPr>
          <p:cNvPr id="450" name="skill-map-zh-v2-150-start-1">
            <a:extLst xmlns:a="http://schemas.openxmlformats.org/drawingml/2006/main">
              <a:ext uri="{FF2B5EF4-FFF2-40B4-BE49-F238E27FC236}">
                <a16:creationId xmlns:a16="http://schemas.microsoft.com/office/drawing/2014/main" id="{1FEE59DB-B7A3-4F8C-B7D1-E14142F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9" y="8448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1" name="skill-map-zh-v2-150-end-1">
            <a:extLst xmlns:a="http://schemas.openxmlformats.org/drawingml/2006/main">
              <a:ext uri="{FF2B5EF4-FFF2-40B4-BE49-F238E27FC236}">
                <a16:creationId xmlns:a16="http://schemas.microsoft.com/office/drawing/2014/main" id="{5A6778B9-9055-433E-AFED-5B8C04B4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9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4" name=""/>
          <p:cNvCxnSpPr>
            <a:stCxn xmlns:a="http://schemas.openxmlformats.org/drawingml/2006/main" id="450" idx="2"/>
            <a:endCxn xmlns:a="http://schemas.openxmlformats.org/drawingml/2006/main" id="451" idx="0"/>
          </p:cNvCxnSpPr>
          <p:nvPr/>
        </p:nvCxnSpPr>
        <p:spPr>
          <a:xfrm xmlns:a="http://schemas.openxmlformats.org/drawingml/2006/main">
            <a:off x="8854107" y="8448770"/>
            <a:ext cx="0" cy="9934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453" name="skill-map-zh-v2-150-start-2">
            <a:extLst xmlns:a="http://schemas.openxmlformats.org/drawingml/2006/main">
              <a:ext uri="{FF2B5EF4-FFF2-40B4-BE49-F238E27FC236}">
                <a16:creationId xmlns:a16="http://schemas.microsoft.com/office/drawing/2014/main" id="{8529061D-F561-4CF3-AE75-DF059A7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9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4" name="skill-map-zh-v2-150-end-2">
            <a:extLst xmlns:a="http://schemas.openxmlformats.org/drawingml/2006/main">
              <a:ext uri="{FF2B5EF4-FFF2-40B4-BE49-F238E27FC236}">
                <a16:creationId xmlns:a16="http://schemas.microsoft.com/office/drawing/2014/main" id="{E1EF2FD6-8988-456F-82FC-66C95450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548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7" name=""/>
          <p:cNvCxnSpPr>
            <a:stCxn xmlns:a="http://schemas.openxmlformats.org/drawingml/2006/main" id="453" idx="3"/>
            <a:endCxn xmlns:a="http://schemas.openxmlformats.org/drawingml/2006/main" id="454" idx="1"/>
          </p:cNvCxnSpPr>
          <p:nvPr/>
        </p:nvCxnSpPr>
        <p:spPr>
          <a:xfrm xmlns:a="http://schemas.openxmlformats.org/drawingml/2006/main">
            <a:off x="8854154" y="8548164"/>
            <a:ext cx="99346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380B4"/>
            </a:solidFill>
            <a:prstDash val="solid"/>
          </a:ln>
        </p:spPr>
      </p:cxnSp>
      <p:sp>
        <p:nvSpPr>
          <p:cNvPr id="456" name="skill-map-zh-v2-151">
            <a:extLst xmlns:a="http://schemas.openxmlformats.org/drawingml/2006/main">
              <a:ext uri="{FF2B5EF4-FFF2-40B4-BE49-F238E27FC236}">
                <a16:creationId xmlns:a16="http://schemas.microsoft.com/office/drawing/2014/main" id="{B62ED566-3C3F-41E1-8E6D-3B0F1AA3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632031"/>
            <a:ext cx="287274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skill-map-zh-v2-152">
            <a:extLst xmlns:a="http://schemas.openxmlformats.org/drawingml/2006/main">
              <a:ext uri="{FF2B5EF4-FFF2-40B4-BE49-F238E27FC236}">
                <a16:creationId xmlns:a16="http://schemas.microsoft.com/office/drawing/2014/main" id="{EEC0472E-BF3C-4C81-B35C-3BA760CD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712708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skill-map-zh-v2-153">
            <a:extLst xmlns:a="http://schemas.openxmlformats.org/drawingml/2006/main">
              <a:ext uri="{FF2B5EF4-FFF2-40B4-BE49-F238E27FC236}">
                <a16:creationId xmlns:a16="http://schemas.microsoft.com/office/drawing/2014/main" id="{365E5776-0BFF-4E8E-8D76-476A5A6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793385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skill-map-zh-v2-154">
            <a:extLst xmlns:a="http://schemas.openxmlformats.org/drawingml/2006/main">
              <a:ext uri="{FF2B5EF4-FFF2-40B4-BE49-F238E27FC236}">
                <a16:creationId xmlns:a16="http://schemas.microsoft.com/office/drawing/2014/main" id="{D857BF05-A7AF-4F42-A440-42CADB4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918" y="8874062"/>
            <a:ext cx="364617" cy="19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skill-map-zh-v2-155">
            <a:extLst xmlns:a="http://schemas.openxmlformats.org/drawingml/2006/main">
              <a:ext uri="{FF2B5EF4-FFF2-40B4-BE49-F238E27FC236}">
                <a16:creationId xmlns:a16="http://schemas.microsoft.com/office/drawing/2014/main" id="{CEBDC9A2-8519-445C-A1DD-B3A82A55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496300"/>
            <a:ext cx="333375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7FAA"/>
            </a:solidFill>
            <a:prstDash val="solid"/>
          </a:ln>
        </p:spPr>
      </p:sp>
      <p:sp>
        <p:nvSpPr>
          <p:cNvPr id="461" name="skill-map-zh-v2-156">
            <a:extLst xmlns:a="http://schemas.openxmlformats.org/drawingml/2006/main">
              <a:ext uri="{FF2B5EF4-FFF2-40B4-BE49-F238E27FC236}">
                <a16:creationId xmlns:a16="http://schemas.microsoft.com/office/drawing/2014/main" id="{BEE7917C-0642-4B32-BD8C-BE6676D6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448675"/>
            <a:ext cx="5172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defRPr>
            </a:pPr>
            <a:r>
              <a:rPr sz="2400" b="1">
                <a:solidFill>
                  <a:srgbClr val="253747"/>
                </a:solidFill>
                <a:latin typeface="苹方-简"/>
                <a:ea typeface="苹方-简"/>
                <a:cs typeface="苹方-简"/>
              </a:rPr>
              <a:t>受邀审稿</a:t>
            </a:r>
          </a:p>
        </p:txBody>
      </p:sp>
      <p:sp>
        <p:nvSpPr>
          <p:cNvPr id="462" name="skill-map-zh-v2-157">
            <a:extLst xmlns:a="http://schemas.openxmlformats.org/drawingml/2006/main">
              <a:ext uri="{FF2B5EF4-FFF2-40B4-BE49-F238E27FC236}">
                <a16:creationId xmlns:a16="http://schemas.microsoft.com/office/drawing/2014/main" id="{0BF002A8-5820-43B1-A4F7-A417A0A5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943975"/>
            <a:ext cx="5172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887"/>
                </a:solidFill>
                <a:latin typeface="苹方-简"/>
                <a:ea typeface="苹方-简"/>
                <a:cs typeface="苹方-简"/>
              </a:defRPr>
            </a:pPr>
            <a:r>
              <a:rPr sz="1800" b="0">
                <a:solidFill>
                  <a:srgbClr val="657887"/>
                </a:solidFill>
                <a:latin typeface="苹方-简"/>
                <a:ea typeface="苹方-简"/>
                <a:cs typeface="苹方-简"/>
              </a:rPr>
              <a:t>评审他人的投稿</a:t>
            </a:r>
          </a:p>
        </p:txBody>
      </p:sp>
    </p:spTree>
    <p:extLst>
      <p:ext uri="{BB962C8B-B14F-4D97-AF65-F5344CB8AC3E}">
        <p14:creationId xmlns:p14="http://schemas.microsoft.com/office/powerpoint/2010/main" val="1572511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Skill map zh v2</dc:title>
</ns0:coreProperties>
</file>