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7a66e75cd9433f" /><Relationship Type="http://schemas.openxmlformats.org/officeDocument/2006/relationships/extended-properties" Target="/docProps/app.xml" Id="Rc42ef8fc1957448e" /><Relationship Type="http://schemas.openxmlformats.org/officeDocument/2006/relationships/officeDocument" Target="/ppt/presentation.xml" Id="R39fd6375621049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50837e36f645d6"/>
  </p:sldMasterIdLst>
  <p:notesMasterIdLst>
    <p:notesMasterId xmlns:r="http://schemas.openxmlformats.org/officeDocument/2006/relationships" r:id="R361b7091a999459d"/>
  </p:notesMasterIdLst>
  <p:sldIdLst>
    <p:sldId xmlns:r="http://schemas.openxmlformats.org/officeDocument/2006/relationships" id="256" r:id="Rd023b4e129044f49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93fd04ecee4ded" /><Relationship Type="http://schemas.openxmlformats.org/officeDocument/2006/relationships/slideMaster" Target="/ppt/slideMasters/slideMaster1.xml" Id="Rde50837e36f645d6" /><Relationship Type="http://schemas.openxmlformats.org/officeDocument/2006/relationships/notesMaster" Target="/ppt/notesMasters/notesMaster1.xml" Id="R361b7091a999459d" /><Relationship Type="http://schemas.openxmlformats.org/officeDocument/2006/relationships/presProps" Target="/ppt/presProps.xml" Id="Rcaaead48b8ac4c7d" /><Relationship Type="http://schemas.openxmlformats.org/officeDocument/2006/relationships/tableStyles" Target="/ppt/tableStyles.xml" Id="Rebfe6f3cdd714cfa" /><Relationship Type="http://schemas.openxmlformats.org/officeDocument/2006/relationships/slide" Target="/ppt/slides/slide1.xml" Id="Rd023b4e129044f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6684f592a94b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724c856cec4654" /><Relationship Type="http://schemas.openxmlformats.org/officeDocument/2006/relationships/notesMaster" Target="/ppt/notesMasters/notesMaster1.xml" Id="R445c45910be94e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educational schematic. Cell shapes, matrix shading and token counts are illustrative, not experimental measurements. Prediction and training-only paths are distinguished from observed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9d719144948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f0c1e1846b4d2f" /><Relationship Type="http://schemas.openxmlformats.org/officeDocument/2006/relationships/slideLayout" Target="/ppt/slideLayouts/slideLayout1.xml" Id="R83c308fa23be4a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c308fa23be4a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5cdd2c2e0409f" /><Relationship Type="http://schemas.openxmlformats.org/officeDocument/2006/relationships/notesSlide" Target="/ppt/notesSlides/notesSlide1.xml" Id="R348873d880034b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0" name="nature-spatial-mechanism-v2-0">
            <a:extLst xmlns:a="http://schemas.openxmlformats.org/drawingml/2006/main">
              <a:ext uri="{FF2B5EF4-FFF2-40B4-BE49-F238E27FC236}">
                <a16:creationId xmlns:a16="http://schemas.microsoft.com/office/drawing/2014/main" id="{256A2F6F-A037-4036-A684-FD104988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1419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Spatial context and response modeling</a:t>
            </a:r>
          </a:p>
        </p:txBody>
      </p:sp>
      <p:sp>
        <p:nvSpPr>
          <p:cNvPr id="2" name="nature-spatial-mechanism-v2-1">
            <a:extLst xmlns:a="http://schemas.openxmlformats.org/drawingml/2006/main">
              <a:ext uri="{FF2B5EF4-FFF2-40B4-BE49-F238E27FC236}">
                <a16:creationId xmlns:a16="http://schemas.microsoft.com/office/drawing/2014/main" id="{A1161FB6-0A03-4DFC-9FB4-940850AC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" name="nature-spatial-mechanism-v2-2">
            <a:extLst xmlns:a="http://schemas.openxmlformats.org/drawingml/2006/main">
              <a:ext uri="{FF2B5EF4-FFF2-40B4-BE49-F238E27FC236}">
                <a16:creationId xmlns:a16="http://schemas.microsoft.com/office/drawing/2014/main" id="{6BD3356D-7B84-4A79-85F2-D03D9E44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430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Tissue context</a:t>
            </a:r>
          </a:p>
        </p:txBody>
      </p:sp>
      <p:sp>
        <p:nvSpPr>
          <p:cNvPr id="4" name="nature-spatial-mechanism-v2-3">
            <a:extLst xmlns:a="http://schemas.openxmlformats.org/drawingml/2006/main">
              <a:ext uri="{FF2B5EF4-FFF2-40B4-BE49-F238E27FC236}">
                <a16:creationId xmlns:a16="http://schemas.microsoft.com/office/drawing/2014/main" id="{B5AFCF2C-F156-4A5C-9F35-DF200EF1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845" y="1711733"/>
            <a:ext cx="4450243" cy="2875372"/>
          </a:xfrm>
          <a:custGeom xmlns:a="http://schemas.openxmlformats.org/drawingml/2006/main">
            <a:pathLst>
              <a:path w="4450243" h="2875372">
                <a:moveTo>
                  <a:pt x="4413670" y="1536292"/>
                </a:moveTo>
                <a:lnTo>
                  <a:pt x="4441030" y="1631550"/>
                </a:lnTo>
                <a:lnTo>
                  <a:pt x="4450243" y="1728338"/>
                </a:lnTo>
                <a:lnTo>
                  <a:pt x="4440808" y="1825089"/>
                </a:lnTo>
                <a:lnTo>
                  <a:pt x="4413194" y="1920285"/>
                </a:lnTo>
                <a:lnTo>
                  <a:pt x="4368710" y="2012610"/>
                </a:lnTo>
                <a:lnTo>
                  <a:pt x="4309296" y="2101055"/>
                </a:lnTo>
                <a:lnTo>
                  <a:pt x="4237269" y="2184969"/>
                </a:lnTo>
                <a:lnTo>
                  <a:pt x="4155045" y="2264059"/>
                </a:lnTo>
                <a:lnTo>
                  <a:pt x="4064885" y="2338336"/>
                </a:lnTo>
                <a:lnTo>
                  <a:pt x="3968701" y="2408017"/>
                </a:lnTo>
                <a:lnTo>
                  <a:pt x="3867923" y="2473408"/>
                </a:lnTo>
                <a:lnTo>
                  <a:pt x="3763464" y="2534780"/>
                </a:lnTo>
                <a:lnTo>
                  <a:pt x="3655760" y="2592266"/>
                </a:lnTo>
                <a:lnTo>
                  <a:pt x="3544882" y="2645792"/>
                </a:lnTo>
                <a:lnTo>
                  <a:pt x="3430694" y="2695051"/>
                </a:lnTo>
                <a:lnTo>
                  <a:pt x="3313024" y="2739535"/>
                </a:lnTo>
                <a:lnTo>
                  <a:pt x="3191822" y="2778601"/>
                </a:lnTo>
                <a:lnTo>
                  <a:pt x="3067282" y="2811585"/>
                </a:lnTo>
                <a:lnTo>
                  <a:pt x="2939890" y="2837926"/>
                </a:lnTo>
                <a:lnTo>
                  <a:pt x="2810421" y="2857284"/>
                </a:lnTo>
                <a:lnTo>
                  <a:pt x="2679850" y="2869644"/>
                </a:lnTo>
                <a:lnTo>
                  <a:pt x="2549228" y="2875372"/>
                </a:lnTo>
                <a:lnTo>
                  <a:pt x="2419516" y="2875212"/>
                </a:lnTo>
                <a:lnTo>
                  <a:pt x="2291425" y="2870241"/>
                </a:lnTo>
                <a:lnTo>
                  <a:pt x="2165280" y="2861750"/>
                </a:lnTo>
                <a:lnTo>
                  <a:pt x="2040945" y="2851101"/>
                </a:lnTo>
                <a:lnTo>
                  <a:pt x="1917816" y="2839548"/>
                </a:lnTo>
                <a:lnTo>
                  <a:pt x="1794894" y="2828070"/>
                </a:lnTo>
                <a:lnTo>
                  <a:pt x="1670943" y="2817217"/>
                </a:lnTo>
                <a:lnTo>
                  <a:pt x="1544692" y="2807010"/>
                </a:lnTo>
                <a:lnTo>
                  <a:pt x="1415085" y="2796898"/>
                </a:lnTo>
                <a:lnTo>
                  <a:pt x="1281521" y="2785793"/>
                </a:lnTo>
                <a:lnTo>
                  <a:pt x="1144058" y="2772162"/>
                </a:lnTo>
                <a:lnTo>
                  <a:pt x="1003555" y="2754192"/>
                </a:lnTo>
                <a:lnTo>
                  <a:pt x="861716" y="2729986"/>
                </a:lnTo>
                <a:lnTo>
                  <a:pt x="721032" y="2697781"/>
                </a:lnTo>
                <a:lnTo>
                  <a:pt x="584620" y="2656157"/>
                </a:lnTo>
                <a:lnTo>
                  <a:pt x="455967" y="2604209"/>
                </a:lnTo>
                <a:lnTo>
                  <a:pt x="338622" y="2541665"/>
                </a:lnTo>
                <a:lnTo>
                  <a:pt x="235852" y="2468926"/>
                </a:lnTo>
                <a:lnTo>
                  <a:pt x="150317" y="2387042"/>
                </a:lnTo>
                <a:lnTo>
                  <a:pt x="83800" y="2297604"/>
                </a:lnTo>
                <a:lnTo>
                  <a:pt x="37026" y="2202583"/>
                </a:lnTo>
                <a:lnTo>
                  <a:pt x="9589" y="2104130"/>
                </a:lnTo>
                <a:lnTo>
                  <a:pt x="0" y="2004363"/>
                </a:lnTo>
                <a:lnTo>
                  <a:pt x="5857" y="1905168"/>
                </a:lnTo>
                <a:lnTo>
                  <a:pt x="24104" y="1808037"/>
                </a:lnTo>
                <a:lnTo>
                  <a:pt x="51356" y="1713963"/>
                </a:lnTo>
                <a:lnTo>
                  <a:pt x="84255" y="1623399"/>
                </a:lnTo>
                <a:lnTo>
                  <a:pt x="119800" y="1536292"/>
                </a:lnTo>
                <a:lnTo>
                  <a:pt x="155633" y="1452173"/>
                </a:lnTo>
                <a:lnTo>
                  <a:pt x="190231" y="1370294"/>
                </a:lnTo>
                <a:lnTo>
                  <a:pt x="222995" y="1289789"/>
                </a:lnTo>
                <a:lnTo>
                  <a:pt x="254224" y="1209843"/>
                </a:lnTo>
                <a:lnTo>
                  <a:pt x="284997" y="1129829"/>
                </a:lnTo>
                <a:lnTo>
                  <a:pt x="316957" y="1049419"/>
                </a:lnTo>
                <a:lnTo>
                  <a:pt x="352060" y="968629"/>
                </a:lnTo>
                <a:lnTo>
                  <a:pt x="392298" y="887815"/>
                </a:lnTo>
                <a:lnTo>
                  <a:pt x="439451" y="807619"/>
                </a:lnTo>
                <a:lnTo>
                  <a:pt x="494887" y="728869"/>
                </a:lnTo>
                <a:lnTo>
                  <a:pt x="559439" y="652455"/>
                </a:lnTo>
                <a:lnTo>
                  <a:pt x="633367" y="579208"/>
                </a:lnTo>
                <a:lnTo>
                  <a:pt x="716403" y="509794"/>
                </a:lnTo>
                <a:lnTo>
                  <a:pt x="807866" y="444637"/>
                </a:lnTo>
                <a:lnTo>
                  <a:pt x="906820" y="383902"/>
                </a:lnTo>
                <a:lnTo>
                  <a:pt x="1012253" y="327511"/>
                </a:lnTo>
                <a:lnTo>
                  <a:pt x="1123235" y="275222"/>
                </a:lnTo>
                <a:lnTo>
                  <a:pt x="1239041" y="226731"/>
                </a:lnTo>
                <a:lnTo>
                  <a:pt x="1359211" y="181798"/>
                </a:lnTo>
                <a:lnTo>
                  <a:pt x="1483542" y="140364"/>
                </a:lnTo>
                <a:lnTo>
                  <a:pt x="1612008" y="102656"/>
                </a:lnTo>
                <a:lnTo>
                  <a:pt x="1744637" y="69234"/>
                </a:lnTo>
                <a:lnTo>
                  <a:pt x="1881352" y="41001"/>
                </a:lnTo>
                <a:lnTo>
                  <a:pt x="2021810" y="19140"/>
                </a:lnTo>
                <a:lnTo>
                  <a:pt x="2165280" y="5012"/>
                </a:lnTo>
                <a:lnTo>
                  <a:pt x="2310559" y="0"/>
                </a:lnTo>
                <a:lnTo>
                  <a:pt x="2455980" y="5337"/>
                </a:lnTo>
                <a:lnTo>
                  <a:pt x="2599485" y="21933"/>
                </a:lnTo>
                <a:lnTo>
                  <a:pt x="2738785" y="50229"/>
                </a:lnTo>
                <a:lnTo>
                  <a:pt x="2871571" y="90090"/>
                </a:lnTo>
                <a:lnTo>
                  <a:pt x="2995764" y="140770"/>
                </a:lnTo>
                <a:lnTo>
                  <a:pt x="3109762" y="200939"/>
                </a:lnTo>
                <a:lnTo>
                  <a:pt x="3212646" y="268784"/>
                </a:lnTo>
                <a:lnTo>
                  <a:pt x="3304326" y="342168"/>
                </a:lnTo>
                <a:lnTo>
                  <a:pt x="3385589" y="418836"/>
                </a:lnTo>
                <a:lnTo>
                  <a:pt x="3458048" y="496626"/>
                </a:lnTo>
                <a:lnTo>
                  <a:pt x="3523976" y="573685"/>
                </a:lnTo>
                <a:lnTo>
                  <a:pt x="3586064" y="648638"/>
                </a:lnTo>
                <a:lnTo>
                  <a:pt x="3647106" y="720711"/>
                </a:lnTo>
                <a:lnTo>
                  <a:pt x="3709666" y="789778"/>
                </a:lnTo>
                <a:lnTo>
                  <a:pt x="3775751" y="856326"/>
                </a:lnTo>
                <a:lnTo>
                  <a:pt x="3846547" y="921360"/>
                </a:lnTo>
                <a:lnTo>
                  <a:pt x="3922236" y="986243"/>
                </a:lnTo>
                <a:lnTo>
                  <a:pt x="4001928" y="1052495"/>
                </a:lnTo>
                <a:lnTo>
                  <a:pt x="4083713" y="1121583"/>
                </a:lnTo>
                <a:lnTo>
                  <a:pt x="4164827" y="1194726"/>
                </a:lnTo>
                <a:lnTo>
                  <a:pt x="4241918" y="1272738"/>
                </a:lnTo>
                <a:lnTo>
                  <a:pt x="4311368" y="1355919"/>
                </a:lnTo>
                <a:lnTo>
                  <a:pt x="4369652" y="1444023"/>
                </a:lnTo>
                <a:close/>
              </a:path>
            </a:pathLst>
          </a:custGeom>
          <a:solidFill xmlns:a="http://schemas.openxmlformats.org/drawingml/2006/main">
            <a:srgbClr val="F7F8F5"/>
          </a:solidFill>
          <a:ln xmlns:a="http://schemas.openxmlformats.org/drawingml/2006/main" w="17145">
            <a:solidFill>
              <a:srgbClr val="C6D2D1"/>
            </a:solidFill>
            <a:prstDash val="solid"/>
          </a:ln>
        </p:spPr>
      </p:sp>
      <p:sp>
        <p:nvSpPr>
          <p:cNvPr id="5" name="nature-spatial-mechanism-v2-4">
            <a:extLst xmlns:a="http://schemas.openxmlformats.org/drawingml/2006/main">
              <a:ext uri="{FF2B5EF4-FFF2-40B4-BE49-F238E27FC236}">
                <a16:creationId xmlns:a16="http://schemas.microsoft.com/office/drawing/2014/main" id="{2A2606D0-2D3D-4112-824A-9DA33164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41" y="1993303"/>
            <a:ext cx="1508404" cy="2371331"/>
          </a:xfrm>
          <a:custGeom xmlns:a="http://schemas.openxmlformats.org/drawingml/2006/main">
            <a:pathLst>
              <a:path w="1508404" h="2371331">
                <a:moveTo>
                  <a:pt x="1508387" y="1140422"/>
                </a:moveTo>
                <a:lnTo>
                  <a:pt x="1508404" y="1216354"/>
                </a:lnTo>
                <a:lnTo>
                  <a:pt x="1503798" y="1292011"/>
                </a:lnTo>
                <a:lnTo>
                  <a:pt x="1494147" y="1366542"/>
                </a:lnTo>
                <a:lnTo>
                  <a:pt x="1479194" y="1438968"/>
                </a:lnTo>
                <a:lnTo>
                  <a:pt x="1458914" y="1508265"/>
                </a:lnTo>
                <a:lnTo>
                  <a:pt x="1433549" y="1573473"/>
                </a:lnTo>
                <a:lnTo>
                  <a:pt x="1403615" y="1633814"/>
                </a:lnTo>
                <a:lnTo>
                  <a:pt x="1369868" y="1688802"/>
                </a:lnTo>
                <a:lnTo>
                  <a:pt x="1333247" y="1738323"/>
                </a:lnTo>
                <a:lnTo>
                  <a:pt x="1294783" y="1782685"/>
                </a:lnTo>
                <a:lnTo>
                  <a:pt x="1255500" y="1822604"/>
                </a:lnTo>
                <a:lnTo>
                  <a:pt x="1216305" y="1859151"/>
                </a:lnTo>
                <a:lnTo>
                  <a:pt x="1177902" y="1893639"/>
                </a:lnTo>
                <a:lnTo>
                  <a:pt x="1140715" y="1927473"/>
                </a:lnTo>
                <a:lnTo>
                  <a:pt x="1104857" y="1961986"/>
                </a:lnTo>
                <a:lnTo>
                  <a:pt x="1070128" y="1998266"/>
                </a:lnTo>
                <a:lnTo>
                  <a:pt x="1036054" y="2036999"/>
                </a:lnTo>
                <a:lnTo>
                  <a:pt x="1001962" y="2078365"/>
                </a:lnTo>
                <a:lnTo>
                  <a:pt x="967073" y="2121973"/>
                </a:lnTo>
                <a:lnTo>
                  <a:pt x="930615" y="2166868"/>
                </a:lnTo>
                <a:lnTo>
                  <a:pt x="891928" y="2211602"/>
                </a:lnTo>
                <a:lnTo>
                  <a:pt x="850557" y="2254354"/>
                </a:lnTo>
                <a:lnTo>
                  <a:pt x="806316" y="2293107"/>
                </a:lnTo>
                <a:lnTo>
                  <a:pt x="759321" y="2325831"/>
                </a:lnTo>
                <a:lnTo>
                  <a:pt x="709984" y="2350685"/>
                </a:lnTo>
                <a:lnTo>
                  <a:pt x="658967" y="2366183"/>
                </a:lnTo>
                <a:lnTo>
                  <a:pt x="607115" y="2371331"/>
                </a:lnTo>
                <a:lnTo>
                  <a:pt x="555360" y="2365699"/>
                </a:lnTo>
                <a:lnTo>
                  <a:pt x="504627" y="2349442"/>
                </a:lnTo>
                <a:lnTo>
                  <a:pt x="455739" y="2323246"/>
                </a:lnTo>
                <a:lnTo>
                  <a:pt x="409347" y="2288235"/>
                </a:lnTo>
                <a:lnTo>
                  <a:pt x="365875" y="2245828"/>
                </a:lnTo>
                <a:lnTo>
                  <a:pt x="325513" y="2197578"/>
                </a:lnTo>
                <a:lnTo>
                  <a:pt x="288230" y="2145016"/>
                </a:lnTo>
                <a:lnTo>
                  <a:pt x="253819" y="2089509"/>
                </a:lnTo>
                <a:lnTo>
                  <a:pt x="221962" y="2032156"/>
                </a:lnTo>
                <a:lnTo>
                  <a:pt x="192311" y="1973730"/>
                </a:lnTo>
                <a:lnTo>
                  <a:pt x="164553" y="1914668"/>
                </a:lnTo>
                <a:lnTo>
                  <a:pt x="138477" y="1855106"/>
                </a:lnTo>
                <a:lnTo>
                  <a:pt x="114012" y="1794955"/>
                </a:lnTo>
                <a:lnTo>
                  <a:pt x="91236" y="1733992"/>
                </a:lnTo>
                <a:lnTo>
                  <a:pt x="70362" y="1671963"/>
                </a:lnTo>
                <a:lnTo>
                  <a:pt x="51699" y="1608672"/>
                </a:lnTo>
                <a:lnTo>
                  <a:pt x="35590" y="1544044"/>
                </a:lnTo>
                <a:lnTo>
                  <a:pt x="22345" y="1478161"/>
                </a:lnTo>
                <a:lnTo>
                  <a:pt x="12181" y="1411253"/>
                </a:lnTo>
                <a:lnTo>
                  <a:pt x="5166" y="1343662"/>
                </a:lnTo>
                <a:lnTo>
                  <a:pt x="1198" y="1275774"/>
                </a:lnTo>
                <a:lnTo>
                  <a:pt x="0" y="1207944"/>
                </a:lnTo>
                <a:lnTo>
                  <a:pt x="1151" y="1140422"/>
                </a:lnTo>
                <a:lnTo>
                  <a:pt x="4142" y="1073294"/>
                </a:lnTo>
                <a:lnTo>
                  <a:pt x="8447" y="1006454"/>
                </a:lnTo>
                <a:lnTo>
                  <a:pt x="13608" y="939616"/>
                </a:lnTo>
                <a:lnTo>
                  <a:pt x="19310" y="872358"/>
                </a:lnTo>
                <a:lnTo>
                  <a:pt x="25447" y="804207"/>
                </a:lnTo>
                <a:lnTo>
                  <a:pt x="32157" y="734745"/>
                </a:lnTo>
                <a:lnTo>
                  <a:pt x="39827" y="663727"/>
                </a:lnTo>
                <a:lnTo>
                  <a:pt x="49067" y="591184"/>
                </a:lnTo>
                <a:lnTo>
                  <a:pt x="60645" y="517506"/>
                </a:lnTo>
                <a:lnTo>
                  <a:pt x="75404" y="443487"/>
                </a:lnTo>
                <a:lnTo>
                  <a:pt x="94154" y="370310"/>
                </a:lnTo>
                <a:lnTo>
                  <a:pt x="117577" y="299493"/>
                </a:lnTo>
                <a:lnTo>
                  <a:pt x="146127" y="232771"/>
                </a:lnTo>
                <a:lnTo>
                  <a:pt x="179966" y="171951"/>
                </a:lnTo>
                <a:lnTo>
                  <a:pt x="218926" y="118738"/>
                </a:lnTo>
                <a:lnTo>
                  <a:pt x="262511" y="74566"/>
                </a:lnTo>
                <a:lnTo>
                  <a:pt x="309938" y="40440"/>
                </a:lnTo>
                <a:lnTo>
                  <a:pt x="360212" y="16825"/>
                </a:lnTo>
                <a:lnTo>
                  <a:pt x="412223" y="3589"/>
                </a:lnTo>
                <a:lnTo>
                  <a:pt x="464854" y="0"/>
                </a:lnTo>
                <a:lnTo>
                  <a:pt x="517094" y="4801"/>
                </a:lnTo>
                <a:lnTo>
                  <a:pt x="568129" y="16331"/>
                </a:lnTo>
                <a:lnTo>
                  <a:pt x="617409" y="32692"/>
                </a:lnTo>
                <a:lnTo>
                  <a:pt x="664681" y="51947"/>
                </a:lnTo>
                <a:lnTo>
                  <a:pt x="709984" y="72305"/>
                </a:lnTo>
                <a:lnTo>
                  <a:pt x="753607" y="92299"/>
                </a:lnTo>
                <a:lnTo>
                  <a:pt x="796021" y="110917"/>
                </a:lnTo>
                <a:lnTo>
                  <a:pt x="837787" y="127676"/>
                </a:lnTo>
                <a:lnTo>
                  <a:pt x="879461" y="142641"/>
                </a:lnTo>
                <a:lnTo>
                  <a:pt x="921501" y="156378"/>
                </a:lnTo>
                <a:lnTo>
                  <a:pt x="964197" y="169851"/>
                </a:lnTo>
                <a:lnTo>
                  <a:pt x="1007625" y="184288"/>
                </a:lnTo>
                <a:lnTo>
                  <a:pt x="1051630" y="201018"/>
                </a:lnTo>
                <a:lnTo>
                  <a:pt x="1095847" y="221316"/>
                </a:lnTo>
                <a:lnTo>
                  <a:pt x="1139750" y="246261"/>
                </a:lnTo>
                <a:lnTo>
                  <a:pt x="1182711" y="276634"/>
                </a:lnTo>
                <a:lnTo>
                  <a:pt x="1224085" y="312863"/>
                </a:lnTo>
                <a:lnTo>
                  <a:pt x="1263281" y="355009"/>
                </a:lnTo>
                <a:lnTo>
                  <a:pt x="1299823" y="402812"/>
                </a:lnTo>
                <a:lnTo>
                  <a:pt x="1333392" y="455757"/>
                </a:lnTo>
                <a:lnTo>
                  <a:pt x="1363837" y="513175"/>
                </a:lnTo>
                <a:lnTo>
                  <a:pt x="1391163" y="574345"/>
                </a:lnTo>
                <a:lnTo>
                  <a:pt x="1415487" y="638585"/>
                </a:lnTo>
                <a:lnTo>
                  <a:pt x="1436983" y="705316"/>
                </a:lnTo>
                <a:lnTo>
                  <a:pt x="1455812" y="774103"/>
                </a:lnTo>
                <a:lnTo>
                  <a:pt x="1472064" y="844643"/>
                </a:lnTo>
                <a:lnTo>
                  <a:pt x="1485705" y="916736"/>
                </a:lnTo>
                <a:lnTo>
                  <a:pt x="1496549" y="990217"/>
                </a:lnTo>
                <a:lnTo>
                  <a:pt x="1504262" y="1064883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ature-spatial-mechanism-v2-5">
            <a:extLst xmlns:a="http://schemas.openxmlformats.org/drawingml/2006/main">
              <a:ext uri="{FF2B5EF4-FFF2-40B4-BE49-F238E27FC236}">
                <a16:creationId xmlns:a16="http://schemas.microsoft.com/office/drawing/2014/main" id="{AF9F38D9-BE24-45F0-987F-4DE232A1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475" y="1900169"/>
            <a:ext cx="1396148" cy="2457645"/>
          </a:xfrm>
          <a:custGeom xmlns:a="http://schemas.openxmlformats.org/drawingml/2006/main">
            <a:pathLst>
              <a:path w="1396148" h="2457645">
                <a:moveTo>
                  <a:pt x="1387922" y="1247843"/>
                </a:moveTo>
                <a:lnTo>
                  <a:pt x="1395012" y="1331249"/>
                </a:lnTo>
                <a:lnTo>
                  <a:pt x="1396148" y="1415576"/>
                </a:lnTo>
                <a:lnTo>
                  <a:pt x="1390960" y="1499343"/>
                </a:lnTo>
                <a:lnTo>
                  <a:pt x="1379399" y="1581009"/>
                </a:lnTo>
                <a:lnTo>
                  <a:pt x="1361749" y="1659135"/>
                </a:lnTo>
                <a:lnTo>
                  <a:pt x="1338596" y="1732519"/>
                </a:lnTo>
                <a:lnTo>
                  <a:pt x="1310771" y="1800317"/>
                </a:lnTo>
                <a:lnTo>
                  <a:pt x="1279264" y="1862113"/>
                </a:lnTo>
                <a:lnTo>
                  <a:pt x="1245130" y="1917946"/>
                </a:lnTo>
                <a:lnTo>
                  <a:pt x="1209392" y="1968271"/>
                </a:lnTo>
                <a:lnTo>
                  <a:pt x="1172948" y="2013884"/>
                </a:lnTo>
                <a:lnTo>
                  <a:pt x="1136502" y="2055796"/>
                </a:lnTo>
                <a:lnTo>
                  <a:pt x="1100523" y="2095092"/>
                </a:lnTo>
                <a:lnTo>
                  <a:pt x="1065226" y="2132782"/>
                </a:lnTo>
                <a:lnTo>
                  <a:pt x="1030594" y="2169672"/>
                </a:lnTo>
                <a:lnTo>
                  <a:pt x="996416" y="2206255"/>
                </a:lnTo>
                <a:lnTo>
                  <a:pt x="962349" y="2242663"/>
                </a:lnTo>
                <a:lnTo>
                  <a:pt x="927990" y="2278649"/>
                </a:lnTo>
                <a:lnTo>
                  <a:pt x="892944" y="2313636"/>
                </a:lnTo>
                <a:lnTo>
                  <a:pt x="856884" y="2346792"/>
                </a:lnTo>
                <a:lnTo>
                  <a:pt x="819599" y="2377146"/>
                </a:lnTo>
                <a:lnTo>
                  <a:pt x="781009" y="2403711"/>
                </a:lnTo>
                <a:lnTo>
                  <a:pt x="741170" y="2425598"/>
                </a:lnTo>
                <a:lnTo>
                  <a:pt x="700255" y="2442120"/>
                </a:lnTo>
                <a:lnTo>
                  <a:pt x="658512" y="2452850"/>
                </a:lnTo>
                <a:lnTo>
                  <a:pt x="616226" y="2457645"/>
                </a:lnTo>
                <a:lnTo>
                  <a:pt x="573676" y="2456625"/>
                </a:lnTo>
                <a:lnTo>
                  <a:pt x="531098" y="2450116"/>
                </a:lnTo>
                <a:lnTo>
                  <a:pt x="488665" y="2438560"/>
                </a:lnTo>
                <a:lnTo>
                  <a:pt x="446488" y="2422420"/>
                </a:lnTo>
                <a:lnTo>
                  <a:pt x="404626" y="2402083"/>
                </a:lnTo>
                <a:lnTo>
                  <a:pt x="363118" y="2377785"/>
                </a:lnTo>
                <a:lnTo>
                  <a:pt x="322027" y="2349560"/>
                </a:lnTo>
                <a:lnTo>
                  <a:pt x="281480" y="2317238"/>
                </a:lnTo>
                <a:lnTo>
                  <a:pt x="241706" y="2280476"/>
                </a:lnTo>
                <a:lnTo>
                  <a:pt x="203061" y="2238826"/>
                </a:lnTo>
                <a:lnTo>
                  <a:pt x="166034" y="2191828"/>
                </a:lnTo>
                <a:lnTo>
                  <a:pt x="131228" y="2139118"/>
                </a:lnTo>
                <a:lnTo>
                  <a:pt x="99320" y="2080530"/>
                </a:lnTo>
                <a:lnTo>
                  <a:pt x="71007" y="2016169"/>
                </a:lnTo>
                <a:lnTo>
                  <a:pt x="46927" y="1946466"/>
                </a:lnTo>
                <a:lnTo>
                  <a:pt x="27595" y="1872172"/>
                </a:lnTo>
                <a:lnTo>
                  <a:pt x="13328" y="1794324"/>
                </a:lnTo>
                <a:lnTo>
                  <a:pt x="4197" y="1714154"/>
                </a:lnTo>
                <a:lnTo>
                  <a:pt x="0" y="1632978"/>
                </a:lnTo>
                <a:lnTo>
                  <a:pt x="265" y="1552060"/>
                </a:lnTo>
                <a:lnTo>
                  <a:pt x="4283" y="1472485"/>
                </a:lnTo>
                <a:lnTo>
                  <a:pt x="11170" y="1395044"/>
                </a:lnTo>
                <a:lnTo>
                  <a:pt x="19950" y="1320158"/>
                </a:lnTo>
                <a:lnTo>
                  <a:pt x="29657" y="1247843"/>
                </a:lnTo>
                <a:lnTo>
                  <a:pt x="39427" y="1177734"/>
                </a:lnTo>
                <a:lnTo>
                  <a:pt x="48594" y="1109152"/>
                </a:lnTo>
                <a:lnTo>
                  <a:pt x="56753" y="1041218"/>
                </a:lnTo>
                <a:lnTo>
                  <a:pt x="63806" y="972993"/>
                </a:lnTo>
                <a:lnTo>
                  <a:pt x="69962" y="903627"/>
                </a:lnTo>
                <a:lnTo>
                  <a:pt x="75713" y="832500"/>
                </a:lnTo>
                <a:lnTo>
                  <a:pt x="81776" y="759339"/>
                </a:lnTo>
                <a:lnTo>
                  <a:pt x="89007" y="684285"/>
                </a:lnTo>
                <a:lnTo>
                  <a:pt x="98309" y="607915"/>
                </a:lnTo>
                <a:lnTo>
                  <a:pt x="110533" y="531209"/>
                </a:lnTo>
                <a:lnTo>
                  <a:pt x="126387" y="455461"/>
                </a:lnTo>
                <a:lnTo>
                  <a:pt x="146370" y="382163"/>
                </a:lnTo>
                <a:lnTo>
                  <a:pt x="170726" y="312853"/>
                </a:lnTo>
                <a:lnTo>
                  <a:pt x="199435" y="248972"/>
                </a:lnTo>
                <a:lnTo>
                  <a:pt x="232226" y="191724"/>
                </a:lnTo>
                <a:lnTo>
                  <a:pt x="268621" y="141977"/>
                </a:lnTo>
                <a:lnTo>
                  <a:pt x="308000" y="100201"/>
                </a:lnTo>
                <a:lnTo>
                  <a:pt x="349669" y="66458"/>
                </a:lnTo>
                <a:lnTo>
                  <a:pt x="392933" y="40446"/>
                </a:lnTo>
                <a:lnTo>
                  <a:pt x="437157" y="21576"/>
                </a:lnTo>
                <a:lnTo>
                  <a:pt x="481812" y="9080"/>
                </a:lnTo>
                <a:lnTo>
                  <a:pt x="526495" y="2140"/>
                </a:lnTo>
                <a:lnTo>
                  <a:pt x="570935" y="0"/>
                </a:lnTo>
                <a:lnTo>
                  <a:pt x="614969" y="2068"/>
                </a:lnTo>
                <a:lnTo>
                  <a:pt x="658512" y="7973"/>
                </a:lnTo>
                <a:lnTo>
                  <a:pt x="701513" y="17592"/>
                </a:lnTo>
                <a:lnTo>
                  <a:pt x="743912" y="31027"/>
                </a:lnTo>
                <a:lnTo>
                  <a:pt x="785611" y="48544"/>
                </a:lnTo>
                <a:lnTo>
                  <a:pt x="826452" y="70493"/>
                </a:lnTo>
                <a:lnTo>
                  <a:pt x="866215" y="97203"/>
                </a:lnTo>
                <a:lnTo>
                  <a:pt x="904636" y="128894"/>
                </a:lnTo>
                <a:lnTo>
                  <a:pt x="941439" y="165594"/>
                </a:lnTo>
                <a:lnTo>
                  <a:pt x="976376" y="207098"/>
                </a:lnTo>
                <a:lnTo>
                  <a:pt x="1009274" y="252960"/>
                </a:lnTo>
                <a:lnTo>
                  <a:pt x="1040074" y="302529"/>
                </a:lnTo>
                <a:lnTo>
                  <a:pt x="1068852" y="355016"/>
                </a:lnTo>
                <a:lnTo>
                  <a:pt x="1095830" y="409589"/>
                </a:lnTo>
                <a:lnTo>
                  <a:pt x="1121360" y="465485"/>
                </a:lnTo>
                <a:lnTo>
                  <a:pt x="1145882" y="522106"/>
                </a:lnTo>
                <a:lnTo>
                  <a:pt x="1169866" y="579107"/>
                </a:lnTo>
                <a:lnTo>
                  <a:pt x="1193748" y="636435"/>
                </a:lnTo>
                <a:lnTo>
                  <a:pt x="1217852" y="694344"/>
                </a:lnTo>
                <a:lnTo>
                  <a:pt x="1242323" y="753346"/>
                </a:lnTo>
                <a:lnTo>
                  <a:pt x="1267080" y="814135"/>
                </a:lnTo>
                <a:lnTo>
                  <a:pt x="1291787" y="877469"/>
                </a:lnTo>
                <a:lnTo>
                  <a:pt x="1315858" y="944043"/>
                </a:lnTo>
                <a:lnTo>
                  <a:pt x="1338490" y="1014361"/>
                </a:lnTo>
                <a:lnTo>
                  <a:pt x="1358724" y="1088620"/>
                </a:lnTo>
                <a:lnTo>
                  <a:pt x="1375535" y="1166643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ature-spatial-mechanism-v2-6">
            <a:extLst xmlns:a="http://schemas.openxmlformats.org/drawingml/2006/main">
              <a:ext uri="{FF2B5EF4-FFF2-40B4-BE49-F238E27FC236}">
                <a16:creationId xmlns:a16="http://schemas.microsoft.com/office/drawing/2014/main" id="{08CEAE66-91A5-43D8-8689-48265F92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584" y="2017656"/>
            <a:ext cx="1444998" cy="2185108"/>
          </a:xfrm>
          <a:custGeom xmlns:a="http://schemas.openxmlformats.org/drawingml/2006/main">
            <a:pathLst>
              <a:path w="1444998" h="2185108">
                <a:moveTo>
                  <a:pt x="1432542" y="1177981"/>
                </a:moveTo>
                <a:lnTo>
                  <a:pt x="1441618" y="1248829"/>
                </a:lnTo>
                <a:lnTo>
                  <a:pt x="1444998" y="1320898"/>
                </a:lnTo>
                <a:lnTo>
                  <a:pt x="1442604" y="1393085"/>
                </a:lnTo>
                <a:lnTo>
                  <a:pt x="1434654" y="1464359"/>
                </a:lnTo>
                <a:lnTo>
                  <a:pt x="1421607" y="1533854"/>
                </a:lnTo>
                <a:lnTo>
                  <a:pt x="1404083" y="1600935"/>
                </a:lnTo>
                <a:lnTo>
                  <a:pt x="1382770" y="1665213"/>
                </a:lnTo>
                <a:lnTo>
                  <a:pt x="1358345" y="1726518"/>
                </a:lnTo>
                <a:lnTo>
                  <a:pt x="1331394" y="1784839"/>
                </a:lnTo>
                <a:lnTo>
                  <a:pt x="1302365" y="1840242"/>
                </a:lnTo>
                <a:lnTo>
                  <a:pt x="1271545" y="1892773"/>
                </a:lnTo>
                <a:lnTo>
                  <a:pt x="1239072" y="1942377"/>
                </a:lnTo>
                <a:lnTo>
                  <a:pt x="1204967" y="1988839"/>
                </a:lnTo>
                <a:lnTo>
                  <a:pt x="1169184" y="2031763"/>
                </a:lnTo>
                <a:lnTo>
                  <a:pt x="1131678" y="2070588"/>
                </a:lnTo>
                <a:lnTo>
                  <a:pt x="1092455" y="2104646"/>
                </a:lnTo>
                <a:lnTo>
                  <a:pt x="1051627" y="2133257"/>
                </a:lnTo>
                <a:lnTo>
                  <a:pt x="1009426" y="2155833"/>
                </a:lnTo>
                <a:lnTo>
                  <a:pt x="966214" y="2171992"/>
                </a:lnTo>
                <a:lnTo>
                  <a:pt x="922445" y="2181655"/>
                </a:lnTo>
                <a:lnTo>
                  <a:pt x="878621" y="2185108"/>
                </a:lnTo>
                <a:lnTo>
                  <a:pt x="835227" y="2183018"/>
                </a:lnTo>
                <a:lnTo>
                  <a:pt x="792659" y="2176400"/>
                </a:lnTo>
                <a:lnTo>
                  <a:pt x="751167" y="2166535"/>
                </a:lnTo>
                <a:lnTo>
                  <a:pt x="710804" y="2154837"/>
                </a:lnTo>
                <a:lnTo>
                  <a:pt x="671414" y="2142699"/>
                </a:lnTo>
                <a:lnTo>
                  <a:pt x="632643" y="2131329"/>
                </a:lnTo>
                <a:lnTo>
                  <a:pt x="593985" y="2121597"/>
                </a:lnTo>
                <a:lnTo>
                  <a:pt x="554850" y="2113910"/>
                </a:lnTo>
                <a:lnTo>
                  <a:pt x="514663" y="2108148"/>
                </a:lnTo>
                <a:lnTo>
                  <a:pt x="472955" y="2103647"/>
                </a:lnTo>
                <a:lnTo>
                  <a:pt x="429459" y="2099255"/>
                </a:lnTo>
                <a:lnTo>
                  <a:pt x="384184" y="2093447"/>
                </a:lnTo>
                <a:lnTo>
                  <a:pt x="337457" y="2084481"/>
                </a:lnTo>
                <a:lnTo>
                  <a:pt x="289930" y="2070588"/>
                </a:lnTo>
                <a:lnTo>
                  <a:pt x="242543" y="2050166"/>
                </a:lnTo>
                <a:lnTo>
                  <a:pt x="196458" y="2021956"/>
                </a:lnTo>
                <a:lnTo>
                  <a:pt x="152954" y="1985180"/>
                </a:lnTo>
                <a:lnTo>
                  <a:pt x="113306" y="1939628"/>
                </a:lnTo>
                <a:lnTo>
                  <a:pt x="78663" y="1885672"/>
                </a:lnTo>
                <a:lnTo>
                  <a:pt x="49935" y="1824226"/>
                </a:lnTo>
                <a:lnTo>
                  <a:pt x="27702" y="1756641"/>
                </a:lnTo>
                <a:lnTo>
                  <a:pt x="12160" y="1684556"/>
                </a:lnTo>
                <a:lnTo>
                  <a:pt x="3113" y="1609727"/>
                </a:lnTo>
                <a:lnTo>
                  <a:pt x="0" y="1533854"/>
                </a:lnTo>
                <a:lnTo>
                  <a:pt x="1966" y="1458419"/>
                </a:lnTo>
                <a:lnTo>
                  <a:pt x="7964" y="1384573"/>
                </a:lnTo>
                <a:lnTo>
                  <a:pt x="16869" y="1313061"/>
                </a:lnTo>
                <a:lnTo>
                  <a:pt x="27600" y="1244214"/>
                </a:lnTo>
                <a:lnTo>
                  <a:pt x="39225" y="1177981"/>
                </a:lnTo>
                <a:lnTo>
                  <a:pt x="51051" y="1114022"/>
                </a:lnTo>
                <a:lnTo>
                  <a:pt x="62668" y="1051816"/>
                </a:lnTo>
                <a:lnTo>
                  <a:pt x="73966" y="990790"/>
                </a:lnTo>
                <a:lnTo>
                  <a:pt x="85111" y="930438"/>
                </a:lnTo>
                <a:lnTo>
                  <a:pt x="96484" y="870414"/>
                </a:lnTo>
                <a:lnTo>
                  <a:pt x="108609" y="810596"/>
                </a:lnTo>
                <a:lnTo>
                  <a:pt x="122059" y="751092"/>
                </a:lnTo>
                <a:lnTo>
                  <a:pt x="137372" y="692224"/>
                </a:lnTo>
                <a:lnTo>
                  <a:pt x="154978" y="634454"/>
                </a:lnTo>
                <a:lnTo>
                  <a:pt x="175147" y="578306"/>
                </a:lnTo>
                <a:lnTo>
                  <a:pt x="197976" y="524265"/>
                </a:lnTo>
                <a:lnTo>
                  <a:pt x="223388" y="472698"/>
                </a:lnTo>
                <a:lnTo>
                  <a:pt x="251176" y="423791"/>
                </a:lnTo>
                <a:lnTo>
                  <a:pt x="281051" y="377521"/>
                </a:lnTo>
                <a:lnTo>
                  <a:pt x="312707" y="333681"/>
                </a:lnTo>
                <a:lnTo>
                  <a:pt x="345879" y="291929"/>
                </a:lnTo>
                <a:lnTo>
                  <a:pt x="380391" y="251884"/>
                </a:lnTo>
                <a:lnTo>
                  <a:pt x="416181" y="213228"/>
                </a:lnTo>
                <a:lnTo>
                  <a:pt x="453300" y="175822"/>
                </a:lnTo>
                <a:lnTo>
                  <a:pt x="491886" y="139799"/>
                </a:lnTo>
                <a:lnTo>
                  <a:pt x="532117" y="105623"/>
                </a:lnTo>
                <a:lnTo>
                  <a:pt x="574145" y="74111"/>
                </a:lnTo>
                <a:lnTo>
                  <a:pt x="618030" y="46395"/>
                </a:lnTo>
                <a:lnTo>
                  <a:pt x="663680" y="23837"/>
                </a:lnTo>
                <a:lnTo>
                  <a:pt x="710804" y="7902"/>
                </a:lnTo>
                <a:lnTo>
                  <a:pt x="758901" y="0"/>
                </a:lnTo>
                <a:lnTo>
                  <a:pt x="807272" y="1323"/>
                </a:lnTo>
                <a:lnTo>
                  <a:pt x="855066" y="12690"/>
                </a:lnTo>
                <a:lnTo>
                  <a:pt x="901354" y="34425"/>
                </a:lnTo>
                <a:lnTo>
                  <a:pt x="945222" y="66292"/>
                </a:lnTo>
                <a:lnTo>
                  <a:pt x="985869" y="107477"/>
                </a:lnTo>
                <a:lnTo>
                  <a:pt x="1022705" y="156650"/>
                </a:lnTo>
                <a:lnTo>
                  <a:pt x="1055420" y="212073"/>
                </a:lnTo>
                <a:lnTo>
                  <a:pt x="1084034" y="271763"/>
                </a:lnTo>
                <a:lnTo>
                  <a:pt x="1108901" y="333681"/>
                </a:lnTo>
                <a:lnTo>
                  <a:pt x="1130677" y="395924"/>
                </a:lnTo>
                <a:lnTo>
                  <a:pt x="1150249" y="456907"/>
                </a:lnTo>
                <a:lnTo>
                  <a:pt x="1168638" y="515502"/>
                </a:lnTo>
                <a:lnTo>
                  <a:pt x="1186875" y="571120"/>
                </a:lnTo>
                <a:lnTo>
                  <a:pt x="1205880" y="623735"/>
                </a:lnTo>
                <a:lnTo>
                  <a:pt x="1226352" y="673841"/>
                </a:lnTo>
                <a:lnTo>
                  <a:pt x="1248675" y="722347"/>
                </a:lnTo>
                <a:lnTo>
                  <a:pt x="1272871" y="770436"/>
                </a:lnTo>
                <a:lnTo>
                  <a:pt x="1298587" y="819388"/>
                </a:lnTo>
                <a:lnTo>
                  <a:pt x="1325123" y="870414"/>
                </a:lnTo>
                <a:lnTo>
                  <a:pt x="1351510" y="924498"/>
                </a:lnTo>
                <a:lnTo>
                  <a:pt x="1376602" y="982277"/>
                </a:lnTo>
                <a:lnTo>
                  <a:pt x="1399200" y="1043979"/>
                </a:lnTo>
                <a:lnTo>
                  <a:pt x="1418167" y="1109407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ature-spatial-mechanism-v2-7">
            <a:extLst xmlns:a="http://schemas.openxmlformats.org/drawingml/2006/main">
              <a:ext uri="{FF2B5EF4-FFF2-40B4-BE49-F238E27FC236}">
                <a16:creationId xmlns:a16="http://schemas.microsoft.com/office/drawing/2014/main" id="{08E49811-8B9F-4CC2-B008-63295C7B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729" y="2103976"/>
            <a:ext cx="466567" cy="468484"/>
          </a:xfrm>
          <a:custGeom xmlns:a="http://schemas.openxmlformats.org/drawingml/2006/main">
            <a:pathLst>
              <a:path w="466567" h="468484">
                <a:moveTo>
                  <a:pt x="462584" y="239077"/>
                </a:moveTo>
                <a:lnTo>
                  <a:pt x="465709" y="255282"/>
                </a:lnTo>
                <a:lnTo>
                  <a:pt x="466567" y="271728"/>
                </a:lnTo>
                <a:lnTo>
                  <a:pt x="465000" y="288071"/>
                </a:lnTo>
                <a:lnTo>
                  <a:pt x="460984" y="303949"/>
                </a:lnTo>
                <a:lnTo>
                  <a:pt x="454636" y="319028"/>
                </a:lnTo>
                <a:lnTo>
                  <a:pt x="446200" y="333030"/>
                </a:lnTo>
                <a:lnTo>
                  <a:pt x="436022" y="345763"/>
                </a:lnTo>
                <a:lnTo>
                  <a:pt x="424514" y="357142"/>
                </a:lnTo>
                <a:lnTo>
                  <a:pt x="412116" y="367191"/>
                </a:lnTo>
                <a:lnTo>
                  <a:pt x="399252" y="376035"/>
                </a:lnTo>
                <a:lnTo>
                  <a:pt x="386292" y="383882"/>
                </a:lnTo>
                <a:lnTo>
                  <a:pt x="373527" y="390992"/>
                </a:lnTo>
                <a:lnTo>
                  <a:pt x="361142" y="397643"/>
                </a:lnTo>
                <a:lnTo>
                  <a:pt x="349219" y="404092"/>
                </a:lnTo>
                <a:lnTo>
                  <a:pt x="337737" y="410547"/>
                </a:lnTo>
                <a:lnTo>
                  <a:pt x="326596" y="417139"/>
                </a:lnTo>
                <a:lnTo>
                  <a:pt x="315636" y="423910"/>
                </a:lnTo>
                <a:lnTo>
                  <a:pt x="304675" y="430807"/>
                </a:lnTo>
                <a:lnTo>
                  <a:pt x="293530" y="437697"/>
                </a:lnTo>
                <a:lnTo>
                  <a:pt x="282049" y="444383"/>
                </a:lnTo>
                <a:lnTo>
                  <a:pt x="270127" y="450634"/>
                </a:lnTo>
                <a:lnTo>
                  <a:pt x="257716" y="456213"/>
                </a:lnTo>
                <a:lnTo>
                  <a:pt x="244824" y="460906"/>
                </a:lnTo>
                <a:lnTo>
                  <a:pt x="231508" y="464549"/>
                </a:lnTo>
                <a:lnTo>
                  <a:pt x="217858" y="467039"/>
                </a:lnTo>
                <a:lnTo>
                  <a:pt x="203978" y="468341"/>
                </a:lnTo>
                <a:lnTo>
                  <a:pt x="189971" y="468484"/>
                </a:lnTo>
                <a:lnTo>
                  <a:pt x="175920" y="467546"/>
                </a:lnTo>
                <a:lnTo>
                  <a:pt x="161883" y="465633"/>
                </a:lnTo>
                <a:lnTo>
                  <a:pt x="147892" y="462854"/>
                </a:lnTo>
                <a:lnTo>
                  <a:pt x="133956" y="459299"/>
                </a:lnTo>
                <a:lnTo>
                  <a:pt x="120078" y="455020"/>
                </a:lnTo>
                <a:lnTo>
                  <a:pt x="106268" y="450018"/>
                </a:lnTo>
                <a:lnTo>
                  <a:pt x="92567" y="444246"/>
                </a:lnTo>
                <a:lnTo>
                  <a:pt x="79059" y="437610"/>
                </a:lnTo>
                <a:lnTo>
                  <a:pt x="65879" y="429992"/>
                </a:lnTo>
                <a:lnTo>
                  <a:pt x="53224" y="421270"/>
                </a:lnTo>
                <a:lnTo>
                  <a:pt x="41336" y="411343"/>
                </a:lnTo>
                <a:lnTo>
                  <a:pt x="30490" y="400160"/>
                </a:lnTo>
                <a:lnTo>
                  <a:pt x="20970" y="387734"/>
                </a:lnTo>
                <a:lnTo>
                  <a:pt x="13038" y="374157"/>
                </a:lnTo>
                <a:lnTo>
                  <a:pt x="6901" y="359599"/>
                </a:lnTo>
                <a:lnTo>
                  <a:pt x="2687" y="344300"/>
                </a:lnTo>
                <a:lnTo>
                  <a:pt x="417" y="328544"/>
                </a:lnTo>
                <a:lnTo>
                  <a:pt x="0" y="312639"/>
                </a:lnTo>
                <a:lnTo>
                  <a:pt x="1231" y="296879"/>
                </a:lnTo>
                <a:lnTo>
                  <a:pt x="3806" y="281511"/>
                </a:lnTo>
                <a:lnTo>
                  <a:pt x="7347" y="266714"/>
                </a:lnTo>
                <a:lnTo>
                  <a:pt x="11439" y="252573"/>
                </a:lnTo>
                <a:lnTo>
                  <a:pt x="15671" y="239077"/>
                </a:lnTo>
                <a:lnTo>
                  <a:pt x="19678" y="226120"/>
                </a:lnTo>
                <a:lnTo>
                  <a:pt x="23179" y="213519"/>
                </a:lnTo>
                <a:lnTo>
                  <a:pt x="26003" y="201043"/>
                </a:lnTo>
                <a:lnTo>
                  <a:pt x="28112" y="188448"/>
                </a:lnTo>
                <a:lnTo>
                  <a:pt x="29597" y="175508"/>
                </a:lnTo>
                <a:lnTo>
                  <a:pt x="30671" y="162058"/>
                </a:lnTo>
                <a:lnTo>
                  <a:pt x="31643" y="148015"/>
                </a:lnTo>
                <a:lnTo>
                  <a:pt x="32881" y="133397"/>
                </a:lnTo>
                <a:lnTo>
                  <a:pt x="34775" y="118332"/>
                </a:lnTo>
                <a:lnTo>
                  <a:pt x="37691" y="103045"/>
                </a:lnTo>
                <a:lnTo>
                  <a:pt x="41940" y="87838"/>
                </a:lnTo>
                <a:lnTo>
                  <a:pt x="47741" y="73062"/>
                </a:lnTo>
                <a:lnTo>
                  <a:pt x="55209" y="59081"/>
                </a:lnTo>
                <a:lnTo>
                  <a:pt x="64346" y="46235"/>
                </a:lnTo>
                <a:lnTo>
                  <a:pt x="75048" y="34808"/>
                </a:lnTo>
                <a:lnTo>
                  <a:pt x="87128" y="25001"/>
                </a:lnTo>
                <a:lnTo>
                  <a:pt x="100334" y="16919"/>
                </a:lnTo>
                <a:lnTo>
                  <a:pt x="114388" y="10570"/>
                </a:lnTo>
                <a:lnTo>
                  <a:pt x="129010" y="5872"/>
                </a:lnTo>
                <a:lnTo>
                  <a:pt x="143945" y="2675"/>
                </a:lnTo>
                <a:lnTo>
                  <a:pt x="158984" y="786"/>
                </a:lnTo>
                <a:lnTo>
                  <a:pt x="173973" y="0"/>
                </a:lnTo>
                <a:lnTo>
                  <a:pt x="188811" y="129"/>
                </a:lnTo>
                <a:lnTo>
                  <a:pt x="203446" y="1027"/>
                </a:lnTo>
                <a:lnTo>
                  <a:pt x="217858" y="2600"/>
                </a:lnTo>
                <a:lnTo>
                  <a:pt x="232040" y="4818"/>
                </a:lnTo>
                <a:lnTo>
                  <a:pt x="245984" y="7707"/>
                </a:lnTo>
                <a:lnTo>
                  <a:pt x="259663" y="11334"/>
                </a:lnTo>
                <a:lnTo>
                  <a:pt x="273026" y="15785"/>
                </a:lnTo>
                <a:lnTo>
                  <a:pt x="285996" y="21146"/>
                </a:lnTo>
                <a:lnTo>
                  <a:pt x="298476" y="27474"/>
                </a:lnTo>
                <a:lnTo>
                  <a:pt x="310364" y="34783"/>
                </a:lnTo>
                <a:lnTo>
                  <a:pt x="321570" y="43027"/>
                </a:lnTo>
                <a:lnTo>
                  <a:pt x="332035" y="52107"/>
                </a:lnTo>
                <a:lnTo>
                  <a:pt x="341747" y="61871"/>
                </a:lnTo>
                <a:lnTo>
                  <a:pt x="350753" y="72135"/>
                </a:lnTo>
                <a:lnTo>
                  <a:pt x="359157" y="82708"/>
                </a:lnTo>
                <a:lnTo>
                  <a:pt x="367121" y="93413"/>
                </a:lnTo>
                <a:lnTo>
                  <a:pt x="374842" y="104115"/>
                </a:lnTo>
                <a:lnTo>
                  <a:pt x="382530" y="114744"/>
                </a:lnTo>
                <a:lnTo>
                  <a:pt x="390379" y="125298"/>
                </a:lnTo>
                <a:lnTo>
                  <a:pt x="398534" y="135854"/>
                </a:lnTo>
                <a:lnTo>
                  <a:pt x="407066" y="146551"/>
                </a:lnTo>
                <a:lnTo>
                  <a:pt x="415946" y="157573"/>
                </a:lnTo>
                <a:lnTo>
                  <a:pt x="425040" y="169120"/>
                </a:lnTo>
                <a:lnTo>
                  <a:pt x="434104" y="181377"/>
                </a:lnTo>
                <a:lnTo>
                  <a:pt x="442803" y="194484"/>
                </a:lnTo>
                <a:lnTo>
                  <a:pt x="450736" y="208504"/>
                </a:lnTo>
                <a:lnTo>
                  <a:pt x="457470" y="223411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9" name="nature-spatial-mechanism-v2-8">
            <a:extLst xmlns:a="http://schemas.openxmlformats.org/drawingml/2006/main">
              <a:ext uri="{FF2B5EF4-FFF2-40B4-BE49-F238E27FC236}">
                <a16:creationId xmlns:a16="http://schemas.microsoft.com/office/drawing/2014/main" id="{FA4BF4E9-6FAD-4333-8BA8-902321EE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48" y="2242088"/>
            <a:ext cx="179737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1430">
            <a:solidFill>
              <a:srgbClr val="4A9086"/>
            </a:solidFill>
            <a:prstDash val="solid"/>
          </a:ln>
        </p:spPr>
      </p:sp>
      <p:sp>
        <p:nvSpPr>
          <p:cNvPr id="10" name="nature-spatial-mechanism-v2-9">
            <a:extLst xmlns:a="http://schemas.openxmlformats.org/drawingml/2006/main">
              <a:ext uri="{FF2B5EF4-FFF2-40B4-BE49-F238E27FC236}">
                <a16:creationId xmlns:a16="http://schemas.microsoft.com/office/drawing/2014/main" id="{59DDDA61-B4E4-4ECE-9862-03C548B5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730" y="2312763"/>
            <a:ext cx="48578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ature-spatial-mechanism-v2-10">
            <a:extLst xmlns:a="http://schemas.openxmlformats.org/drawingml/2006/main">
              <a:ext uri="{FF2B5EF4-FFF2-40B4-BE49-F238E27FC236}">
                <a16:creationId xmlns:a16="http://schemas.microsoft.com/office/drawing/2014/main" id="{6B6CC913-704D-4392-8F2B-C3931FF9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652" y="2049382"/>
            <a:ext cx="473731" cy="487405"/>
          </a:xfrm>
          <a:custGeom xmlns:a="http://schemas.openxmlformats.org/drawingml/2006/main">
            <a:pathLst>
              <a:path w="473731" h="487405">
                <a:moveTo>
                  <a:pt x="473667" y="233923"/>
                </a:moveTo>
                <a:lnTo>
                  <a:pt x="473731" y="249513"/>
                </a:lnTo>
                <a:lnTo>
                  <a:pt x="472279" y="265048"/>
                </a:lnTo>
                <a:lnTo>
                  <a:pt x="469161" y="280339"/>
                </a:lnTo>
                <a:lnTo>
                  <a:pt x="464285" y="295168"/>
                </a:lnTo>
                <a:lnTo>
                  <a:pt x="457641" y="309309"/>
                </a:lnTo>
                <a:lnTo>
                  <a:pt x="449311" y="322547"/>
                </a:lnTo>
                <a:lnTo>
                  <a:pt x="439476" y="334712"/>
                </a:lnTo>
                <a:lnTo>
                  <a:pt x="428401" y="345697"/>
                </a:lnTo>
                <a:lnTo>
                  <a:pt x="416412" y="355484"/>
                </a:lnTo>
                <a:lnTo>
                  <a:pt x="403871" y="364149"/>
                </a:lnTo>
                <a:lnTo>
                  <a:pt x="391135" y="371863"/>
                </a:lnTo>
                <a:lnTo>
                  <a:pt x="378520" y="378876"/>
                </a:lnTo>
                <a:lnTo>
                  <a:pt x="366270" y="385495"/>
                </a:lnTo>
                <a:lnTo>
                  <a:pt x="354529" y="392049"/>
                </a:lnTo>
                <a:lnTo>
                  <a:pt x="343332" y="398846"/>
                </a:lnTo>
                <a:lnTo>
                  <a:pt x="332603" y="406141"/>
                </a:lnTo>
                <a:lnTo>
                  <a:pt x="322167" y="414095"/>
                </a:lnTo>
                <a:lnTo>
                  <a:pt x="311781" y="422754"/>
                </a:lnTo>
                <a:lnTo>
                  <a:pt x="301164" y="432030"/>
                </a:lnTo>
                <a:lnTo>
                  <a:pt x="290035" y="441708"/>
                </a:lnTo>
                <a:lnTo>
                  <a:pt x="278155" y="451458"/>
                </a:lnTo>
                <a:lnTo>
                  <a:pt x="265356" y="460864"/>
                </a:lnTo>
                <a:lnTo>
                  <a:pt x="251565" y="469466"/>
                </a:lnTo>
                <a:lnTo>
                  <a:pt x="236817" y="476799"/>
                </a:lnTo>
                <a:lnTo>
                  <a:pt x="221248" y="482441"/>
                </a:lnTo>
                <a:lnTo>
                  <a:pt x="205086" y="486053"/>
                </a:lnTo>
                <a:lnTo>
                  <a:pt x="188621" y="487405"/>
                </a:lnTo>
                <a:lnTo>
                  <a:pt x="172177" y="486399"/>
                </a:lnTo>
                <a:lnTo>
                  <a:pt x="156071" y="483068"/>
                </a:lnTo>
                <a:lnTo>
                  <a:pt x="140589" y="477569"/>
                </a:lnTo>
                <a:lnTo>
                  <a:pt x="125951" y="470158"/>
                </a:lnTo>
                <a:lnTo>
                  <a:pt x="112302" y="461157"/>
                </a:lnTo>
                <a:lnTo>
                  <a:pt x="99702" y="450920"/>
                </a:lnTo>
                <a:lnTo>
                  <a:pt x="88133" y="439794"/>
                </a:lnTo>
                <a:lnTo>
                  <a:pt x="77515" y="428090"/>
                </a:lnTo>
                <a:lnTo>
                  <a:pt x="67732" y="416055"/>
                </a:lnTo>
                <a:lnTo>
                  <a:pt x="58653" y="403863"/>
                </a:lnTo>
                <a:lnTo>
                  <a:pt x="50162" y="391608"/>
                </a:lnTo>
                <a:lnTo>
                  <a:pt x="42181" y="379316"/>
                </a:lnTo>
                <a:lnTo>
                  <a:pt x="34679" y="366963"/>
                </a:lnTo>
                <a:lnTo>
                  <a:pt x="27679" y="354491"/>
                </a:lnTo>
                <a:lnTo>
                  <a:pt x="21252" y="341835"/>
                </a:lnTo>
                <a:lnTo>
                  <a:pt x="15504" y="328946"/>
                </a:lnTo>
                <a:lnTo>
                  <a:pt x="10552" y="315798"/>
                </a:lnTo>
                <a:lnTo>
                  <a:pt x="6503" y="302405"/>
                </a:lnTo>
                <a:lnTo>
                  <a:pt x="3431" y="288813"/>
                </a:lnTo>
                <a:lnTo>
                  <a:pt x="1359" y="275092"/>
                </a:lnTo>
                <a:lnTo>
                  <a:pt x="248" y="261324"/>
                </a:lnTo>
                <a:lnTo>
                  <a:pt x="0" y="247585"/>
                </a:lnTo>
                <a:lnTo>
                  <a:pt x="465" y="233923"/>
                </a:lnTo>
                <a:lnTo>
                  <a:pt x="1463" y="220351"/>
                </a:lnTo>
                <a:lnTo>
                  <a:pt x="2809" y="206838"/>
                </a:lnTo>
                <a:lnTo>
                  <a:pt x="4341" y="193312"/>
                </a:lnTo>
                <a:lnTo>
                  <a:pt x="5950" y="179667"/>
                </a:lnTo>
                <a:lnTo>
                  <a:pt x="7599" y="165789"/>
                </a:lnTo>
                <a:lnTo>
                  <a:pt x="9339" y="151576"/>
                </a:lnTo>
                <a:lnTo>
                  <a:pt x="11310" y="136963"/>
                </a:lnTo>
                <a:lnTo>
                  <a:pt x="13730" y="121952"/>
                </a:lnTo>
                <a:lnTo>
                  <a:pt x="16874" y="106625"/>
                </a:lnTo>
                <a:lnTo>
                  <a:pt x="21042" y="91159"/>
                </a:lnTo>
                <a:lnTo>
                  <a:pt x="26526" y="75818"/>
                </a:lnTo>
                <a:lnTo>
                  <a:pt x="33571" y="60946"/>
                </a:lnTo>
                <a:lnTo>
                  <a:pt x="42341" y="46934"/>
                </a:lnTo>
                <a:lnTo>
                  <a:pt x="52899" y="34192"/>
                </a:lnTo>
                <a:lnTo>
                  <a:pt x="65191" y="23107"/>
                </a:lnTo>
                <a:lnTo>
                  <a:pt x="79049" y="14002"/>
                </a:lnTo>
                <a:lnTo>
                  <a:pt x="94201" y="7104"/>
                </a:lnTo>
                <a:lnTo>
                  <a:pt x="110302" y="2517"/>
                </a:lnTo>
                <a:lnTo>
                  <a:pt x="126967" y="205"/>
                </a:lnTo>
                <a:lnTo>
                  <a:pt x="143808" y="0"/>
                </a:lnTo>
                <a:lnTo>
                  <a:pt x="160475" y="1610"/>
                </a:lnTo>
                <a:lnTo>
                  <a:pt x="176687" y="4652"/>
                </a:lnTo>
                <a:lnTo>
                  <a:pt x="192257" y="8689"/>
                </a:lnTo>
                <a:lnTo>
                  <a:pt x="207104" y="13276"/>
                </a:lnTo>
                <a:lnTo>
                  <a:pt x="221248" y="18002"/>
                </a:lnTo>
                <a:lnTo>
                  <a:pt x="234798" y="22530"/>
                </a:lnTo>
                <a:lnTo>
                  <a:pt x="247929" y="26628"/>
                </a:lnTo>
                <a:lnTo>
                  <a:pt x="260846" y="30186"/>
                </a:lnTo>
                <a:lnTo>
                  <a:pt x="273752" y="33220"/>
                </a:lnTo>
                <a:lnTo>
                  <a:pt x="286816" y="35862"/>
                </a:lnTo>
                <a:lnTo>
                  <a:pt x="300148" y="38334"/>
                </a:lnTo>
                <a:lnTo>
                  <a:pt x="313781" y="40920"/>
                </a:lnTo>
                <a:lnTo>
                  <a:pt x="327668" y="43929"/>
                </a:lnTo>
                <a:lnTo>
                  <a:pt x="341687" y="47656"/>
                </a:lnTo>
                <a:lnTo>
                  <a:pt x="355656" y="52351"/>
                </a:lnTo>
                <a:lnTo>
                  <a:pt x="369362" y="58199"/>
                </a:lnTo>
                <a:lnTo>
                  <a:pt x="382582" y="65301"/>
                </a:lnTo>
                <a:lnTo>
                  <a:pt x="395112" y="73677"/>
                </a:lnTo>
                <a:lnTo>
                  <a:pt x="406790" y="83272"/>
                </a:lnTo>
                <a:lnTo>
                  <a:pt x="417507" y="93972"/>
                </a:lnTo>
                <a:lnTo>
                  <a:pt x="427216" y="105632"/>
                </a:lnTo>
                <a:lnTo>
                  <a:pt x="435922" y="118090"/>
                </a:lnTo>
                <a:lnTo>
                  <a:pt x="443670" y="131197"/>
                </a:lnTo>
                <a:lnTo>
                  <a:pt x="450524" y="144827"/>
                </a:lnTo>
                <a:lnTo>
                  <a:pt x="456545" y="158886"/>
                </a:lnTo>
                <a:lnTo>
                  <a:pt x="461767" y="173312"/>
                </a:lnTo>
                <a:lnTo>
                  <a:pt x="466180" y="188065"/>
                </a:lnTo>
                <a:lnTo>
                  <a:pt x="469719" y="203115"/>
                </a:lnTo>
                <a:lnTo>
                  <a:pt x="472268" y="218422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12" name="nature-spatial-mechanism-v2-11">
            <a:extLst xmlns:a="http://schemas.openxmlformats.org/drawingml/2006/main">
              <a:ext uri="{FF2B5EF4-FFF2-40B4-BE49-F238E27FC236}">
                <a16:creationId xmlns:a16="http://schemas.microsoft.com/office/drawing/2014/main" id="{B95F0ADB-71AE-4DC0-94B1-C7D9CB87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317" y="2182340"/>
            <a:ext cx="190310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13" name="nature-spatial-mechanism-v2-12">
            <a:extLst xmlns:a="http://schemas.openxmlformats.org/drawingml/2006/main">
              <a:ext uri="{FF2B5EF4-FFF2-40B4-BE49-F238E27FC236}">
                <a16:creationId xmlns:a16="http://schemas.microsoft.com/office/drawing/2014/main" id="{851CB94A-B91B-4138-B295-A7D7AEFE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757" y="2253015"/>
            <a:ext cx="51435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ature-spatial-mechanism-v2-13">
            <a:extLst xmlns:a="http://schemas.openxmlformats.org/drawingml/2006/main">
              <a:ext uri="{FF2B5EF4-FFF2-40B4-BE49-F238E27FC236}">
                <a16:creationId xmlns:a16="http://schemas.microsoft.com/office/drawing/2014/main" id="{2961C0AB-7C42-43A7-82B3-9643E707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924" y="1903308"/>
            <a:ext cx="433340" cy="475866"/>
          </a:xfrm>
          <a:custGeom xmlns:a="http://schemas.openxmlformats.org/drawingml/2006/main">
            <a:pathLst>
              <a:path w="433340" h="475866">
                <a:moveTo>
                  <a:pt x="423914" y="219541"/>
                </a:moveTo>
                <a:lnTo>
                  <a:pt x="420653" y="233590"/>
                </a:lnTo>
                <a:lnTo>
                  <a:pt x="417307" y="247283"/>
                </a:lnTo>
                <a:lnTo>
                  <a:pt x="413887" y="260711"/>
                </a:lnTo>
                <a:lnTo>
                  <a:pt x="410333" y="273947"/>
                </a:lnTo>
                <a:lnTo>
                  <a:pt x="406537" y="287029"/>
                </a:lnTo>
                <a:lnTo>
                  <a:pt x="402361" y="299952"/>
                </a:lnTo>
                <a:lnTo>
                  <a:pt x="397670" y="312673"/>
                </a:lnTo>
                <a:lnTo>
                  <a:pt x="392347" y="325115"/>
                </a:lnTo>
                <a:lnTo>
                  <a:pt x="386317" y="337186"/>
                </a:lnTo>
                <a:lnTo>
                  <a:pt x="379551" y="348799"/>
                </a:lnTo>
                <a:lnTo>
                  <a:pt x="372069" y="359885"/>
                </a:lnTo>
                <a:lnTo>
                  <a:pt x="363934" y="370415"/>
                </a:lnTo>
                <a:lnTo>
                  <a:pt x="355234" y="380402"/>
                </a:lnTo>
                <a:lnTo>
                  <a:pt x="346067" y="389904"/>
                </a:lnTo>
                <a:lnTo>
                  <a:pt x="336520" y="399014"/>
                </a:lnTo>
                <a:lnTo>
                  <a:pt x="326653" y="407844"/>
                </a:lnTo>
                <a:lnTo>
                  <a:pt x="316489" y="416496"/>
                </a:lnTo>
                <a:lnTo>
                  <a:pt x="306006" y="425045"/>
                </a:lnTo>
                <a:lnTo>
                  <a:pt x="295149" y="433506"/>
                </a:lnTo>
                <a:lnTo>
                  <a:pt x="283836" y="441821"/>
                </a:lnTo>
                <a:lnTo>
                  <a:pt x="271981" y="449848"/>
                </a:lnTo>
                <a:lnTo>
                  <a:pt x="259513" y="457360"/>
                </a:lnTo>
                <a:lnTo>
                  <a:pt x="246402" y="464059"/>
                </a:lnTo>
                <a:lnTo>
                  <a:pt x="232675" y="469602"/>
                </a:lnTo>
                <a:lnTo>
                  <a:pt x="218426" y="473631"/>
                </a:lnTo>
                <a:lnTo>
                  <a:pt x="203824" y="475810"/>
                </a:lnTo>
                <a:lnTo>
                  <a:pt x="189100" y="475866"/>
                </a:lnTo>
                <a:lnTo>
                  <a:pt x="174531" y="473618"/>
                </a:lnTo>
                <a:lnTo>
                  <a:pt x="160417" y="469007"/>
                </a:lnTo>
                <a:lnTo>
                  <a:pt x="147049" y="462102"/>
                </a:lnTo>
                <a:lnTo>
                  <a:pt x="134676" y="453105"/>
                </a:lnTo>
                <a:lnTo>
                  <a:pt x="123480" y="442331"/>
                </a:lnTo>
                <a:lnTo>
                  <a:pt x="113551" y="430181"/>
                </a:lnTo>
                <a:lnTo>
                  <a:pt x="104878" y="417104"/>
                </a:lnTo>
                <a:lnTo>
                  <a:pt x="97347" y="403553"/>
                </a:lnTo>
                <a:lnTo>
                  <a:pt x="90755" y="389946"/>
                </a:lnTo>
                <a:lnTo>
                  <a:pt x="84833" y="376623"/>
                </a:lnTo>
                <a:lnTo>
                  <a:pt x="79278" y="363822"/>
                </a:lnTo>
                <a:lnTo>
                  <a:pt x="73786" y="351662"/>
                </a:lnTo>
                <a:lnTo>
                  <a:pt x="68095" y="340141"/>
                </a:lnTo>
                <a:lnTo>
                  <a:pt x="62008" y="329147"/>
                </a:lnTo>
                <a:lnTo>
                  <a:pt x="55428" y="318485"/>
                </a:lnTo>
                <a:lnTo>
                  <a:pt x="48358" y="307905"/>
                </a:lnTo>
                <a:lnTo>
                  <a:pt x="40914" y="297144"/>
                </a:lnTo>
                <a:lnTo>
                  <a:pt x="33303" y="285957"/>
                </a:lnTo>
                <a:lnTo>
                  <a:pt x="25805" y="274150"/>
                </a:lnTo>
                <a:lnTo>
                  <a:pt x="18741" y="261601"/>
                </a:lnTo>
                <a:lnTo>
                  <a:pt x="12441" y="248274"/>
                </a:lnTo>
                <a:lnTo>
                  <a:pt x="7208" y="234214"/>
                </a:lnTo>
                <a:lnTo>
                  <a:pt x="3290" y="219541"/>
                </a:lnTo>
                <a:lnTo>
                  <a:pt x="859" y="204427"/>
                </a:lnTo>
                <a:lnTo>
                  <a:pt x="0" y="189073"/>
                </a:lnTo>
                <a:lnTo>
                  <a:pt x="714" y="173684"/>
                </a:lnTo>
                <a:lnTo>
                  <a:pt x="2924" y="158446"/>
                </a:lnTo>
                <a:lnTo>
                  <a:pt x="6499" y="143509"/>
                </a:lnTo>
                <a:lnTo>
                  <a:pt x="11275" y="128981"/>
                </a:lnTo>
                <a:lnTo>
                  <a:pt x="17078" y="114924"/>
                </a:lnTo>
                <a:lnTo>
                  <a:pt x="23751" y="101370"/>
                </a:lnTo>
                <a:lnTo>
                  <a:pt x="31172" y="88328"/>
                </a:lnTo>
                <a:lnTo>
                  <a:pt x="39259" y="75809"/>
                </a:lnTo>
                <a:lnTo>
                  <a:pt x="47973" y="63841"/>
                </a:lnTo>
                <a:lnTo>
                  <a:pt x="57312" y="52485"/>
                </a:lnTo>
                <a:lnTo>
                  <a:pt x="67297" y="41840"/>
                </a:lnTo>
                <a:lnTo>
                  <a:pt x="77951" y="32047"/>
                </a:lnTo>
                <a:lnTo>
                  <a:pt x="89283" y="23275"/>
                </a:lnTo>
                <a:lnTo>
                  <a:pt x="101272" y="15705"/>
                </a:lnTo>
                <a:lnTo>
                  <a:pt x="113852" y="9505"/>
                </a:lnTo>
                <a:lnTo>
                  <a:pt x="126913" y="4808"/>
                </a:lnTo>
                <a:lnTo>
                  <a:pt x="140307" y="1681"/>
                </a:lnTo>
                <a:lnTo>
                  <a:pt x="153856" y="113"/>
                </a:lnTo>
                <a:lnTo>
                  <a:pt x="167376" y="0"/>
                </a:lnTo>
                <a:lnTo>
                  <a:pt x="180696" y="1147"/>
                </a:lnTo>
                <a:lnTo>
                  <a:pt x="193684" y="3282"/>
                </a:lnTo>
                <a:lnTo>
                  <a:pt x="206264" y="6080"/>
                </a:lnTo>
                <a:lnTo>
                  <a:pt x="218426" y="9192"/>
                </a:lnTo>
                <a:lnTo>
                  <a:pt x="230236" y="12288"/>
                </a:lnTo>
                <a:lnTo>
                  <a:pt x="241818" y="15089"/>
                </a:lnTo>
                <a:lnTo>
                  <a:pt x="253348" y="17406"/>
                </a:lnTo>
                <a:lnTo>
                  <a:pt x="265022" y="19159"/>
                </a:lnTo>
                <a:lnTo>
                  <a:pt x="277029" y="20394"/>
                </a:lnTo>
                <a:lnTo>
                  <a:pt x="289518" y="21281"/>
                </a:lnTo>
                <a:lnTo>
                  <a:pt x="302573" y="22094"/>
                </a:lnTo>
                <a:lnTo>
                  <a:pt x="316188" y="23190"/>
                </a:lnTo>
                <a:lnTo>
                  <a:pt x="330259" y="24965"/>
                </a:lnTo>
                <a:lnTo>
                  <a:pt x="344583" y="27814"/>
                </a:lnTo>
                <a:lnTo>
                  <a:pt x="358871" y="32089"/>
                </a:lnTo>
                <a:lnTo>
                  <a:pt x="372770" y="38061"/>
                </a:lnTo>
                <a:lnTo>
                  <a:pt x="385900" y="45892"/>
                </a:lnTo>
                <a:lnTo>
                  <a:pt x="397883" y="55618"/>
                </a:lnTo>
                <a:lnTo>
                  <a:pt x="408387" y="67151"/>
                </a:lnTo>
                <a:lnTo>
                  <a:pt x="417153" y="80289"/>
                </a:lnTo>
                <a:lnTo>
                  <a:pt x="424023" y="94740"/>
                </a:lnTo>
                <a:lnTo>
                  <a:pt x="428950" y="110157"/>
                </a:lnTo>
                <a:lnTo>
                  <a:pt x="432000" y="126173"/>
                </a:lnTo>
                <a:lnTo>
                  <a:pt x="433340" y="142438"/>
                </a:lnTo>
                <a:lnTo>
                  <a:pt x="433214" y="158649"/>
                </a:lnTo>
                <a:lnTo>
                  <a:pt x="431915" y="174574"/>
                </a:lnTo>
                <a:lnTo>
                  <a:pt x="429749" y="190064"/>
                </a:lnTo>
                <a:lnTo>
                  <a:pt x="427002" y="205052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15" name="nature-spatial-mechanism-v2-14">
            <a:extLst xmlns:a="http://schemas.openxmlformats.org/drawingml/2006/main">
              <a:ext uri="{FF2B5EF4-FFF2-40B4-BE49-F238E27FC236}">
                <a16:creationId xmlns:a16="http://schemas.microsoft.com/office/drawing/2014/main" id="{E091F4D9-57B2-49D3-8AAF-EBAECC70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054" y="2021884"/>
            <a:ext cx="169164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16" name="nature-spatial-mechanism-v2-15">
            <a:extLst xmlns:a="http://schemas.openxmlformats.org/drawingml/2006/main">
              <a:ext uri="{FF2B5EF4-FFF2-40B4-BE49-F238E27FC236}">
                <a16:creationId xmlns:a16="http://schemas.microsoft.com/office/drawing/2014/main" id="{532C1834-2897-4210-816D-F3C7AE09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778" y="2092559"/>
            <a:ext cx="45720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ature-spatial-mechanism-v2-16">
            <a:extLst xmlns:a="http://schemas.openxmlformats.org/drawingml/2006/main">
              <a:ext uri="{FF2B5EF4-FFF2-40B4-BE49-F238E27FC236}">
                <a16:creationId xmlns:a16="http://schemas.microsoft.com/office/drawing/2014/main" id="{BE5D96F6-071C-4508-B4BB-1E7E7B27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357" y="1871107"/>
            <a:ext cx="468222" cy="466149"/>
          </a:xfrm>
          <a:custGeom xmlns:a="http://schemas.openxmlformats.org/drawingml/2006/main">
            <a:pathLst>
              <a:path w="468222" h="466149">
                <a:moveTo>
                  <a:pt x="451284" y="225647"/>
                </a:moveTo>
                <a:lnTo>
                  <a:pt x="447073" y="238643"/>
                </a:lnTo>
                <a:lnTo>
                  <a:pt x="443389" y="251258"/>
                </a:lnTo>
                <a:lnTo>
                  <a:pt x="440388" y="263725"/>
                </a:lnTo>
                <a:lnTo>
                  <a:pt x="438098" y="276288"/>
                </a:lnTo>
                <a:lnTo>
                  <a:pt x="436413" y="289163"/>
                </a:lnTo>
                <a:lnTo>
                  <a:pt x="435113" y="302509"/>
                </a:lnTo>
                <a:lnTo>
                  <a:pt x="433890" y="316401"/>
                </a:lnTo>
                <a:lnTo>
                  <a:pt x="432380" y="330811"/>
                </a:lnTo>
                <a:lnTo>
                  <a:pt x="430209" y="345613"/>
                </a:lnTo>
                <a:lnTo>
                  <a:pt x="427031" y="360590"/>
                </a:lnTo>
                <a:lnTo>
                  <a:pt x="422559" y="375454"/>
                </a:lnTo>
                <a:lnTo>
                  <a:pt x="416597" y="389880"/>
                </a:lnTo>
                <a:lnTo>
                  <a:pt x="409052" y="403536"/>
                </a:lnTo>
                <a:lnTo>
                  <a:pt x="399934" y="416121"/>
                </a:lnTo>
                <a:lnTo>
                  <a:pt x="389349" y="427389"/>
                </a:lnTo>
                <a:lnTo>
                  <a:pt x="377480" y="437175"/>
                </a:lnTo>
                <a:lnTo>
                  <a:pt x="364556" y="445398"/>
                </a:lnTo>
                <a:lnTo>
                  <a:pt x="350830" y="452066"/>
                </a:lnTo>
                <a:lnTo>
                  <a:pt x="336547" y="457259"/>
                </a:lnTo>
                <a:lnTo>
                  <a:pt x="321926" y="461110"/>
                </a:lnTo>
                <a:lnTo>
                  <a:pt x="307140" y="463776"/>
                </a:lnTo>
                <a:lnTo>
                  <a:pt x="292318" y="465413"/>
                </a:lnTo>
                <a:lnTo>
                  <a:pt x="277542" y="466149"/>
                </a:lnTo>
                <a:lnTo>
                  <a:pt x="262861" y="466068"/>
                </a:lnTo>
                <a:lnTo>
                  <a:pt x="248306" y="465200"/>
                </a:lnTo>
                <a:lnTo>
                  <a:pt x="233905" y="463523"/>
                </a:lnTo>
                <a:lnTo>
                  <a:pt x="219700" y="460968"/>
                </a:lnTo>
                <a:lnTo>
                  <a:pt x="205756" y="457448"/>
                </a:lnTo>
                <a:lnTo>
                  <a:pt x="192167" y="452869"/>
                </a:lnTo>
                <a:lnTo>
                  <a:pt x="179047" y="447164"/>
                </a:lnTo>
                <a:lnTo>
                  <a:pt x="166522" y="440310"/>
                </a:lnTo>
                <a:lnTo>
                  <a:pt x="154713" y="432342"/>
                </a:lnTo>
                <a:lnTo>
                  <a:pt x="143713" y="423361"/>
                </a:lnTo>
                <a:lnTo>
                  <a:pt x="133573" y="413527"/>
                </a:lnTo>
                <a:lnTo>
                  <a:pt x="124279" y="403050"/>
                </a:lnTo>
                <a:lnTo>
                  <a:pt x="115753" y="392159"/>
                </a:lnTo>
                <a:lnTo>
                  <a:pt x="107847" y="381085"/>
                </a:lnTo>
                <a:lnTo>
                  <a:pt x="100361" y="370024"/>
                </a:lnTo>
                <a:lnTo>
                  <a:pt x="93059" y="359115"/>
                </a:lnTo>
                <a:lnTo>
                  <a:pt x="85699" y="348420"/>
                </a:lnTo>
                <a:lnTo>
                  <a:pt x="78068" y="337919"/>
                </a:lnTo>
                <a:lnTo>
                  <a:pt x="70012" y="327508"/>
                </a:lnTo>
                <a:lnTo>
                  <a:pt x="61465" y="317015"/>
                </a:lnTo>
                <a:lnTo>
                  <a:pt x="52469" y="306225"/>
                </a:lnTo>
                <a:lnTo>
                  <a:pt x="43182" y="294909"/>
                </a:lnTo>
                <a:lnTo>
                  <a:pt x="33874" y="282863"/>
                </a:lnTo>
                <a:lnTo>
                  <a:pt x="24905" y="269934"/>
                </a:lnTo>
                <a:lnTo>
                  <a:pt x="16703" y="256052"/>
                </a:lnTo>
                <a:lnTo>
                  <a:pt x="9714" y="241246"/>
                </a:lnTo>
                <a:lnTo>
                  <a:pt x="4371" y="225647"/>
                </a:lnTo>
                <a:lnTo>
                  <a:pt x="1042" y="209480"/>
                </a:lnTo>
                <a:lnTo>
                  <a:pt x="0" y="193048"/>
                </a:lnTo>
                <a:lnTo>
                  <a:pt x="1391" y="176698"/>
                </a:lnTo>
                <a:lnTo>
                  <a:pt x="5225" y="160787"/>
                </a:lnTo>
                <a:lnTo>
                  <a:pt x="11373" y="145644"/>
                </a:lnTo>
                <a:lnTo>
                  <a:pt x="19584" y="131538"/>
                </a:lnTo>
                <a:lnTo>
                  <a:pt x="29511" y="118652"/>
                </a:lnTo>
                <a:lnTo>
                  <a:pt x="40747" y="107066"/>
                </a:lnTo>
                <a:lnTo>
                  <a:pt x="52868" y="96754"/>
                </a:lnTo>
                <a:lnTo>
                  <a:pt x="65470" y="87600"/>
                </a:lnTo>
                <a:lnTo>
                  <a:pt x="78206" y="79410"/>
                </a:lnTo>
                <a:lnTo>
                  <a:pt x="90811" y="71950"/>
                </a:lnTo>
                <a:lnTo>
                  <a:pt x="103119" y="64975"/>
                </a:lnTo>
                <a:lnTo>
                  <a:pt x="115061" y="58265"/>
                </a:lnTo>
                <a:lnTo>
                  <a:pt x="126661" y="51650"/>
                </a:lnTo>
                <a:lnTo>
                  <a:pt x="138012" y="45036"/>
                </a:lnTo>
                <a:lnTo>
                  <a:pt x="149254" y="38407"/>
                </a:lnTo>
                <a:lnTo>
                  <a:pt x="160544" y="31829"/>
                </a:lnTo>
                <a:lnTo>
                  <a:pt x="172028" y="25435"/>
                </a:lnTo>
                <a:lnTo>
                  <a:pt x="183822" y="19403"/>
                </a:lnTo>
                <a:lnTo>
                  <a:pt x="195997" y="13928"/>
                </a:lnTo>
                <a:lnTo>
                  <a:pt x="208575" y="9200"/>
                </a:lnTo>
                <a:lnTo>
                  <a:pt x="221529" y="5372"/>
                </a:lnTo>
                <a:lnTo>
                  <a:pt x="234799" y="2545"/>
                </a:lnTo>
                <a:lnTo>
                  <a:pt x="248306" y="761"/>
                </a:lnTo>
                <a:lnTo>
                  <a:pt x="261967" y="0"/>
                </a:lnTo>
                <a:lnTo>
                  <a:pt x="275713" y="192"/>
                </a:lnTo>
                <a:lnTo>
                  <a:pt x="289499" y="1235"/>
                </a:lnTo>
                <a:lnTo>
                  <a:pt x="303309" y="3021"/>
                </a:lnTo>
                <a:lnTo>
                  <a:pt x="317150" y="5457"/>
                </a:lnTo>
                <a:lnTo>
                  <a:pt x="331041" y="8486"/>
                </a:lnTo>
                <a:lnTo>
                  <a:pt x="344999" y="12105"/>
                </a:lnTo>
                <a:lnTo>
                  <a:pt x="359015" y="16370"/>
                </a:lnTo>
                <a:lnTo>
                  <a:pt x="373041" y="21388"/>
                </a:lnTo>
                <a:lnTo>
                  <a:pt x="386968" y="27310"/>
                </a:lnTo>
                <a:lnTo>
                  <a:pt x="400626" y="34303"/>
                </a:lnTo>
                <a:lnTo>
                  <a:pt x="413780" y="42524"/>
                </a:lnTo>
                <a:lnTo>
                  <a:pt x="426147" y="52094"/>
                </a:lnTo>
                <a:lnTo>
                  <a:pt x="437411" y="63070"/>
                </a:lnTo>
                <a:lnTo>
                  <a:pt x="447259" y="75430"/>
                </a:lnTo>
                <a:lnTo>
                  <a:pt x="455409" y="89061"/>
                </a:lnTo>
                <a:lnTo>
                  <a:pt x="461645" y="103763"/>
                </a:lnTo>
                <a:lnTo>
                  <a:pt x="465844" y="119267"/>
                </a:lnTo>
                <a:lnTo>
                  <a:pt x="467999" y="135253"/>
                </a:lnTo>
                <a:lnTo>
                  <a:pt x="468222" y="151390"/>
                </a:lnTo>
                <a:lnTo>
                  <a:pt x="466746" y="167361"/>
                </a:lnTo>
                <a:lnTo>
                  <a:pt x="463902" y="182907"/>
                </a:lnTo>
                <a:lnTo>
                  <a:pt x="460091" y="197843"/>
                </a:lnTo>
                <a:lnTo>
                  <a:pt x="455745" y="212084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18" name="nature-spatial-mechanism-v2-17">
            <a:extLst xmlns:a="http://schemas.openxmlformats.org/drawingml/2006/main">
              <a:ext uri="{FF2B5EF4-FFF2-40B4-BE49-F238E27FC236}">
                <a16:creationId xmlns:a16="http://schemas.microsoft.com/office/drawing/2014/main" id="{23FCD542-12B8-48CF-AE74-2A7963D7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223" y="1995789"/>
            <a:ext cx="179737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19" name="nature-spatial-mechanism-v2-18">
            <a:extLst xmlns:a="http://schemas.openxmlformats.org/drawingml/2006/main">
              <a:ext uri="{FF2B5EF4-FFF2-40B4-BE49-F238E27FC236}">
                <a16:creationId xmlns:a16="http://schemas.microsoft.com/office/drawing/2014/main" id="{3A176863-AE12-4FE8-9A36-5C28D242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05" y="2066464"/>
            <a:ext cx="48578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ature-spatial-mechanism-v2-19">
            <a:extLst xmlns:a="http://schemas.openxmlformats.org/drawingml/2006/main">
              <a:ext uri="{FF2B5EF4-FFF2-40B4-BE49-F238E27FC236}">
                <a16:creationId xmlns:a16="http://schemas.microsoft.com/office/drawing/2014/main" id="{4E88CF92-044C-4E61-9AE0-70DB1A64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727" y="1992255"/>
            <a:ext cx="475644" cy="486209"/>
          </a:xfrm>
          <a:custGeom xmlns:a="http://schemas.openxmlformats.org/drawingml/2006/main">
            <a:pathLst>
              <a:path w="475644" h="486209">
                <a:moveTo>
                  <a:pt x="473846" y="250994"/>
                </a:moveTo>
                <a:lnTo>
                  <a:pt x="472268" y="264395"/>
                </a:lnTo>
                <a:lnTo>
                  <a:pt x="470530" y="277687"/>
                </a:lnTo>
                <a:lnTo>
                  <a:pt x="468807" y="290978"/>
                </a:lnTo>
                <a:lnTo>
                  <a:pt x="467203" y="304407"/>
                </a:lnTo>
                <a:lnTo>
                  <a:pt x="465734" y="318118"/>
                </a:lnTo>
                <a:lnTo>
                  <a:pt x="464316" y="332237"/>
                </a:lnTo>
                <a:lnTo>
                  <a:pt x="462766" y="346836"/>
                </a:lnTo>
                <a:lnTo>
                  <a:pt x="460823" y="361916"/>
                </a:lnTo>
                <a:lnTo>
                  <a:pt x="458167" y="377385"/>
                </a:lnTo>
                <a:lnTo>
                  <a:pt x="454460" y="393049"/>
                </a:lnTo>
                <a:lnTo>
                  <a:pt x="449385" y="408623"/>
                </a:lnTo>
                <a:lnTo>
                  <a:pt x="442679" y="423743"/>
                </a:lnTo>
                <a:lnTo>
                  <a:pt x="434170" y="437998"/>
                </a:lnTo>
                <a:lnTo>
                  <a:pt x="423800" y="450965"/>
                </a:lnTo>
                <a:lnTo>
                  <a:pt x="411632" y="462251"/>
                </a:lnTo>
                <a:lnTo>
                  <a:pt x="397848" y="471535"/>
                </a:lnTo>
                <a:lnTo>
                  <a:pt x="382734" y="478595"/>
                </a:lnTo>
                <a:lnTo>
                  <a:pt x="366646" y="483342"/>
                </a:lnTo>
                <a:lnTo>
                  <a:pt x="349977" y="485820"/>
                </a:lnTo>
                <a:lnTo>
                  <a:pt x="333116" y="486209"/>
                </a:lnTo>
                <a:lnTo>
                  <a:pt x="316414" y="484805"/>
                </a:lnTo>
                <a:lnTo>
                  <a:pt x="300144" y="481988"/>
                </a:lnTo>
                <a:lnTo>
                  <a:pt x="284490" y="478182"/>
                </a:lnTo>
                <a:lnTo>
                  <a:pt x="269531" y="473813"/>
                </a:lnTo>
                <a:lnTo>
                  <a:pt x="255248" y="469268"/>
                </a:lnTo>
                <a:lnTo>
                  <a:pt x="241539" y="464855"/>
                </a:lnTo>
                <a:lnTo>
                  <a:pt x="228247" y="460777"/>
                </a:lnTo>
                <a:lnTo>
                  <a:pt x="215185" y="457122"/>
                </a:lnTo>
                <a:lnTo>
                  <a:pt x="202178" y="453860"/>
                </a:lnTo>
                <a:lnTo>
                  <a:pt x="189083" y="450858"/>
                </a:lnTo>
                <a:lnTo>
                  <a:pt x="175815" y="447905"/>
                </a:lnTo>
                <a:lnTo>
                  <a:pt x="162357" y="444742"/>
                </a:lnTo>
                <a:lnTo>
                  <a:pt x="148766" y="441097"/>
                </a:lnTo>
                <a:lnTo>
                  <a:pt x="135158" y="436721"/>
                </a:lnTo>
                <a:lnTo>
                  <a:pt x="121695" y="431411"/>
                </a:lnTo>
                <a:lnTo>
                  <a:pt x="108557" y="425030"/>
                </a:lnTo>
                <a:lnTo>
                  <a:pt x="95923" y="417516"/>
                </a:lnTo>
                <a:lnTo>
                  <a:pt x="83944" y="408880"/>
                </a:lnTo>
                <a:lnTo>
                  <a:pt x="72730" y="399190"/>
                </a:lnTo>
                <a:lnTo>
                  <a:pt x="62337" y="388557"/>
                </a:lnTo>
                <a:lnTo>
                  <a:pt x="52771" y="377110"/>
                </a:lnTo>
                <a:lnTo>
                  <a:pt x="44001" y="364977"/>
                </a:lnTo>
                <a:lnTo>
                  <a:pt x="35971" y="352267"/>
                </a:lnTo>
                <a:lnTo>
                  <a:pt x="28625" y="339059"/>
                </a:lnTo>
                <a:lnTo>
                  <a:pt x="21933" y="325399"/>
                </a:lnTo>
                <a:lnTo>
                  <a:pt x="15905" y="311309"/>
                </a:lnTo>
                <a:lnTo>
                  <a:pt x="10609" y="296797"/>
                </a:lnTo>
                <a:lnTo>
                  <a:pt x="6173" y="281877"/>
                </a:lnTo>
                <a:lnTo>
                  <a:pt x="2779" y="266584"/>
                </a:lnTo>
                <a:lnTo>
                  <a:pt x="644" y="250994"/>
                </a:lnTo>
                <a:lnTo>
                  <a:pt x="0" y="235232"/>
                </a:lnTo>
                <a:lnTo>
                  <a:pt x="1060" y="219477"/>
                </a:lnTo>
                <a:lnTo>
                  <a:pt x="3986" y="203951"/>
                </a:lnTo>
                <a:lnTo>
                  <a:pt x="8867" y="188905"/>
                </a:lnTo>
                <a:lnTo>
                  <a:pt x="15692" y="174599"/>
                </a:lnTo>
                <a:lnTo>
                  <a:pt x="24344" y="161265"/>
                </a:lnTo>
                <a:lnTo>
                  <a:pt x="34600" y="149087"/>
                </a:lnTo>
                <a:lnTo>
                  <a:pt x="46153" y="138171"/>
                </a:lnTo>
                <a:lnTo>
                  <a:pt x="58629" y="128526"/>
                </a:lnTo>
                <a:lnTo>
                  <a:pt x="71632" y="120059"/>
                </a:lnTo>
                <a:lnTo>
                  <a:pt x="84776" y="112579"/>
                </a:lnTo>
                <a:lnTo>
                  <a:pt x="97729" y="105813"/>
                </a:lnTo>
                <a:lnTo>
                  <a:pt x="110241" y="99436"/>
                </a:lnTo>
                <a:lnTo>
                  <a:pt x="122169" y="93108"/>
                </a:lnTo>
                <a:lnTo>
                  <a:pt x="133491" y="86512"/>
                </a:lnTo>
                <a:lnTo>
                  <a:pt x="144294" y="79396"/>
                </a:lnTo>
                <a:lnTo>
                  <a:pt x="154767" y="71604"/>
                </a:lnTo>
                <a:lnTo>
                  <a:pt x="165166" y="63105"/>
                </a:lnTo>
                <a:lnTo>
                  <a:pt x="175779" y="53995"/>
                </a:lnTo>
                <a:lnTo>
                  <a:pt x="186889" y="44501"/>
                </a:lnTo>
                <a:lnTo>
                  <a:pt x="198733" y="34957"/>
                </a:lnTo>
                <a:lnTo>
                  <a:pt x="211475" y="25775"/>
                </a:lnTo>
                <a:lnTo>
                  <a:pt x="225182" y="17405"/>
                </a:lnTo>
                <a:lnTo>
                  <a:pt x="239819" y="10291"/>
                </a:lnTo>
                <a:lnTo>
                  <a:pt x="255248" y="4829"/>
                </a:lnTo>
                <a:lnTo>
                  <a:pt x="271252" y="1332"/>
                </a:lnTo>
                <a:lnTo>
                  <a:pt x="287554" y="0"/>
                </a:lnTo>
                <a:lnTo>
                  <a:pt x="303855" y="909"/>
                </a:lnTo>
                <a:lnTo>
                  <a:pt x="319859" y="4012"/>
                </a:lnTo>
                <a:lnTo>
                  <a:pt x="335311" y="9150"/>
                </a:lnTo>
                <a:lnTo>
                  <a:pt x="350012" y="16080"/>
                </a:lnTo>
                <a:lnTo>
                  <a:pt x="363837" y="24505"/>
                </a:lnTo>
                <a:lnTo>
                  <a:pt x="376733" y="34106"/>
                </a:lnTo>
                <a:lnTo>
                  <a:pt x="388713" y="44582"/>
                </a:lnTo>
                <a:lnTo>
                  <a:pt x="399836" y="55672"/>
                </a:lnTo>
                <a:lnTo>
                  <a:pt x="410187" y="67173"/>
                </a:lnTo>
                <a:lnTo>
                  <a:pt x="419852" y="78955"/>
                </a:lnTo>
                <a:lnTo>
                  <a:pt x="428894" y="90950"/>
                </a:lnTo>
                <a:lnTo>
                  <a:pt x="437338" y="103145"/>
                </a:lnTo>
                <a:lnTo>
                  <a:pt x="445165" y="115566"/>
                </a:lnTo>
                <a:lnTo>
                  <a:pt x="452309" y="128251"/>
                </a:lnTo>
                <a:lnTo>
                  <a:pt x="458671" y="141232"/>
                </a:lnTo>
                <a:lnTo>
                  <a:pt x="464137" y="154519"/>
                </a:lnTo>
                <a:lnTo>
                  <a:pt x="468597" y="168087"/>
                </a:lnTo>
                <a:lnTo>
                  <a:pt x="471975" y="181879"/>
                </a:lnTo>
                <a:lnTo>
                  <a:pt x="474241" y="195807"/>
                </a:lnTo>
                <a:lnTo>
                  <a:pt x="475430" y="209770"/>
                </a:lnTo>
                <a:lnTo>
                  <a:pt x="475644" y="223667"/>
                </a:lnTo>
                <a:lnTo>
                  <a:pt x="475047" y="237421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21" name="nature-spatial-mechanism-v2-20">
            <a:extLst xmlns:a="http://schemas.openxmlformats.org/drawingml/2006/main">
              <a:ext uri="{FF2B5EF4-FFF2-40B4-BE49-F238E27FC236}">
                <a16:creationId xmlns:a16="http://schemas.microsoft.com/office/drawing/2014/main" id="{10090221-215A-4FCA-A6B1-3DCABEC3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392" y="2142284"/>
            <a:ext cx="190310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11430">
            <a:solidFill>
              <a:srgbClr val="9380B4"/>
            </a:solidFill>
            <a:prstDash val="solid"/>
          </a:ln>
        </p:spPr>
      </p:sp>
      <p:sp>
        <p:nvSpPr>
          <p:cNvPr id="22" name="nature-spatial-mechanism-v2-21">
            <a:extLst xmlns:a="http://schemas.openxmlformats.org/drawingml/2006/main">
              <a:ext uri="{FF2B5EF4-FFF2-40B4-BE49-F238E27FC236}">
                <a16:creationId xmlns:a16="http://schemas.microsoft.com/office/drawing/2014/main" id="{8FD5ED66-B69D-4B59-8CA4-DBA437A8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832" y="2212959"/>
            <a:ext cx="51435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ature-spatial-mechanism-v2-22">
            <a:extLst xmlns:a="http://schemas.openxmlformats.org/drawingml/2006/main">
              <a:ext uri="{FF2B5EF4-FFF2-40B4-BE49-F238E27FC236}">
                <a16:creationId xmlns:a16="http://schemas.microsoft.com/office/drawing/2014/main" id="{1FFDCAD6-299E-48CF-B0D8-6D8B0D5D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57" y="2472044"/>
            <a:ext cx="439122" cy="512681"/>
          </a:xfrm>
          <a:custGeom xmlns:a="http://schemas.openxmlformats.org/drawingml/2006/main">
            <a:pathLst>
              <a:path w="439122" h="512681">
                <a:moveTo>
                  <a:pt x="435373" y="261631"/>
                </a:moveTo>
                <a:lnTo>
                  <a:pt x="438315" y="279365"/>
                </a:lnTo>
                <a:lnTo>
                  <a:pt x="439122" y="297363"/>
                </a:lnTo>
                <a:lnTo>
                  <a:pt x="437647" y="315247"/>
                </a:lnTo>
                <a:lnTo>
                  <a:pt x="433867" y="332624"/>
                </a:lnTo>
                <a:lnTo>
                  <a:pt x="427893" y="349125"/>
                </a:lnTo>
                <a:lnTo>
                  <a:pt x="419953" y="364447"/>
                </a:lnTo>
                <a:lnTo>
                  <a:pt x="410374" y="378382"/>
                </a:lnTo>
                <a:lnTo>
                  <a:pt x="399543" y="390835"/>
                </a:lnTo>
                <a:lnTo>
                  <a:pt x="387874" y="401832"/>
                </a:lnTo>
                <a:lnTo>
                  <a:pt x="375766" y="411510"/>
                </a:lnTo>
                <a:lnTo>
                  <a:pt x="363569" y="420098"/>
                </a:lnTo>
                <a:lnTo>
                  <a:pt x="351555" y="427879"/>
                </a:lnTo>
                <a:lnTo>
                  <a:pt x="339899" y="435156"/>
                </a:lnTo>
                <a:lnTo>
                  <a:pt x="328676" y="442214"/>
                </a:lnTo>
                <a:lnTo>
                  <a:pt x="317870" y="449278"/>
                </a:lnTo>
                <a:lnTo>
                  <a:pt x="307384" y="456492"/>
                </a:lnTo>
                <a:lnTo>
                  <a:pt x="297069" y="463901"/>
                </a:lnTo>
                <a:lnTo>
                  <a:pt x="286753" y="471449"/>
                </a:lnTo>
                <a:lnTo>
                  <a:pt x="276263" y="478989"/>
                </a:lnTo>
                <a:lnTo>
                  <a:pt x="265457" y="486306"/>
                </a:lnTo>
                <a:lnTo>
                  <a:pt x="254237" y="493146"/>
                </a:lnTo>
                <a:lnTo>
                  <a:pt x="242556" y="499251"/>
                </a:lnTo>
                <a:lnTo>
                  <a:pt x="230423" y="504388"/>
                </a:lnTo>
                <a:lnTo>
                  <a:pt x="217890" y="508375"/>
                </a:lnTo>
                <a:lnTo>
                  <a:pt x="205043" y="511099"/>
                </a:lnTo>
                <a:lnTo>
                  <a:pt x="191980" y="512524"/>
                </a:lnTo>
                <a:lnTo>
                  <a:pt x="178796" y="512681"/>
                </a:lnTo>
                <a:lnTo>
                  <a:pt x="165572" y="511655"/>
                </a:lnTo>
                <a:lnTo>
                  <a:pt x="152361" y="509561"/>
                </a:lnTo>
                <a:lnTo>
                  <a:pt x="139193" y="506519"/>
                </a:lnTo>
                <a:lnTo>
                  <a:pt x="126076" y="502629"/>
                </a:lnTo>
                <a:lnTo>
                  <a:pt x="113014" y="497946"/>
                </a:lnTo>
                <a:lnTo>
                  <a:pt x="100017" y="492473"/>
                </a:lnTo>
                <a:lnTo>
                  <a:pt x="87122" y="486156"/>
                </a:lnTo>
                <a:lnTo>
                  <a:pt x="74408" y="478894"/>
                </a:lnTo>
                <a:lnTo>
                  <a:pt x="62004" y="470557"/>
                </a:lnTo>
                <a:lnTo>
                  <a:pt x="50093" y="461012"/>
                </a:lnTo>
                <a:lnTo>
                  <a:pt x="38904" y="450149"/>
                </a:lnTo>
                <a:lnTo>
                  <a:pt x="28696" y="437911"/>
                </a:lnTo>
                <a:lnTo>
                  <a:pt x="19737" y="424313"/>
                </a:lnTo>
                <a:lnTo>
                  <a:pt x="12271" y="409455"/>
                </a:lnTo>
                <a:lnTo>
                  <a:pt x="6496" y="393524"/>
                </a:lnTo>
                <a:lnTo>
                  <a:pt x="2529" y="376781"/>
                </a:lnTo>
                <a:lnTo>
                  <a:pt x="392" y="359539"/>
                </a:lnTo>
                <a:lnTo>
                  <a:pt x="0" y="342134"/>
                </a:lnTo>
                <a:lnTo>
                  <a:pt x="1159" y="324886"/>
                </a:lnTo>
                <a:lnTo>
                  <a:pt x="3582" y="308069"/>
                </a:lnTo>
                <a:lnTo>
                  <a:pt x="6914" y="291875"/>
                </a:lnTo>
                <a:lnTo>
                  <a:pt x="10766" y="276401"/>
                </a:lnTo>
                <a:lnTo>
                  <a:pt x="14749" y="261631"/>
                </a:lnTo>
                <a:lnTo>
                  <a:pt x="18521" y="247452"/>
                </a:lnTo>
                <a:lnTo>
                  <a:pt x="21815" y="233662"/>
                </a:lnTo>
                <a:lnTo>
                  <a:pt x="24473" y="220010"/>
                </a:lnTo>
                <a:lnTo>
                  <a:pt x="26458" y="206226"/>
                </a:lnTo>
                <a:lnTo>
                  <a:pt x="27856" y="192066"/>
                </a:lnTo>
                <a:lnTo>
                  <a:pt x="28867" y="177347"/>
                </a:lnTo>
                <a:lnTo>
                  <a:pt x="29782" y="161978"/>
                </a:lnTo>
                <a:lnTo>
                  <a:pt x="30947" y="145982"/>
                </a:lnTo>
                <a:lnTo>
                  <a:pt x="32729" y="129496"/>
                </a:lnTo>
                <a:lnTo>
                  <a:pt x="35474" y="112766"/>
                </a:lnTo>
                <a:lnTo>
                  <a:pt x="39473" y="96125"/>
                </a:lnTo>
                <a:lnTo>
                  <a:pt x="44933" y="79955"/>
                </a:lnTo>
                <a:lnTo>
                  <a:pt x="51962" y="64655"/>
                </a:lnTo>
                <a:lnTo>
                  <a:pt x="60561" y="50597"/>
                </a:lnTo>
                <a:lnTo>
                  <a:pt x="70634" y="38092"/>
                </a:lnTo>
                <a:lnTo>
                  <a:pt x="82002" y="27359"/>
                </a:lnTo>
                <a:lnTo>
                  <a:pt x="94432" y="18515"/>
                </a:lnTo>
                <a:lnTo>
                  <a:pt x="107660" y="11567"/>
                </a:lnTo>
                <a:lnTo>
                  <a:pt x="121421" y="6426"/>
                </a:lnTo>
                <a:lnTo>
                  <a:pt x="135478" y="2927"/>
                </a:lnTo>
                <a:lnTo>
                  <a:pt x="149632" y="860"/>
                </a:lnTo>
                <a:lnTo>
                  <a:pt x="163739" y="0"/>
                </a:lnTo>
                <a:lnTo>
                  <a:pt x="177704" y="142"/>
                </a:lnTo>
                <a:lnTo>
                  <a:pt x="191479" y="1124"/>
                </a:lnTo>
                <a:lnTo>
                  <a:pt x="205043" y="2845"/>
                </a:lnTo>
                <a:lnTo>
                  <a:pt x="218391" y="5273"/>
                </a:lnTo>
                <a:lnTo>
                  <a:pt x="231514" y="8435"/>
                </a:lnTo>
                <a:lnTo>
                  <a:pt x="244389" y="12403"/>
                </a:lnTo>
                <a:lnTo>
                  <a:pt x="256966" y="17275"/>
                </a:lnTo>
                <a:lnTo>
                  <a:pt x="269173" y="23141"/>
                </a:lnTo>
                <a:lnTo>
                  <a:pt x="280918" y="30066"/>
                </a:lnTo>
                <a:lnTo>
                  <a:pt x="292107" y="38064"/>
                </a:lnTo>
                <a:lnTo>
                  <a:pt x="302654" y="47086"/>
                </a:lnTo>
                <a:lnTo>
                  <a:pt x="312504" y="57023"/>
                </a:lnTo>
                <a:lnTo>
                  <a:pt x="321645" y="67708"/>
                </a:lnTo>
                <a:lnTo>
                  <a:pt x="330120" y="78941"/>
                </a:lnTo>
                <a:lnTo>
                  <a:pt x="338030" y="90511"/>
                </a:lnTo>
                <a:lnTo>
                  <a:pt x="345526" y="102225"/>
                </a:lnTo>
                <a:lnTo>
                  <a:pt x="352793" y="113938"/>
                </a:lnTo>
                <a:lnTo>
                  <a:pt x="360029" y="125568"/>
                </a:lnTo>
                <a:lnTo>
                  <a:pt x="367416" y="137119"/>
                </a:lnTo>
                <a:lnTo>
                  <a:pt x="375091" y="148671"/>
                </a:lnTo>
                <a:lnTo>
                  <a:pt x="383121" y="160377"/>
                </a:lnTo>
                <a:lnTo>
                  <a:pt x="391479" y="172438"/>
                </a:lnTo>
                <a:lnTo>
                  <a:pt x="400037" y="185074"/>
                </a:lnTo>
                <a:lnTo>
                  <a:pt x="408568" y="198488"/>
                </a:lnTo>
                <a:lnTo>
                  <a:pt x="416756" y="212831"/>
                </a:lnTo>
                <a:lnTo>
                  <a:pt x="424222" y="228174"/>
                </a:lnTo>
                <a:lnTo>
                  <a:pt x="430560" y="244487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24" name="nature-spatial-mechanism-v2-23">
            <a:extLst xmlns:a="http://schemas.openxmlformats.org/drawingml/2006/main">
              <a:ext uri="{FF2B5EF4-FFF2-40B4-BE49-F238E27FC236}">
                <a16:creationId xmlns:a16="http://schemas.microsoft.com/office/drawing/2014/main" id="{481680F3-474D-405E-9B5E-A0DB3620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" y="2623185"/>
            <a:ext cx="169164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1430">
            <a:solidFill>
              <a:srgbClr val="4A9086"/>
            </a:solidFill>
            <a:prstDash val="solid"/>
          </a:ln>
        </p:spPr>
      </p:sp>
      <p:sp>
        <p:nvSpPr>
          <p:cNvPr id="25" name="nature-spatial-mechanism-v2-24">
            <a:extLst xmlns:a="http://schemas.openxmlformats.org/drawingml/2006/main">
              <a:ext uri="{FF2B5EF4-FFF2-40B4-BE49-F238E27FC236}">
                <a16:creationId xmlns:a16="http://schemas.microsoft.com/office/drawing/2014/main" id="{7A03BFED-8CF2-484B-A6F4-53A6A8ED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528" y="2700528"/>
            <a:ext cx="45720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nature-spatial-mechanism-v2-25">
            <a:extLst xmlns:a="http://schemas.openxmlformats.org/drawingml/2006/main">
              <a:ext uri="{FF2B5EF4-FFF2-40B4-BE49-F238E27FC236}">
                <a16:creationId xmlns:a16="http://schemas.microsoft.com/office/drawing/2014/main" id="{E7A7AF33-F46B-4402-A5AE-74EEEBBD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456" y="2606175"/>
            <a:ext cx="447413" cy="533386"/>
          </a:xfrm>
          <a:custGeom xmlns:a="http://schemas.openxmlformats.org/drawingml/2006/main">
            <a:pathLst>
              <a:path w="447413" h="533386">
                <a:moveTo>
                  <a:pt x="447352" y="255991"/>
                </a:moveTo>
                <a:lnTo>
                  <a:pt x="447413" y="273052"/>
                </a:lnTo>
                <a:lnTo>
                  <a:pt x="446042" y="290053"/>
                </a:lnTo>
                <a:lnTo>
                  <a:pt x="443097" y="306786"/>
                </a:lnTo>
                <a:lnTo>
                  <a:pt x="438491" y="323015"/>
                </a:lnTo>
                <a:lnTo>
                  <a:pt x="432216" y="338489"/>
                </a:lnTo>
                <a:lnTo>
                  <a:pt x="424350" y="352976"/>
                </a:lnTo>
                <a:lnTo>
                  <a:pt x="415061" y="366288"/>
                </a:lnTo>
                <a:lnTo>
                  <a:pt x="404600" y="378310"/>
                </a:lnTo>
                <a:lnTo>
                  <a:pt x="393278" y="389020"/>
                </a:lnTo>
                <a:lnTo>
                  <a:pt x="381434" y="398503"/>
                </a:lnTo>
                <a:lnTo>
                  <a:pt x="369405" y="406944"/>
                </a:lnTo>
                <a:lnTo>
                  <a:pt x="357491" y="414619"/>
                </a:lnTo>
                <a:lnTo>
                  <a:pt x="345921" y="421863"/>
                </a:lnTo>
                <a:lnTo>
                  <a:pt x="334833" y="429034"/>
                </a:lnTo>
                <a:lnTo>
                  <a:pt x="324258" y="436473"/>
                </a:lnTo>
                <a:lnTo>
                  <a:pt x="314125" y="444456"/>
                </a:lnTo>
                <a:lnTo>
                  <a:pt x="304269" y="453161"/>
                </a:lnTo>
                <a:lnTo>
                  <a:pt x="294460" y="462636"/>
                </a:lnTo>
                <a:lnTo>
                  <a:pt x="284433" y="472787"/>
                </a:lnTo>
                <a:lnTo>
                  <a:pt x="273922" y="483378"/>
                </a:lnTo>
                <a:lnTo>
                  <a:pt x="262702" y="494048"/>
                </a:lnTo>
                <a:lnTo>
                  <a:pt x="250614" y="504342"/>
                </a:lnTo>
                <a:lnTo>
                  <a:pt x="237589" y="513755"/>
                </a:lnTo>
                <a:lnTo>
                  <a:pt x="223660" y="521780"/>
                </a:lnTo>
                <a:lnTo>
                  <a:pt x="208956" y="527955"/>
                </a:lnTo>
                <a:lnTo>
                  <a:pt x="193692" y="531907"/>
                </a:lnTo>
                <a:lnTo>
                  <a:pt x="178142" y="533386"/>
                </a:lnTo>
                <a:lnTo>
                  <a:pt x="162611" y="532285"/>
                </a:lnTo>
                <a:lnTo>
                  <a:pt x="147401" y="528640"/>
                </a:lnTo>
                <a:lnTo>
                  <a:pt x="132778" y="522623"/>
                </a:lnTo>
                <a:lnTo>
                  <a:pt x="118954" y="514513"/>
                </a:lnTo>
                <a:lnTo>
                  <a:pt x="106063" y="504663"/>
                </a:lnTo>
                <a:lnTo>
                  <a:pt x="94163" y="493460"/>
                </a:lnTo>
                <a:lnTo>
                  <a:pt x="83236" y="481285"/>
                </a:lnTo>
                <a:lnTo>
                  <a:pt x="73209" y="468476"/>
                </a:lnTo>
                <a:lnTo>
                  <a:pt x="63969" y="455306"/>
                </a:lnTo>
                <a:lnTo>
                  <a:pt x="55394" y="441963"/>
                </a:lnTo>
                <a:lnTo>
                  <a:pt x="47376" y="428552"/>
                </a:lnTo>
                <a:lnTo>
                  <a:pt x="39838" y="415101"/>
                </a:lnTo>
                <a:lnTo>
                  <a:pt x="32752" y="401582"/>
                </a:lnTo>
                <a:lnTo>
                  <a:pt x="26141" y="387933"/>
                </a:lnTo>
                <a:lnTo>
                  <a:pt x="20071" y="374084"/>
                </a:lnTo>
                <a:lnTo>
                  <a:pt x="14642" y="359978"/>
                </a:lnTo>
                <a:lnTo>
                  <a:pt x="9966" y="345591"/>
                </a:lnTo>
                <a:lnTo>
                  <a:pt x="6142" y="330934"/>
                </a:lnTo>
                <a:lnTo>
                  <a:pt x="3241" y="316059"/>
                </a:lnTo>
                <a:lnTo>
                  <a:pt x="1284" y="301044"/>
                </a:lnTo>
                <a:lnTo>
                  <a:pt x="235" y="285978"/>
                </a:lnTo>
                <a:lnTo>
                  <a:pt x="0" y="270942"/>
                </a:lnTo>
                <a:lnTo>
                  <a:pt x="439" y="255991"/>
                </a:lnTo>
                <a:lnTo>
                  <a:pt x="1382" y="241139"/>
                </a:lnTo>
                <a:lnTo>
                  <a:pt x="2653" y="226352"/>
                </a:lnTo>
                <a:lnTo>
                  <a:pt x="4100" y="211549"/>
                </a:lnTo>
                <a:lnTo>
                  <a:pt x="5619" y="196617"/>
                </a:lnTo>
                <a:lnTo>
                  <a:pt x="7177" y="181430"/>
                </a:lnTo>
                <a:lnTo>
                  <a:pt x="8820" y="165875"/>
                </a:lnTo>
                <a:lnTo>
                  <a:pt x="10682" y="149884"/>
                </a:lnTo>
                <a:lnTo>
                  <a:pt x="12968" y="133457"/>
                </a:lnTo>
                <a:lnTo>
                  <a:pt x="15937" y="116684"/>
                </a:lnTo>
                <a:lnTo>
                  <a:pt x="19873" y="99758"/>
                </a:lnTo>
                <a:lnTo>
                  <a:pt x="25053" y="82971"/>
                </a:lnTo>
                <a:lnTo>
                  <a:pt x="31706" y="66695"/>
                </a:lnTo>
                <a:lnTo>
                  <a:pt x="39988" y="51362"/>
                </a:lnTo>
                <a:lnTo>
                  <a:pt x="49960" y="37418"/>
                </a:lnTo>
                <a:lnTo>
                  <a:pt x="61569" y="25287"/>
                </a:lnTo>
                <a:lnTo>
                  <a:pt x="74657" y="15323"/>
                </a:lnTo>
                <a:lnTo>
                  <a:pt x="88967" y="7774"/>
                </a:lnTo>
                <a:lnTo>
                  <a:pt x="104174" y="2754"/>
                </a:lnTo>
                <a:lnTo>
                  <a:pt x="119913" y="225"/>
                </a:lnTo>
                <a:lnTo>
                  <a:pt x="135818" y="0"/>
                </a:lnTo>
                <a:lnTo>
                  <a:pt x="151559" y="1762"/>
                </a:lnTo>
                <a:lnTo>
                  <a:pt x="166871" y="5090"/>
                </a:lnTo>
                <a:lnTo>
                  <a:pt x="181576" y="9509"/>
                </a:lnTo>
                <a:lnTo>
                  <a:pt x="195598" y="14529"/>
                </a:lnTo>
                <a:lnTo>
                  <a:pt x="208956" y="19701"/>
                </a:lnTo>
                <a:lnTo>
                  <a:pt x="221754" y="24656"/>
                </a:lnTo>
                <a:lnTo>
                  <a:pt x="234156" y="29140"/>
                </a:lnTo>
                <a:lnTo>
                  <a:pt x="246355" y="33034"/>
                </a:lnTo>
                <a:lnTo>
                  <a:pt x="258543" y="36354"/>
                </a:lnTo>
                <a:lnTo>
                  <a:pt x="270882" y="39245"/>
                </a:lnTo>
                <a:lnTo>
                  <a:pt x="283473" y="41950"/>
                </a:lnTo>
                <a:lnTo>
                  <a:pt x="296349" y="44781"/>
                </a:lnTo>
                <a:lnTo>
                  <a:pt x="309465" y="48073"/>
                </a:lnTo>
                <a:lnTo>
                  <a:pt x="322704" y="52151"/>
                </a:lnTo>
                <a:lnTo>
                  <a:pt x="335898" y="57290"/>
                </a:lnTo>
                <a:lnTo>
                  <a:pt x="348842" y="63689"/>
                </a:lnTo>
                <a:lnTo>
                  <a:pt x="361327" y="71462"/>
                </a:lnTo>
                <a:lnTo>
                  <a:pt x="373161" y="80628"/>
                </a:lnTo>
                <a:lnTo>
                  <a:pt x="384190" y="91128"/>
                </a:lnTo>
                <a:lnTo>
                  <a:pt x="394312" y="102838"/>
                </a:lnTo>
                <a:lnTo>
                  <a:pt x="403482" y="115597"/>
                </a:lnTo>
                <a:lnTo>
                  <a:pt x="411704" y="129231"/>
                </a:lnTo>
                <a:lnTo>
                  <a:pt x="419021" y="143574"/>
                </a:lnTo>
                <a:lnTo>
                  <a:pt x="425495" y="158490"/>
                </a:lnTo>
                <a:lnTo>
                  <a:pt x="431181" y="173875"/>
                </a:lnTo>
                <a:lnTo>
                  <a:pt x="436113" y="189662"/>
                </a:lnTo>
                <a:lnTo>
                  <a:pt x="440281" y="205807"/>
                </a:lnTo>
                <a:lnTo>
                  <a:pt x="443624" y="222277"/>
                </a:lnTo>
                <a:lnTo>
                  <a:pt x="446031" y="239028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27" name="nature-spatial-mechanism-v2-26">
            <a:extLst xmlns:a="http://schemas.openxmlformats.org/drawingml/2006/main">
              <a:ext uri="{FF2B5EF4-FFF2-40B4-BE49-F238E27FC236}">
                <a16:creationId xmlns:a16="http://schemas.microsoft.com/office/drawing/2014/main" id="{6EACDDF0-5162-4A90-9BB1-3CA6F9F8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973" y="2751675"/>
            <a:ext cx="179737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1430">
            <a:solidFill>
              <a:srgbClr val="4A9086"/>
            </a:solidFill>
            <a:prstDash val="solid"/>
          </a:ln>
        </p:spPr>
      </p:sp>
      <p:sp>
        <p:nvSpPr>
          <p:cNvPr id="28" name="nature-spatial-mechanism-v2-27">
            <a:extLst xmlns:a="http://schemas.openxmlformats.org/drawingml/2006/main">
              <a:ext uri="{FF2B5EF4-FFF2-40B4-BE49-F238E27FC236}">
                <a16:creationId xmlns:a16="http://schemas.microsoft.com/office/drawing/2014/main" id="{AADF9083-386A-44BA-8E77-788DCD74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55" y="2829018"/>
            <a:ext cx="48578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nature-spatial-mechanism-v2-28">
            <a:extLst xmlns:a="http://schemas.openxmlformats.org/drawingml/2006/main">
              <a:ext uri="{FF2B5EF4-FFF2-40B4-BE49-F238E27FC236}">
                <a16:creationId xmlns:a16="http://schemas.microsoft.com/office/drawing/2014/main" id="{E8B5A373-72E3-4701-9117-1C54BEC5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995" y="2562164"/>
            <a:ext cx="487508" cy="520759"/>
          </a:xfrm>
          <a:custGeom xmlns:a="http://schemas.openxmlformats.org/drawingml/2006/main">
            <a:pathLst>
              <a:path w="487508" h="520759">
                <a:moveTo>
                  <a:pt x="476903" y="240253"/>
                </a:moveTo>
                <a:lnTo>
                  <a:pt x="473234" y="255626"/>
                </a:lnTo>
                <a:lnTo>
                  <a:pt x="469471" y="270611"/>
                </a:lnTo>
                <a:lnTo>
                  <a:pt x="465623" y="285307"/>
                </a:lnTo>
                <a:lnTo>
                  <a:pt x="461625" y="299791"/>
                </a:lnTo>
                <a:lnTo>
                  <a:pt x="457354" y="314107"/>
                </a:lnTo>
                <a:lnTo>
                  <a:pt x="452656" y="328249"/>
                </a:lnTo>
                <a:lnTo>
                  <a:pt x="447378" y="342170"/>
                </a:lnTo>
                <a:lnTo>
                  <a:pt x="441390" y="355786"/>
                </a:lnTo>
                <a:lnTo>
                  <a:pt x="434607" y="368996"/>
                </a:lnTo>
                <a:lnTo>
                  <a:pt x="426995" y="381705"/>
                </a:lnTo>
                <a:lnTo>
                  <a:pt x="418578" y="393837"/>
                </a:lnTo>
                <a:lnTo>
                  <a:pt x="409425" y="405360"/>
                </a:lnTo>
                <a:lnTo>
                  <a:pt x="399638" y="416289"/>
                </a:lnTo>
                <a:lnTo>
                  <a:pt x="389325" y="426687"/>
                </a:lnTo>
                <a:lnTo>
                  <a:pt x="378585" y="436657"/>
                </a:lnTo>
                <a:lnTo>
                  <a:pt x="367485" y="446320"/>
                </a:lnTo>
                <a:lnTo>
                  <a:pt x="356050" y="455789"/>
                </a:lnTo>
                <a:lnTo>
                  <a:pt x="344257" y="465144"/>
                </a:lnTo>
                <a:lnTo>
                  <a:pt x="332043" y="474403"/>
                </a:lnTo>
                <a:lnTo>
                  <a:pt x="319316" y="483502"/>
                </a:lnTo>
                <a:lnTo>
                  <a:pt x="305978" y="492286"/>
                </a:lnTo>
                <a:lnTo>
                  <a:pt x="291952" y="500507"/>
                </a:lnTo>
                <a:lnTo>
                  <a:pt x="277202" y="507838"/>
                </a:lnTo>
                <a:lnTo>
                  <a:pt x="261759" y="513904"/>
                </a:lnTo>
                <a:lnTo>
                  <a:pt x="245730" y="518313"/>
                </a:lnTo>
                <a:lnTo>
                  <a:pt x="229303" y="520698"/>
                </a:lnTo>
                <a:lnTo>
                  <a:pt x="212737" y="520759"/>
                </a:lnTo>
                <a:lnTo>
                  <a:pt x="196348" y="518299"/>
                </a:lnTo>
                <a:lnTo>
                  <a:pt x="180469" y="513253"/>
                </a:lnTo>
                <a:lnTo>
                  <a:pt x="165430" y="505697"/>
                </a:lnTo>
                <a:lnTo>
                  <a:pt x="151510" y="495851"/>
                </a:lnTo>
                <a:lnTo>
                  <a:pt x="138915" y="484061"/>
                </a:lnTo>
                <a:lnTo>
                  <a:pt x="127745" y="470764"/>
                </a:lnTo>
                <a:lnTo>
                  <a:pt x="117987" y="456453"/>
                </a:lnTo>
                <a:lnTo>
                  <a:pt x="109515" y="441624"/>
                </a:lnTo>
                <a:lnTo>
                  <a:pt x="102099" y="426733"/>
                </a:lnTo>
                <a:lnTo>
                  <a:pt x="95437" y="412153"/>
                </a:lnTo>
                <a:lnTo>
                  <a:pt x="89188" y="398145"/>
                </a:lnTo>
                <a:lnTo>
                  <a:pt x="83010" y="384838"/>
                </a:lnTo>
                <a:lnTo>
                  <a:pt x="76606" y="372230"/>
                </a:lnTo>
                <a:lnTo>
                  <a:pt x="69760" y="360199"/>
                </a:lnTo>
                <a:lnTo>
                  <a:pt x="62356" y="348531"/>
                </a:lnTo>
                <a:lnTo>
                  <a:pt x="54403" y="336953"/>
                </a:lnTo>
                <a:lnTo>
                  <a:pt x="46028" y="325177"/>
                </a:lnTo>
                <a:lnTo>
                  <a:pt x="37466" y="312934"/>
                </a:lnTo>
                <a:lnTo>
                  <a:pt x="29030" y="300013"/>
                </a:lnTo>
                <a:lnTo>
                  <a:pt x="21084" y="286281"/>
                </a:lnTo>
                <a:lnTo>
                  <a:pt x="13997" y="271696"/>
                </a:lnTo>
                <a:lnTo>
                  <a:pt x="8109" y="256310"/>
                </a:lnTo>
                <a:lnTo>
                  <a:pt x="3701" y="240253"/>
                </a:lnTo>
                <a:lnTo>
                  <a:pt x="966" y="223713"/>
                </a:lnTo>
                <a:lnTo>
                  <a:pt x="0" y="206910"/>
                </a:lnTo>
                <a:lnTo>
                  <a:pt x="803" y="190069"/>
                </a:lnTo>
                <a:lnTo>
                  <a:pt x="3290" y="173394"/>
                </a:lnTo>
                <a:lnTo>
                  <a:pt x="7312" y="157048"/>
                </a:lnTo>
                <a:lnTo>
                  <a:pt x="12684" y="141149"/>
                </a:lnTo>
                <a:lnTo>
                  <a:pt x="19212" y="125766"/>
                </a:lnTo>
                <a:lnTo>
                  <a:pt x="26720" y="110933"/>
                </a:lnTo>
                <a:lnTo>
                  <a:pt x="35069" y="96660"/>
                </a:lnTo>
                <a:lnTo>
                  <a:pt x="44166" y="82960"/>
                </a:lnTo>
                <a:lnTo>
                  <a:pt x="53969" y="69864"/>
                </a:lnTo>
                <a:lnTo>
                  <a:pt x="64476" y="57436"/>
                </a:lnTo>
                <a:lnTo>
                  <a:pt x="75709" y="45787"/>
                </a:lnTo>
                <a:lnTo>
                  <a:pt x="87695" y="35071"/>
                </a:lnTo>
                <a:lnTo>
                  <a:pt x="100444" y="25471"/>
                </a:lnTo>
                <a:lnTo>
                  <a:pt x="113931" y="17187"/>
                </a:lnTo>
                <a:lnTo>
                  <a:pt x="128083" y="10402"/>
                </a:lnTo>
                <a:lnTo>
                  <a:pt x="142777" y="5262"/>
                </a:lnTo>
                <a:lnTo>
                  <a:pt x="157845" y="1840"/>
                </a:lnTo>
                <a:lnTo>
                  <a:pt x="173088" y="124"/>
                </a:lnTo>
                <a:lnTo>
                  <a:pt x="188298" y="0"/>
                </a:lnTo>
                <a:lnTo>
                  <a:pt x="203283" y="1255"/>
                </a:lnTo>
                <a:lnTo>
                  <a:pt x="217894" y="3592"/>
                </a:lnTo>
                <a:lnTo>
                  <a:pt x="232047" y="6653"/>
                </a:lnTo>
                <a:lnTo>
                  <a:pt x="245730" y="10059"/>
                </a:lnTo>
                <a:lnTo>
                  <a:pt x="259015" y="13447"/>
                </a:lnTo>
                <a:lnTo>
                  <a:pt x="272045" y="16513"/>
                </a:lnTo>
                <a:lnTo>
                  <a:pt x="285017" y="19048"/>
                </a:lnTo>
                <a:lnTo>
                  <a:pt x="298150" y="20966"/>
                </a:lnTo>
                <a:lnTo>
                  <a:pt x="311657" y="22318"/>
                </a:lnTo>
                <a:lnTo>
                  <a:pt x="325708" y="23288"/>
                </a:lnTo>
                <a:lnTo>
                  <a:pt x="340394" y="24179"/>
                </a:lnTo>
                <a:lnTo>
                  <a:pt x="355711" y="25378"/>
                </a:lnTo>
                <a:lnTo>
                  <a:pt x="371542" y="27320"/>
                </a:lnTo>
                <a:lnTo>
                  <a:pt x="387656" y="30438"/>
                </a:lnTo>
                <a:lnTo>
                  <a:pt x="403730" y="35116"/>
                </a:lnTo>
                <a:lnTo>
                  <a:pt x="419367" y="41652"/>
                </a:lnTo>
                <a:lnTo>
                  <a:pt x="434137" y="50221"/>
                </a:lnTo>
                <a:lnTo>
                  <a:pt x="447618" y="60865"/>
                </a:lnTo>
                <a:lnTo>
                  <a:pt x="459435" y="73486"/>
                </a:lnTo>
                <a:lnTo>
                  <a:pt x="469297" y="87863"/>
                </a:lnTo>
                <a:lnTo>
                  <a:pt x="477026" y="103678"/>
                </a:lnTo>
                <a:lnTo>
                  <a:pt x="482569" y="120549"/>
                </a:lnTo>
                <a:lnTo>
                  <a:pt x="486001" y="138076"/>
                </a:lnTo>
                <a:lnTo>
                  <a:pt x="487508" y="155875"/>
                </a:lnTo>
                <a:lnTo>
                  <a:pt x="487366" y="173616"/>
                </a:lnTo>
                <a:lnTo>
                  <a:pt x="485904" y="191043"/>
                </a:lnTo>
                <a:lnTo>
                  <a:pt x="483467" y="207995"/>
                </a:lnTo>
                <a:lnTo>
                  <a:pt x="480378" y="224396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30" name="nature-spatial-mechanism-v2-29">
            <a:extLst xmlns:a="http://schemas.openxmlformats.org/drawingml/2006/main">
              <a:ext uri="{FF2B5EF4-FFF2-40B4-BE49-F238E27FC236}">
                <a16:creationId xmlns:a16="http://schemas.microsoft.com/office/drawing/2014/main" id="{F5958C41-BFAF-46E8-BF5D-C183F2CA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42" y="2691927"/>
            <a:ext cx="190310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31" name="nature-spatial-mechanism-v2-30">
            <a:extLst xmlns:a="http://schemas.openxmlformats.org/drawingml/2006/main">
              <a:ext uri="{FF2B5EF4-FFF2-40B4-BE49-F238E27FC236}">
                <a16:creationId xmlns:a16="http://schemas.microsoft.com/office/drawing/2014/main" id="{21B06761-DCA6-4CDD-AEB5-E7702E2E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582" y="2769270"/>
            <a:ext cx="51435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nature-spatial-mechanism-v2-31">
            <a:extLst xmlns:a="http://schemas.openxmlformats.org/drawingml/2006/main">
              <a:ext uri="{FF2B5EF4-FFF2-40B4-BE49-F238E27FC236}">
                <a16:creationId xmlns:a16="http://schemas.microsoft.com/office/drawing/2014/main" id="{17735021-86EA-4313-B92B-DB710310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475" y="2395027"/>
            <a:ext cx="440679" cy="510125"/>
          </a:xfrm>
          <a:custGeom xmlns:a="http://schemas.openxmlformats.org/drawingml/2006/main">
            <a:pathLst>
              <a:path w="440679" h="510125">
                <a:moveTo>
                  <a:pt x="424738" y="246934"/>
                </a:moveTo>
                <a:lnTo>
                  <a:pt x="420775" y="261156"/>
                </a:lnTo>
                <a:lnTo>
                  <a:pt x="417307" y="274961"/>
                </a:lnTo>
                <a:lnTo>
                  <a:pt x="414483" y="288605"/>
                </a:lnTo>
                <a:lnTo>
                  <a:pt x="412327" y="302353"/>
                </a:lnTo>
                <a:lnTo>
                  <a:pt x="410742" y="316443"/>
                </a:lnTo>
                <a:lnTo>
                  <a:pt x="409518" y="331048"/>
                </a:lnTo>
                <a:lnTo>
                  <a:pt x="408367" y="346250"/>
                </a:lnTo>
                <a:lnTo>
                  <a:pt x="406946" y="362019"/>
                </a:lnTo>
                <a:lnTo>
                  <a:pt x="404903" y="378218"/>
                </a:lnTo>
                <a:lnTo>
                  <a:pt x="401911" y="394608"/>
                </a:lnTo>
                <a:lnTo>
                  <a:pt x="397702" y="410874"/>
                </a:lnTo>
                <a:lnTo>
                  <a:pt x="392091" y="426661"/>
                </a:lnTo>
                <a:lnTo>
                  <a:pt x="384990" y="441606"/>
                </a:lnTo>
                <a:lnTo>
                  <a:pt x="376408" y="455378"/>
                </a:lnTo>
                <a:lnTo>
                  <a:pt x="366446" y="467709"/>
                </a:lnTo>
                <a:lnTo>
                  <a:pt x="355275" y="478417"/>
                </a:lnTo>
                <a:lnTo>
                  <a:pt x="343112" y="487416"/>
                </a:lnTo>
                <a:lnTo>
                  <a:pt x="330193" y="494714"/>
                </a:lnTo>
                <a:lnTo>
                  <a:pt x="316751" y="500397"/>
                </a:lnTo>
                <a:lnTo>
                  <a:pt x="302989" y="504611"/>
                </a:lnTo>
                <a:lnTo>
                  <a:pt x="289073" y="507529"/>
                </a:lnTo>
                <a:lnTo>
                  <a:pt x="275123" y="509319"/>
                </a:lnTo>
                <a:lnTo>
                  <a:pt x="261216" y="510125"/>
                </a:lnTo>
                <a:lnTo>
                  <a:pt x="247399" y="510037"/>
                </a:lnTo>
                <a:lnTo>
                  <a:pt x="233700" y="509087"/>
                </a:lnTo>
                <a:lnTo>
                  <a:pt x="220146" y="507251"/>
                </a:lnTo>
                <a:lnTo>
                  <a:pt x="206776" y="504456"/>
                </a:lnTo>
                <a:lnTo>
                  <a:pt x="193653" y="500603"/>
                </a:lnTo>
                <a:lnTo>
                  <a:pt x="180863" y="495592"/>
                </a:lnTo>
                <a:lnTo>
                  <a:pt x="168514" y="489350"/>
                </a:lnTo>
                <a:lnTo>
                  <a:pt x="156726" y="481849"/>
                </a:lnTo>
                <a:lnTo>
                  <a:pt x="145612" y="473129"/>
                </a:lnTo>
                <a:lnTo>
                  <a:pt x="135260" y="463300"/>
                </a:lnTo>
                <a:lnTo>
                  <a:pt x="125715" y="452539"/>
                </a:lnTo>
                <a:lnTo>
                  <a:pt x="116968" y="441073"/>
                </a:lnTo>
                <a:lnTo>
                  <a:pt x="108944" y="429156"/>
                </a:lnTo>
                <a:lnTo>
                  <a:pt x="101503" y="417037"/>
                </a:lnTo>
                <a:lnTo>
                  <a:pt x="94458" y="404932"/>
                </a:lnTo>
                <a:lnTo>
                  <a:pt x="87585" y="392993"/>
                </a:lnTo>
                <a:lnTo>
                  <a:pt x="80658" y="381290"/>
                </a:lnTo>
                <a:lnTo>
                  <a:pt x="73476" y="369799"/>
                </a:lnTo>
                <a:lnTo>
                  <a:pt x="65894" y="358405"/>
                </a:lnTo>
                <a:lnTo>
                  <a:pt x="57850" y="346922"/>
                </a:lnTo>
                <a:lnTo>
                  <a:pt x="49383" y="335114"/>
                </a:lnTo>
                <a:lnTo>
                  <a:pt x="40642" y="322731"/>
                </a:lnTo>
                <a:lnTo>
                  <a:pt x="31881" y="309548"/>
                </a:lnTo>
                <a:lnTo>
                  <a:pt x="23440" y="295399"/>
                </a:lnTo>
                <a:lnTo>
                  <a:pt x="15720" y="280208"/>
                </a:lnTo>
                <a:lnTo>
                  <a:pt x="9143" y="264005"/>
                </a:lnTo>
                <a:lnTo>
                  <a:pt x="4114" y="246934"/>
                </a:lnTo>
                <a:lnTo>
                  <a:pt x="981" y="229242"/>
                </a:lnTo>
                <a:lnTo>
                  <a:pt x="0" y="211260"/>
                </a:lnTo>
                <a:lnTo>
                  <a:pt x="1309" y="193368"/>
                </a:lnTo>
                <a:lnTo>
                  <a:pt x="4918" y="175955"/>
                </a:lnTo>
                <a:lnTo>
                  <a:pt x="10704" y="159384"/>
                </a:lnTo>
                <a:lnTo>
                  <a:pt x="18432" y="143947"/>
                </a:lnTo>
                <a:lnTo>
                  <a:pt x="27775" y="129846"/>
                </a:lnTo>
                <a:lnTo>
                  <a:pt x="38350" y="117166"/>
                </a:lnTo>
                <a:lnTo>
                  <a:pt x="49758" y="105882"/>
                </a:lnTo>
                <a:lnTo>
                  <a:pt x="61619" y="95864"/>
                </a:lnTo>
                <a:lnTo>
                  <a:pt x="73606" y="86901"/>
                </a:lnTo>
                <a:lnTo>
                  <a:pt x="85470" y="78737"/>
                </a:lnTo>
                <a:lnTo>
                  <a:pt x="97053" y="71105"/>
                </a:lnTo>
                <a:lnTo>
                  <a:pt x="108292" y="63761"/>
                </a:lnTo>
                <a:lnTo>
                  <a:pt x="119210" y="56523"/>
                </a:lnTo>
                <a:lnTo>
                  <a:pt x="129894" y="49284"/>
                </a:lnTo>
                <a:lnTo>
                  <a:pt x="140475" y="42030"/>
                </a:lnTo>
                <a:lnTo>
                  <a:pt x="151100" y="34832"/>
                </a:lnTo>
                <a:lnTo>
                  <a:pt x="161908" y="27835"/>
                </a:lnTo>
                <a:lnTo>
                  <a:pt x="173009" y="21233"/>
                </a:lnTo>
                <a:lnTo>
                  <a:pt x="184468" y="15242"/>
                </a:lnTo>
                <a:lnTo>
                  <a:pt x="196305" y="10068"/>
                </a:lnTo>
                <a:lnTo>
                  <a:pt x="208498" y="5879"/>
                </a:lnTo>
                <a:lnTo>
                  <a:pt x="220987" y="2786"/>
                </a:lnTo>
                <a:lnTo>
                  <a:pt x="233700" y="833"/>
                </a:lnTo>
                <a:lnTo>
                  <a:pt x="246557" y="0"/>
                </a:lnTo>
                <a:lnTo>
                  <a:pt x="259494" y="210"/>
                </a:lnTo>
                <a:lnTo>
                  <a:pt x="272470" y="1352"/>
                </a:lnTo>
                <a:lnTo>
                  <a:pt x="285468" y="3306"/>
                </a:lnTo>
                <a:lnTo>
                  <a:pt x="298494" y="5971"/>
                </a:lnTo>
                <a:lnTo>
                  <a:pt x="311568" y="9286"/>
                </a:lnTo>
                <a:lnTo>
                  <a:pt x="324705" y="13247"/>
                </a:lnTo>
                <a:lnTo>
                  <a:pt x="337897" y="17914"/>
                </a:lnTo>
                <a:lnTo>
                  <a:pt x="351097" y="23406"/>
                </a:lnTo>
                <a:lnTo>
                  <a:pt x="364205" y="29887"/>
                </a:lnTo>
                <a:lnTo>
                  <a:pt x="377060" y="37539"/>
                </a:lnTo>
                <a:lnTo>
                  <a:pt x="389440" y="46536"/>
                </a:lnTo>
                <a:lnTo>
                  <a:pt x="401079" y="57008"/>
                </a:lnTo>
                <a:lnTo>
                  <a:pt x="411681" y="69020"/>
                </a:lnTo>
                <a:lnTo>
                  <a:pt x="420950" y="82546"/>
                </a:lnTo>
                <a:lnTo>
                  <a:pt x="428621" y="97463"/>
                </a:lnTo>
                <a:lnTo>
                  <a:pt x="434490" y="113552"/>
                </a:lnTo>
                <a:lnTo>
                  <a:pt x="438442" y="130518"/>
                </a:lnTo>
                <a:lnTo>
                  <a:pt x="440469" y="148013"/>
                </a:lnTo>
                <a:lnTo>
                  <a:pt x="440679" y="165672"/>
                </a:lnTo>
                <a:lnTo>
                  <a:pt x="439290" y="183150"/>
                </a:lnTo>
                <a:lnTo>
                  <a:pt x="436614" y="200162"/>
                </a:lnTo>
                <a:lnTo>
                  <a:pt x="433027" y="216507"/>
                </a:lnTo>
                <a:lnTo>
                  <a:pt x="428937" y="232092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33" name="nature-spatial-mechanism-v2-32">
            <a:extLst xmlns:a="http://schemas.openxmlformats.org/drawingml/2006/main">
              <a:ext uri="{FF2B5EF4-FFF2-40B4-BE49-F238E27FC236}">
                <a16:creationId xmlns:a16="http://schemas.microsoft.com/office/drawing/2014/main" id="{B2249840-4478-4461-8C88-778E9BB7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879" y="2531471"/>
            <a:ext cx="169164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34" name="nature-spatial-mechanism-v2-33">
            <a:extLst xmlns:a="http://schemas.openxmlformats.org/drawingml/2006/main">
              <a:ext uri="{FF2B5EF4-FFF2-40B4-BE49-F238E27FC236}">
                <a16:creationId xmlns:a16="http://schemas.microsoft.com/office/drawing/2014/main" id="{EE31A8A5-DD6D-48D1-BA99-F8C5DC34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603" y="2608814"/>
            <a:ext cx="45720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nature-spatial-mechanism-v2-34">
            <a:extLst xmlns:a="http://schemas.openxmlformats.org/drawingml/2006/main">
              <a:ext uri="{FF2B5EF4-FFF2-40B4-BE49-F238E27FC236}">
                <a16:creationId xmlns:a16="http://schemas.microsoft.com/office/drawing/2014/main" id="{A5B1A25C-AE36-4E6E-AB7F-9E78CE0B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420" y="2341194"/>
            <a:ext cx="449219" cy="532078"/>
          </a:xfrm>
          <a:custGeom xmlns:a="http://schemas.openxmlformats.org/drawingml/2006/main">
            <a:pathLst>
              <a:path w="449219" h="532078">
                <a:moveTo>
                  <a:pt x="447521" y="274672"/>
                </a:moveTo>
                <a:lnTo>
                  <a:pt x="446031" y="289338"/>
                </a:lnTo>
                <a:lnTo>
                  <a:pt x="444390" y="303883"/>
                </a:lnTo>
                <a:lnTo>
                  <a:pt x="442762" y="318429"/>
                </a:lnTo>
                <a:lnTo>
                  <a:pt x="441247" y="333124"/>
                </a:lnTo>
                <a:lnTo>
                  <a:pt x="439860" y="348129"/>
                </a:lnTo>
                <a:lnTo>
                  <a:pt x="438520" y="363580"/>
                </a:lnTo>
                <a:lnTo>
                  <a:pt x="437057" y="379556"/>
                </a:lnTo>
                <a:lnTo>
                  <a:pt x="435221" y="396059"/>
                </a:lnTo>
                <a:lnTo>
                  <a:pt x="432713" y="412987"/>
                </a:lnTo>
                <a:lnTo>
                  <a:pt x="429212" y="430130"/>
                </a:lnTo>
                <a:lnTo>
                  <a:pt x="424419" y="447173"/>
                </a:lnTo>
                <a:lnTo>
                  <a:pt x="418085" y="463719"/>
                </a:lnTo>
                <a:lnTo>
                  <a:pt x="410049" y="479318"/>
                </a:lnTo>
                <a:lnTo>
                  <a:pt x="400255" y="493508"/>
                </a:lnTo>
                <a:lnTo>
                  <a:pt x="388763" y="505860"/>
                </a:lnTo>
                <a:lnTo>
                  <a:pt x="375746" y="516019"/>
                </a:lnTo>
                <a:lnTo>
                  <a:pt x="361471" y="523746"/>
                </a:lnTo>
                <a:lnTo>
                  <a:pt x="346277" y="528940"/>
                </a:lnTo>
                <a:lnTo>
                  <a:pt x="330534" y="531652"/>
                </a:lnTo>
                <a:lnTo>
                  <a:pt x="314610" y="532078"/>
                </a:lnTo>
                <a:lnTo>
                  <a:pt x="298835" y="530541"/>
                </a:lnTo>
                <a:lnTo>
                  <a:pt x="283469" y="527458"/>
                </a:lnTo>
                <a:lnTo>
                  <a:pt x="268685" y="523293"/>
                </a:lnTo>
                <a:lnTo>
                  <a:pt x="254557" y="518513"/>
                </a:lnTo>
                <a:lnTo>
                  <a:pt x="241068" y="513539"/>
                </a:lnTo>
                <a:lnTo>
                  <a:pt x="228121" y="508709"/>
                </a:lnTo>
                <a:lnTo>
                  <a:pt x="215566" y="504246"/>
                </a:lnTo>
                <a:lnTo>
                  <a:pt x="203231" y="500246"/>
                </a:lnTo>
                <a:lnTo>
                  <a:pt x="190946" y="496677"/>
                </a:lnTo>
                <a:lnTo>
                  <a:pt x="178579" y="493392"/>
                </a:lnTo>
                <a:lnTo>
                  <a:pt x="166047" y="490160"/>
                </a:lnTo>
                <a:lnTo>
                  <a:pt x="153337" y="486698"/>
                </a:lnTo>
                <a:lnTo>
                  <a:pt x="140501" y="482710"/>
                </a:lnTo>
                <a:lnTo>
                  <a:pt x="127649" y="477921"/>
                </a:lnTo>
                <a:lnTo>
                  <a:pt x="114934" y="472110"/>
                </a:lnTo>
                <a:lnTo>
                  <a:pt x="102526" y="465127"/>
                </a:lnTo>
                <a:lnTo>
                  <a:pt x="90594" y="456905"/>
                </a:lnTo>
                <a:lnTo>
                  <a:pt x="79281" y="447453"/>
                </a:lnTo>
                <a:lnTo>
                  <a:pt x="68689" y="436849"/>
                </a:lnTo>
                <a:lnTo>
                  <a:pt x="58874" y="425213"/>
                </a:lnTo>
                <a:lnTo>
                  <a:pt x="49840" y="412686"/>
                </a:lnTo>
                <a:lnTo>
                  <a:pt x="41557" y="399409"/>
                </a:lnTo>
                <a:lnTo>
                  <a:pt x="33972" y="385500"/>
                </a:lnTo>
                <a:lnTo>
                  <a:pt x="27035" y="371045"/>
                </a:lnTo>
                <a:lnTo>
                  <a:pt x="20715" y="356097"/>
                </a:lnTo>
                <a:lnTo>
                  <a:pt x="15022" y="340677"/>
                </a:lnTo>
                <a:lnTo>
                  <a:pt x="10020" y="324797"/>
                </a:lnTo>
                <a:lnTo>
                  <a:pt x="5830" y="308469"/>
                </a:lnTo>
                <a:lnTo>
                  <a:pt x="2624" y="291733"/>
                </a:lnTo>
                <a:lnTo>
                  <a:pt x="608" y="274672"/>
                </a:lnTo>
                <a:lnTo>
                  <a:pt x="0" y="257424"/>
                </a:lnTo>
                <a:lnTo>
                  <a:pt x="1001" y="240182"/>
                </a:lnTo>
                <a:lnTo>
                  <a:pt x="3765" y="223191"/>
                </a:lnTo>
                <a:lnTo>
                  <a:pt x="8375" y="206727"/>
                </a:lnTo>
                <a:lnTo>
                  <a:pt x="14820" y="191070"/>
                </a:lnTo>
                <a:lnTo>
                  <a:pt x="22991" y="176479"/>
                </a:lnTo>
                <a:lnTo>
                  <a:pt x="32678" y="163152"/>
                </a:lnTo>
                <a:lnTo>
                  <a:pt x="43588" y="151206"/>
                </a:lnTo>
                <a:lnTo>
                  <a:pt x="55372" y="140651"/>
                </a:lnTo>
                <a:lnTo>
                  <a:pt x="67652" y="131385"/>
                </a:lnTo>
                <a:lnTo>
                  <a:pt x="80067" y="123199"/>
                </a:lnTo>
                <a:lnTo>
                  <a:pt x="92300" y="115795"/>
                </a:lnTo>
                <a:lnTo>
                  <a:pt x="104116" y="108817"/>
                </a:lnTo>
                <a:lnTo>
                  <a:pt x="115382" y="101892"/>
                </a:lnTo>
                <a:lnTo>
                  <a:pt x="126074" y="94674"/>
                </a:lnTo>
                <a:lnTo>
                  <a:pt x="136278" y="86886"/>
                </a:lnTo>
                <a:lnTo>
                  <a:pt x="146169" y="78360"/>
                </a:lnTo>
                <a:lnTo>
                  <a:pt x="155990" y="69058"/>
                </a:lnTo>
                <a:lnTo>
                  <a:pt x="166014" y="59089"/>
                </a:lnTo>
                <a:lnTo>
                  <a:pt x="176506" y="48700"/>
                </a:lnTo>
                <a:lnTo>
                  <a:pt x="187692" y="38255"/>
                </a:lnTo>
                <a:lnTo>
                  <a:pt x="199726" y="28207"/>
                </a:lnTo>
                <a:lnTo>
                  <a:pt x="212672" y="19047"/>
                </a:lnTo>
                <a:lnTo>
                  <a:pt x="226496" y="11262"/>
                </a:lnTo>
                <a:lnTo>
                  <a:pt x="241068" y="5285"/>
                </a:lnTo>
                <a:lnTo>
                  <a:pt x="256183" y="1458"/>
                </a:lnTo>
                <a:lnTo>
                  <a:pt x="271579" y="0"/>
                </a:lnTo>
                <a:lnTo>
                  <a:pt x="286974" y="995"/>
                </a:lnTo>
                <a:lnTo>
                  <a:pt x="302089" y="4390"/>
                </a:lnTo>
                <a:lnTo>
                  <a:pt x="316682" y="10014"/>
                </a:lnTo>
                <a:lnTo>
                  <a:pt x="330567" y="17598"/>
                </a:lnTo>
                <a:lnTo>
                  <a:pt x="343624" y="26817"/>
                </a:lnTo>
                <a:lnTo>
                  <a:pt x="355803" y="37324"/>
                </a:lnTo>
                <a:lnTo>
                  <a:pt x="367117" y="48788"/>
                </a:lnTo>
                <a:lnTo>
                  <a:pt x="377623" y="60924"/>
                </a:lnTo>
                <a:lnTo>
                  <a:pt x="387399" y="73511"/>
                </a:lnTo>
                <a:lnTo>
                  <a:pt x="396527" y="86403"/>
                </a:lnTo>
                <a:lnTo>
                  <a:pt x="405066" y="99530"/>
                </a:lnTo>
                <a:lnTo>
                  <a:pt x="413042" y="112876"/>
                </a:lnTo>
                <a:lnTo>
                  <a:pt x="420434" y="126469"/>
                </a:lnTo>
                <a:lnTo>
                  <a:pt x="427181" y="140350"/>
                </a:lnTo>
                <a:lnTo>
                  <a:pt x="433189" y="154556"/>
                </a:lnTo>
                <a:lnTo>
                  <a:pt x="438351" y="169096"/>
                </a:lnTo>
                <a:lnTo>
                  <a:pt x="442564" y="183944"/>
                </a:lnTo>
                <a:lnTo>
                  <a:pt x="445754" y="199038"/>
                </a:lnTo>
                <a:lnTo>
                  <a:pt x="447894" y="214280"/>
                </a:lnTo>
                <a:lnTo>
                  <a:pt x="449017" y="229559"/>
                </a:lnTo>
                <a:lnTo>
                  <a:pt x="449219" y="244768"/>
                </a:lnTo>
                <a:lnTo>
                  <a:pt x="448656" y="259820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36" name="nature-spatial-mechanism-v2-35">
            <a:extLst xmlns:a="http://schemas.openxmlformats.org/drawingml/2006/main">
              <a:ext uri="{FF2B5EF4-FFF2-40B4-BE49-F238E27FC236}">
                <a16:creationId xmlns:a16="http://schemas.microsoft.com/office/drawing/2014/main" id="{C0B6FA46-2527-4833-845E-42DDAD77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048" y="2505376"/>
            <a:ext cx="179737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37" name="nature-spatial-mechanism-v2-36">
            <a:extLst xmlns:a="http://schemas.openxmlformats.org/drawingml/2006/main">
              <a:ext uri="{FF2B5EF4-FFF2-40B4-BE49-F238E27FC236}">
                <a16:creationId xmlns:a16="http://schemas.microsoft.com/office/drawing/2014/main" id="{49778DE1-B2DD-4E60-9AD3-3583A842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630" y="2582719"/>
            <a:ext cx="48578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nature-spatial-mechanism-v2-37">
            <a:extLst xmlns:a="http://schemas.openxmlformats.org/drawingml/2006/main">
              <a:ext uri="{FF2B5EF4-FFF2-40B4-BE49-F238E27FC236}">
                <a16:creationId xmlns:a16="http://schemas.microsoft.com/office/drawing/2014/main" id="{ECD4FC58-9A9B-42DD-B1CA-3AEA9022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515" y="2480473"/>
            <a:ext cx="484176" cy="524573"/>
          </a:xfrm>
          <a:custGeom xmlns:a="http://schemas.openxmlformats.org/drawingml/2006/main">
            <a:pathLst>
              <a:path w="484176" h="524573">
                <a:moveTo>
                  <a:pt x="481115" y="281889"/>
                </a:moveTo>
                <a:lnTo>
                  <a:pt x="483439" y="298185"/>
                </a:lnTo>
                <a:lnTo>
                  <a:pt x="484176" y="314710"/>
                </a:lnTo>
                <a:lnTo>
                  <a:pt x="483353" y="331281"/>
                </a:lnTo>
                <a:lnTo>
                  <a:pt x="481064" y="347738"/>
                </a:lnTo>
                <a:lnTo>
                  <a:pt x="477448" y="363958"/>
                </a:lnTo>
                <a:lnTo>
                  <a:pt x="472662" y="379858"/>
                </a:lnTo>
                <a:lnTo>
                  <a:pt x="466856" y="395392"/>
                </a:lnTo>
                <a:lnTo>
                  <a:pt x="460150" y="410533"/>
                </a:lnTo>
                <a:lnTo>
                  <a:pt x="452622" y="425260"/>
                </a:lnTo>
                <a:lnTo>
                  <a:pt x="444302" y="439535"/>
                </a:lnTo>
                <a:lnTo>
                  <a:pt x="435177" y="453283"/>
                </a:lnTo>
                <a:lnTo>
                  <a:pt x="425205" y="466386"/>
                </a:lnTo>
                <a:lnTo>
                  <a:pt x="414337" y="478677"/>
                </a:lnTo>
                <a:lnTo>
                  <a:pt x="402534" y="489945"/>
                </a:lnTo>
                <a:lnTo>
                  <a:pt x="389794" y="499957"/>
                </a:lnTo>
                <a:lnTo>
                  <a:pt x="376165" y="508477"/>
                </a:lnTo>
                <a:lnTo>
                  <a:pt x="361754" y="515299"/>
                </a:lnTo>
                <a:lnTo>
                  <a:pt x="346726" y="520279"/>
                </a:lnTo>
                <a:lnTo>
                  <a:pt x="331295" y="523355"/>
                </a:lnTo>
                <a:lnTo>
                  <a:pt x="315700" y="524573"/>
                </a:lnTo>
                <a:lnTo>
                  <a:pt x="300183" y="524090"/>
                </a:lnTo>
                <a:lnTo>
                  <a:pt x="284960" y="522169"/>
                </a:lnTo>
                <a:lnTo>
                  <a:pt x="270192" y="519159"/>
                </a:lnTo>
                <a:lnTo>
                  <a:pt x="255967" y="515463"/>
                </a:lnTo>
                <a:lnTo>
                  <a:pt x="242285" y="511499"/>
                </a:lnTo>
                <a:lnTo>
                  <a:pt x="229061" y="507655"/>
                </a:lnTo>
                <a:lnTo>
                  <a:pt x="216132" y="504246"/>
                </a:lnTo>
                <a:lnTo>
                  <a:pt x="203285" y="501481"/>
                </a:lnTo>
                <a:lnTo>
                  <a:pt x="190282" y="499432"/>
                </a:lnTo>
                <a:lnTo>
                  <a:pt x="176900" y="498030"/>
                </a:lnTo>
                <a:lnTo>
                  <a:pt x="162966" y="497067"/>
                </a:lnTo>
                <a:lnTo>
                  <a:pt x="148385" y="496217"/>
                </a:lnTo>
                <a:lnTo>
                  <a:pt x="133169" y="495072"/>
                </a:lnTo>
                <a:lnTo>
                  <a:pt x="117439" y="493187"/>
                </a:lnTo>
                <a:lnTo>
                  <a:pt x="101428" y="490123"/>
                </a:lnTo>
                <a:lnTo>
                  <a:pt x="85461" y="485498"/>
                </a:lnTo>
                <a:lnTo>
                  <a:pt x="69929" y="479025"/>
                </a:lnTo>
                <a:lnTo>
                  <a:pt x="55248" y="470538"/>
                </a:lnTo>
                <a:lnTo>
                  <a:pt x="41824" y="460008"/>
                </a:lnTo>
                <a:lnTo>
                  <a:pt x="30010" y="447540"/>
                </a:lnTo>
                <a:lnTo>
                  <a:pt x="20073" y="433355"/>
                </a:lnTo>
                <a:lnTo>
                  <a:pt x="12169" y="417767"/>
                </a:lnTo>
                <a:lnTo>
                  <a:pt x="6337" y="401142"/>
                </a:lnTo>
                <a:lnTo>
                  <a:pt x="2497" y="383860"/>
                </a:lnTo>
                <a:lnTo>
                  <a:pt x="470" y="366279"/>
                </a:lnTo>
                <a:lnTo>
                  <a:pt x="0" y="348705"/>
                </a:lnTo>
                <a:lnTo>
                  <a:pt x="792" y="331368"/>
                </a:lnTo>
                <a:lnTo>
                  <a:pt x="2546" y="314418"/>
                </a:lnTo>
                <a:lnTo>
                  <a:pt x="4991" y="297924"/>
                </a:lnTo>
                <a:lnTo>
                  <a:pt x="7913" y="281889"/>
                </a:lnTo>
                <a:lnTo>
                  <a:pt x="11170" y="266271"/>
                </a:lnTo>
                <a:lnTo>
                  <a:pt x="14705" y="251009"/>
                </a:lnTo>
                <a:lnTo>
                  <a:pt x="18532" y="236044"/>
                </a:lnTo>
                <a:lnTo>
                  <a:pt x="22728" y="221340"/>
                </a:lnTo>
                <a:lnTo>
                  <a:pt x="27406" y="206899"/>
                </a:lnTo>
                <a:lnTo>
                  <a:pt x="32690" y="192757"/>
                </a:lnTo>
                <a:lnTo>
                  <a:pt x="38690" y="178988"/>
                </a:lnTo>
                <a:lnTo>
                  <a:pt x="45480" y="165680"/>
                </a:lnTo>
                <a:lnTo>
                  <a:pt x="53085" y="152924"/>
                </a:lnTo>
                <a:lnTo>
                  <a:pt x="61473" y="140790"/>
                </a:lnTo>
                <a:lnTo>
                  <a:pt x="70568" y="129309"/>
                </a:lnTo>
                <a:lnTo>
                  <a:pt x="80256" y="118462"/>
                </a:lnTo>
                <a:lnTo>
                  <a:pt x="90408" y="108175"/>
                </a:lnTo>
                <a:lnTo>
                  <a:pt x="100904" y="98329"/>
                </a:lnTo>
                <a:lnTo>
                  <a:pt x="111653" y="88771"/>
                </a:lnTo>
                <a:lnTo>
                  <a:pt x="122611" y="79344"/>
                </a:lnTo>
                <a:lnTo>
                  <a:pt x="133787" y="69913"/>
                </a:lnTo>
                <a:lnTo>
                  <a:pt x="145247" y="60397"/>
                </a:lnTo>
                <a:lnTo>
                  <a:pt x="157098" y="50792"/>
                </a:lnTo>
                <a:lnTo>
                  <a:pt x="169472" y="41195"/>
                </a:lnTo>
                <a:lnTo>
                  <a:pt x="182503" y="31804"/>
                </a:lnTo>
                <a:lnTo>
                  <a:pt x="196291" y="22918"/>
                </a:lnTo>
                <a:lnTo>
                  <a:pt x="210884" y="14913"/>
                </a:lnTo>
                <a:lnTo>
                  <a:pt x="226254" y="8212"/>
                </a:lnTo>
                <a:lnTo>
                  <a:pt x="242285" y="3245"/>
                </a:lnTo>
                <a:lnTo>
                  <a:pt x="258773" y="404"/>
                </a:lnTo>
                <a:lnTo>
                  <a:pt x="275440" y="0"/>
                </a:lnTo>
                <a:lnTo>
                  <a:pt x="291954" y="2229"/>
                </a:lnTo>
                <a:lnTo>
                  <a:pt x="307962" y="7146"/>
                </a:lnTo>
                <a:lnTo>
                  <a:pt x="323127" y="14652"/>
                </a:lnTo>
                <a:lnTo>
                  <a:pt x="337163" y="24504"/>
                </a:lnTo>
                <a:lnTo>
                  <a:pt x="349865" y="36335"/>
                </a:lnTo>
                <a:lnTo>
                  <a:pt x="361136" y="49686"/>
                </a:lnTo>
                <a:lnTo>
                  <a:pt x="370993" y="64054"/>
                </a:lnTo>
                <a:lnTo>
                  <a:pt x="379569" y="78937"/>
                </a:lnTo>
                <a:lnTo>
                  <a:pt x="387091" y="93882"/>
                </a:lnTo>
                <a:lnTo>
                  <a:pt x="393858" y="108524"/>
                </a:lnTo>
                <a:lnTo>
                  <a:pt x="400197" y="122615"/>
                </a:lnTo>
                <a:lnTo>
                  <a:pt x="406433" y="136035"/>
                </a:lnTo>
                <a:lnTo>
                  <a:pt x="412839" y="148795"/>
                </a:lnTo>
                <a:lnTo>
                  <a:pt x="419610" y="161019"/>
                </a:lnTo>
                <a:lnTo>
                  <a:pt x="426839" y="172914"/>
                </a:lnTo>
                <a:lnTo>
                  <a:pt x="434503" y="184738"/>
                </a:lnTo>
                <a:lnTo>
                  <a:pt x="442469" y="196759"/>
                </a:lnTo>
                <a:lnTo>
                  <a:pt x="450512" y="209220"/>
                </a:lnTo>
                <a:lnTo>
                  <a:pt x="458335" y="222307"/>
                </a:lnTo>
                <a:lnTo>
                  <a:pt x="465612" y="236131"/>
                </a:lnTo>
                <a:lnTo>
                  <a:pt x="472017" y="250717"/>
                </a:lnTo>
                <a:lnTo>
                  <a:pt x="477259" y="266010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39" name="nature-spatial-mechanism-v2-38">
            <a:extLst xmlns:a="http://schemas.openxmlformats.org/drawingml/2006/main">
              <a:ext uri="{FF2B5EF4-FFF2-40B4-BE49-F238E27FC236}">
                <a16:creationId xmlns:a16="http://schemas.microsoft.com/office/drawing/2014/main" id="{08BD0283-544A-44B8-8725-B876689A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2217" y="2651871"/>
            <a:ext cx="190310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11430">
            <a:solidFill>
              <a:srgbClr val="9380B4"/>
            </a:solidFill>
            <a:prstDash val="solid"/>
          </a:ln>
        </p:spPr>
      </p:sp>
      <p:sp>
        <p:nvSpPr>
          <p:cNvPr id="40" name="nature-spatial-mechanism-v2-39">
            <a:extLst xmlns:a="http://schemas.openxmlformats.org/drawingml/2006/main">
              <a:ext uri="{FF2B5EF4-FFF2-40B4-BE49-F238E27FC236}">
                <a16:creationId xmlns:a16="http://schemas.microsoft.com/office/drawing/2014/main" id="{C2C6D163-2A15-43F1-8808-0E39B19F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657" y="2729214"/>
            <a:ext cx="51435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nature-spatial-mechanism-v2-40">
            <a:extLst xmlns:a="http://schemas.openxmlformats.org/drawingml/2006/main">
              <a:ext uri="{FF2B5EF4-FFF2-40B4-BE49-F238E27FC236}">
                <a16:creationId xmlns:a16="http://schemas.microsoft.com/office/drawing/2014/main" id="{FE714068-93C7-46B5-BD7E-62070DA1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473" y="2601323"/>
            <a:ext cx="441596" cy="508617"/>
          </a:xfrm>
          <a:custGeom xmlns:a="http://schemas.openxmlformats.org/drawingml/2006/main">
            <a:pathLst>
              <a:path w="441596" h="508617">
                <a:moveTo>
                  <a:pt x="437233" y="265507"/>
                </a:moveTo>
                <a:lnTo>
                  <a:pt x="440486" y="283122"/>
                </a:lnTo>
                <a:lnTo>
                  <a:pt x="441596" y="301047"/>
                </a:lnTo>
                <a:lnTo>
                  <a:pt x="440437" y="318905"/>
                </a:lnTo>
                <a:lnTo>
                  <a:pt x="437014" y="336317"/>
                </a:lnTo>
                <a:lnTo>
                  <a:pt x="431458" y="352934"/>
                </a:lnTo>
                <a:lnTo>
                  <a:pt x="424007" y="368476"/>
                </a:lnTo>
                <a:lnTo>
                  <a:pt x="414983" y="382756"/>
                </a:lnTo>
                <a:lnTo>
                  <a:pt x="404755" y="395693"/>
                </a:lnTo>
                <a:lnTo>
                  <a:pt x="393701" y="407313"/>
                </a:lnTo>
                <a:lnTo>
                  <a:pt x="382176" y="417735"/>
                </a:lnTo>
                <a:lnTo>
                  <a:pt x="370477" y="427146"/>
                </a:lnTo>
                <a:lnTo>
                  <a:pt x="358827" y="435769"/>
                </a:lnTo>
                <a:lnTo>
                  <a:pt x="347362" y="443830"/>
                </a:lnTo>
                <a:lnTo>
                  <a:pt x="336131" y="451524"/>
                </a:lnTo>
                <a:lnTo>
                  <a:pt x="325112" y="458987"/>
                </a:lnTo>
                <a:lnTo>
                  <a:pt x="314226" y="466285"/>
                </a:lnTo>
                <a:lnTo>
                  <a:pt x="303363" y="473402"/>
                </a:lnTo>
                <a:lnTo>
                  <a:pt x="292406" y="480252"/>
                </a:lnTo>
                <a:lnTo>
                  <a:pt x="281252" y="486693"/>
                </a:lnTo>
                <a:lnTo>
                  <a:pt x="269830" y="492556"/>
                </a:lnTo>
                <a:lnTo>
                  <a:pt x="258108" y="497665"/>
                </a:lnTo>
                <a:lnTo>
                  <a:pt x="246093" y="501875"/>
                </a:lnTo>
                <a:lnTo>
                  <a:pt x="233825" y="505083"/>
                </a:lnTo>
                <a:lnTo>
                  <a:pt x="221364" y="507251"/>
                </a:lnTo>
                <a:lnTo>
                  <a:pt x="208777" y="508402"/>
                </a:lnTo>
                <a:lnTo>
                  <a:pt x="196119" y="508617"/>
                </a:lnTo>
                <a:lnTo>
                  <a:pt x="183423" y="508015"/>
                </a:lnTo>
                <a:lnTo>
                  <a:pt x="170695" y="506731"/>
                </a:lnTo>
                <a:lnTo>
                  <a:pt x="157913" y="504885"/>
                </a:lnTo>
                <a:lnTo>
                  <a:pt x="145034" y="502559"/>
                </a:lnTo>
                <a:lnTo>
                  <a:pt x="132015" y="499778"/>
                </a:lnTo>
                <a:lnTo>
                  <a:pt x="118824" y="496492"/>
                </a:lnTo>
                <a:lnTo>
                  <a:pt x="105466" y="492580"/>
                </a:lnTo>
                <a:lnTo>
                  <a:pt x="91997" y="487860"/>
                </a:lnTo>
                <a:lnTo>
                  <a:pt x="78539" y="482110"/>
                </a:lnTo>
                <a:lnTo>
                  <a:pt x="65282" y="475100"/>
                </a:lnTo>
                <a:lnTo>
                  <a:pt x="52481" y="466621"/>
                </a:lnTo>
                <a:lnTo>
                  <a:pt x="40438" y="456522"/>
                </a:lnTo>
                <a:lnTo>
                  <a:pt x="29479" y="444737"/>
                </a:lnTo>
                <a:lnTo>
                  <a:pt x="19925" y="431302"/>
                </a:lnTo>
                <a:lnTo>
                  <a:pt x="12054" y="416361"/>
                </a:lnTo>
                <a:lnTo>
                  <a:pt x="6075" y="400160"/>
                </a:lnTo>
                <a:lnTo>
                  <a:pt x="2096" y="383026"/>
                </a:lnTo>
                <a:lnTo>
                  <a:pt x="113" y="365335"/>
                </a:lnTo>
                <a:lnTo>
                  <a:pt x="0" y="347476"/>
                </a:lnTo>
                <a:lnTo>
                  <a:pt x="1518" y="329809"/>
                </a:lnTo>
                <a:lnTo>
                  <a:pt x="4336" y="312632"/>
                </a:lnTo>
                <a:lnTo>
                  <a:pt x="8064" y="296146"/>
                </a:lnTo>
                <a:lnTo>
                  <a:pt x="12287" y="280445"/>
                </a:lnTo>
                <a:lnTo>
                  <a:pt x="16609" y="265507"/>
                </a:lnTo>
                <a:lnTo>
                  <a:pt x="20692" y="251209"/>
                </a:lnTo>
                <a:lnTo>
                  <a:pt x="24289" y="237346"/>
                </a:lnTo>
                <a:lnTo>
                  <a:pt x="27263" y="223668"/>
                </a:lnTo>
                <a:lnTo>
                  <a:pt x="29605" y="209920"/>
                </a:lnTo>
                <a:lnTo>
                  <a:pt x="31421" y="195875"/>
                </a:lnTo>
                <a:lnTo>
                  <a:pt x="32921" y="181375"/>
                </a:lnTo>
                <a:lnTo>
                  <a:pt x="34391" y="166352"/>
                </a:lnTo>
                <a:lnTo>
                  <a:pt x="36159" y="150840"/>
                </a:lnTo>
                <a:lnTo>
                  <a:pt x="38557" y="134977"/>
                </a:lnTo>
                <a:lnTo>
                  <a:pt x="41884" y="118991"/>
                </a:lnTo>
                <a:lnTo>
                  <a:pt x="46381" y="103173"/>
                </a:lnTo>
                <a:lnTo>
                  <a:pt x="52206" y="87846"/>
                </a:lnTo>
                <a:lnTo>
                  <a:pt x="59425" y="73329"/>
                </a:lnTo>
                <a:lnTo>
                  <a:pt x="68015" y="59907"/>
                </a:lnTo>
                <a:lnTo>
                  <a:pt x="77875" y="47801"/>
                </a:lnTo>
                <a:lnTo>
                  <a:pt x="88844" y="37152"/>
                </a:lnTo>
                <a:lnTo>
                  <a:pt x="100726" y="28015"/>
                </a:lnTo>
                <a:lnTo>
                  <a:pt x="113313" y="20370"/>
                </a:lnTo>
                <a:lnTo>
                  <a:pt x="126410" y="14131"/>
                </a:lnTo>
                <a:lnTo>
                  <a:pt x="139850" y="9177"/>
                </a:lnTo>
                <a:lnTo>
                  <a:pt x="153503" y="5379"/>
                </a:lnTo>
                <a:lnTo>
                  <a:pt x="167276" y="2624"/>
                </a:lnTo>
                <a:lnTo>
                  <a:pt x="181106" y="837"/>
                </a:lnTo>
                <a:lnTo>
                  <a:pt x="194953" y="0"/>
                </a:lnTo>
                <a:lnTo>
                  <a:pt x="208777" y="148"/>
                </a:lnTo>
                <a:lnTo>
                  <a:pt x="222530" y="1366"/>
                </a:lnTo>
                <a:lnTo>
                  <a:pt x="236142" y="3769"/>
                </a:lnTo>
                <a:lnTo>
                  <a:pt x="249512" y="7479"/>
                </a:lnTo>
                <a:lnTo>
                  <a:pt x="262517" y="12598"/>
                </a:lnTo>
                <a:lnTo>
                  <a:pt x="275014" y="19181"/>
                </a:lnTo>
                <a:lnTo>
                  <a:pt x="286857" y="27216"/>
                </a:lnTo>
                <a:lnTo>
                  <a:pt x="297917" y="36610"/>
                </a:lnTo>
                <a:lnTo>
                  <a:pt x="308103" y="47193"/>
                </a:lnTo>
                <a:lnTo>
                  <a:pt x="317379" y="58727"/>
                </a:lnTo>
                <a:lnTo>
                  <a:pt x="325776" y="70924"/>
                </a:lnTo>
                <a:lnTo>
                  <a:pt x="333398" y="83483"/>
                </a:lnTo>
                <a:lnTo>
                  <a:pt x="340418" y="96119"/>
                </a:lnTo>
                <a:lnTo>
                  <a:pt x="347060" y="108598"/>
                </a:lnTo>
                <a:lnTo>
                  <a:pt x="353576" y="120764"/>
                </a:lnTo>
                <a:lnTo>
                  <a:pt x="360217" y="132558"/>
                </a:lnTo>
                <a:lnTo>
                  <a:pt x="367199" y="144025"/>
                </a:lnTo>
                <a:lnTo>
                  <a:pt x="374670" y="155307"/>
                </a:lnTo>
                <a:lnTo>
                  <a:pt x="382688" y="166622"/>
                </a:lnTo>
                <a:lnTo>
                  <a:pt x="391200" y="178234"/>
                </a:lnTo>
                <a:lnTo>
                  <a:pt x="400037" y="190417"/>
                </a:lnTo>
                <a:lnTo>
                  <a:pt x="408927" y="203412"/>
                </a:lnTo>
                <a:lnTo>
                  <a:pt x="417510" y="217394"/>
                </a:lnTo>
                <a:lnTo>
                  <a:pt x="425371" y="232445"/>
                </a:lnTo>
                <a:lnTo>
                  <a:pt x="432081" y="248532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42" name="nature-spatial-mechanism-v2-41">
            <a:extLst xmlns:a="http://schemas.openxmlformats.org/drawingml/2006/main">
              <a:ext uri="{FF2B5EF4-FFF2-40B4-BE49-F238E27FC236}">
                <a16:creationId xmlns:a16="http://schemas.microsoft.com/office/drawing/2014/main" id="{61096379-B7CF-413C-9375-EB91B8A3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954" y="2756341"/>
            <a:ext cx="169164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11430">
            <a:solidFill>
              <a:srgbClr val="9380B4"/>
            </a:solidFill>
            <a:prstDash val="solid"/>
          </a:ln>
        </p:spPr>
      </p:sp>
      <p:sp>
        <p:nvSpPr>
          <p:cNvPr id="43" name="nature-spatial-mechanism-v2-42">
            <a:extLst xmlns:a="http://schemas.openxmlformats.org/drawingml/2006/main">
              <a:ext uri="{FF2B5EF4-FFF2-40B4-BE49-F238E27FC236}">
                <a16:creationId xmlns:a16="http://schemas.microsoft.com/office/drawing/2014/main" id="{74410E36-6609-452D-9A99-1BCE5C80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678" y="2833684"/>
            <a:ext cx="45720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nature-spatial-mechanism-v2-43">
            <a:extLst xmlns:a="http://schemas.openxmlformats.org/drawingml/2006/main">
              <a:ext uri="{FF2B5EF4-FFF2-40B4-BE49-F238E27FC236}">
                <a16:creationId xmlns:a16="http://schemas.microsoft.com/office/drawing/2014/main" id="{2B418609-7BC1-4069-B808-65445291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610" y="2971240"/>
            <a:ext cx="421094" cy="487405"/>
          </a:xfrm>
          <a:custGeom xmlns:a="http://schemas.openxmlformats.org/drawingml/2006/main">
            <a:pathLst>
              <a:path w="421094" h="487405">
                <a:moveTo>
                  <a:pt x="421037" y="233923"/>
                </a:moveTo>
                <a:lnTo>
                  <a:pt x="421094" y="249513"/>
                </a:lnTo>
                <a:lnTo>
                  <a:pt x="419804" y="265048"/>
                </a:lnTo>
                <a:lnTo>
                  <a:pt x="417032" y="280339"/>
                </a:lnTo>
                <a:lnTo>
                  <a:pt x="412698" y="295168"/>
                </a:lnTo>
                <a:lnTo>
                  <a:pt x="406792" y="309309"/>
                </a:lnTo>
                <a:lnTo>
                  <a:pt x="399388" y="322547"/>
                </a:lnTo>
                <a:lnTo>
                  <a:pt x="390646" y="334712"/>
                </a:lnTo>
                <a:lnTo>
                  <a:pt x="380800" y="345697"/>
                </a:lnTo>
                <a:lnTo>
                  <a:pt x="370144" y="355484"/>
                </a:lnTo>
                <a:lnTo>
                  <a:pt x="358996" y="364149"/>
                </a:lnTo>
                <a:lnTo>
                  <a:pt x="347675" y="371863"/>
                </a:lnTo>
                <a:lnTo>
                  <a:pt x="336462" y="378876"/>
                </a:lnTo>
                <a:lnTo>
                  <a:pt x="325573" y="385495"/>
                </a:lnTo>
                <a:lnTo>
                  <a:pt x="315137" y="392049"/>
                </a:lnTo>
                <a:lnTo>
                  <a:pt x="305184" y="398846"/>
                </a:lnTo>
                <a:lnTo>
                  <a:pt x="295647" y="406141"/>
                </a:lnTo>
                <a:lnTo>
                  <a:pt x="286371" y="414095"/>
                </a:lnTo>
                <a:lnTo>
                  <a:pt x="277139" y="422754"/>
                </a:lnTo>
                <a:lnTo>
                  <a:pt x="267701" y="432030"/>
                </a:lnTo>
                <a:lnTo>
                  <a:pt x="257809" y="441708"/>
                </a:lnTo>
                <a:lnTo>
                  <a:pt x="247249" y="451458"/>
                </a:lnTo>
                <a:lnTo>
                  <a:pt x="235872" y="460864"/>
                </a:lnTo>
                <a:lnTo>
                  <a:pt x="223614" y="469466"/>
                </a:lnTo>
                <a:lnTo>
                  <a:pt x="210504" y="476799"/>
                </a:lnTo>
                <a:lnTo>
                  <a:pt x="196665" y="482441"/>
                </a:lnTo>
                <a:lnTo>
                  <a:pt x="182299" y="486053"/>
                </a:lnTo>
                <a:lnTo>
                  <a:pt x="167663" y="487405"/>
                </a:lnTo>
                <a:lnTo>
                  <a:pt x="153046" y="486399"/>
                </a:lnTo>
                <a:lnTo>
                  <a:pt x="138730" y="483068"/>
                </a:lnTo>
                <a:lnTo>
                  <a:pt x="124968" y="477569"/>
                </a:lnTo>
                <a:lnTo>
                  <a:pt x="111956" y="470158"/>
                </a:lnTo>
                <a:lnTo>
                  <a:pt x="99824" y="461157"/>
                </a:lnTo>
                <a:lnTo>
                  <a:pt x="88624" y="450920"/>
                </a:lnTo>
                <a:lnTo>
                  <a:pt x="78340" y="439794"/>
                </a:lnTo>
                <a:lnTo>
                  <a:pt x="68902" y="428090"/>
                </a:lnTo>
                <a:lnTo>
                  <a:pt x="60206" y="416055"/>
                </a:lnTo>
                <a:lnTo>
                  <a:pt x="52136" y="403863"/>
                </a:lnTo>
                <a:lnTo>
                  <a:pt x="44589" y="391608"/>
                </a:lnTo>
                <a:lnTo>
                  <a:pt x="37494" y="379316"/>
                </a:lnTo>
                <a:lnTo>
                  <a:pt x="30826" y="366963"/>
                </a:lnTo>
                <a:lnTo>
                  <a:pt x="24603" y="354491"/>
                </a:lnTo>
                <a:lnTo>
                  <a:pt x="18891" y="341835"/>
                </a:lnTo>
                <a:lnTo>
                  <a:pt x="13781" y="328946"/>
                </a:lnTo>
                <a:lnTo>
                  <a:pt x="9379" y="315798"/>
                </a:lnTo>
                <a:lnTo>
                  <a:pt x="5781" y="302405"/>
                </a:lnTo>
                <a:lnTo>
                  <a:pt x="3050" y="288813"/>
                </a:lnTo>
                <a:lnTo>
                  <a:pt x="1208" y="275092"/>
                </a:lnTo>
                <a:lnTo>
                  <a:pt x="221" y="261324"/>
                </a:lnTo>
                <a:lnTo>
                  <a:pt x="0" y="247585"/>
                </a:lnTo>
                <a:lnTo>
                  <a:pt x="413" y="233923"/>
                </a:lnTo>
                <a:lnTo>
                  <a:pt x="1300" y="220351"/>
                </a:lnTo>
                <a:lnTo>
                  <a:pt x="2497" y="206838"/>
                </a:lnTo>
                <a:lnTo>
                  <a:pt x="3858" y="193312"/>
                </a:lnTo>
                <a:lnTo>
                  <a:pt x="5289" y="179667"/>
                </a:lnTo>
                <a:lnTo>
                  <a:pt x="6754" y="165789"/>
                </a:lnTo>
                <a:lnTo>
                  <a:pt x="8302" y="151576"/>
                </a:lnTo>
                <a:lnTo>
                  <a:pt x="10054" y="136963"/>
                </a:lnTo>
                <a:lnTo>
                  <a:pt x="12205" y="121952"/>
                </a:lnTo>
                <a:lnTo>
                  <a:pt x="14999" y="106625"/>
                </a:lnTo>
                <a:lnTo>
                  <a:pt x="18704" y="91159"/>
                </a:lnTo>
                <a:lnTo>
                  <a:pt x="23579" y="75818"/>
                </a:lnTo>
                <a:lnTo>
                  <a:pt x="29841" y="60946"/>
                </a:lnTo>
                <a:lnTo>
                  <a:pt x="37636" y="46934"/>
                </a:lnTo>
                <a:lnTo>
                  <a:pt x="47021" y="34192"/>
                </a:lnTo>
                <a:lnTo>
                  <a:pt x="57948" y="23107"/>
                </a:lnTo>
                <a:lnTo>
                  <a:pt x="70265" y="14002"/>
                </a:lnTo>
                <a:lnTo>
                  <a:pt x="83734" y="7104"/>
                </a:lnTo>
                <a:lnTo>
                  <a:pt x="98046" y="2517"/>
                </a:lnTo>
                <a:lnTo>
                  <a:pt x="112859" y="205"/>
                </a:lnTo>
                <a:lnTo>
                  <a:pt x="127829" y="0"/>
                </a:lnTo>
                <a:lnTo>
                  <a:pt x="142644" y="1610"/>
                </a:lnTo>
                <a:lnTo>
                  <a:pt x="157055" y="4652"/>
                </a:lnTo>
                <a:lnTo>
                  <a:pt x="170895" y="8689"/>
                </a:lnTo>
                <a:lnTo>
                  <a:pt x="184092" y="13276"/>
                </a:lnTo>
                <a:lnTo>
                  <a:pt x="196665" y="18002"/>
                </a:lnTo>
                <a:lnTo>
                  <a:pt x="208710" y="22530"/>
                </a:lnTo>
                <a:lnTo>
                  <a:pt x="220382" y="26628"/>
                </a:lnTo>
                <a:lnTo>
                  <a:pt x="231863" y="30186"/>
                </a:lnTo>
                <a:lnTo>
                  <a:pt x="243335" y="33220"/>
                </a:lnTo>
                <a:lnTo>
                  <a:pt x="254948" y="35862"/>
                </a:lnTo>
                <a:lnTo>
                  <a:pt x="266798" y="38334"/>
                </a:lnTo>
                <a:lnTo>
                  <a:pt x="278917" y="40920"/>
                </a:lnTo>
                <a:lnTo>
                  <a:pt x="291261" y="43929"/>
                </a:lnTo>
                <a:lnTo>
                  <a:pt x="303722" y="47656"/>
                </a:lnTo>
                <a:lnTo>
                  <a:pt x="316139" y="52351"/>
                </a:lnTo>
                <a:lnTo>
                  <a:pt x="328322" y="58199"/>
                </a:lnTo>
                <a:lnTo>
                  <a:pt x="340073" y="65301"/>
                </a:lnTo>
                <a:lnTo>
                  <a:pt x="351210" y="73677"/>
                </a:lnTo>
                <a:lnTo>
                  <a:pt x="361591" y="83272"/>
                </a:lnTo>
                <a:lnTo>
                  <a:pt x="371118" y="93972"/>
                </a:lnTo>
                <a:lnTo>
                  <a:pt x="379748" y="105632"/>
                </a:lnTo>
                <a:lnTo>
                  <a:pt x="387486" y="118090"/>
                </a:lnTo>
                <a:lnTo>
                  <a:pt x="394373" y="131197"/>
                </a:lnTo>
                <a:lnTo>
                  <a:pt x="400466" y="144827"/>
                </a:lnTo>
                <a:lnTo>
                  <a:pt x="405818" y="158886"/>
                </a:lnTo>
                <a:lnTo>
                  <a:pt x="410459" y="173312"/>
                </a:lnTo>
                <a:lnTo>
                  <a:pt x="414382" y="188065"/>
                </a:lnTo>
                <a:lnTo>
                  <a:pt x="417528" y="203115"/>
                </a:lnTo>
                <a:lnTo>
                  <a:pt x="419794" y="218422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45" name="nature-spatial-mechanism-v2-44">
            <a:extLst xmlns:a="http://schemas.openxmlformats.org/drawingml/2006/main">
              <a:ext uri="{FF2B5EF4-FFF2-40B4-BE49-F238E27FC236}">
                <a16:creationId xmlns:a16="http://schemas.microsoft.com/office/drawing/2014/main" id="{543BEE8A-E4DE-4E38-985B-7672C916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79" y="3104198"/>
            <a:ext cx="169164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1430">
            <a:solidFill>
              <a:srgbClr val="4A9086"/>
            </a:solidFill>
            <a:prstDash val="solid"/>
          </a:ln>
        </p:spPr>
      </p:sp>
      <p:sp>
        <p:nvSpPr>
          <p:cNvPr id="46" name="nature-spatial-mechanism-v2-45">
            <a:extLst xmlns:a="http://schemas.openxmlformats.org/drawingml/2006/main">
              <a:ext uri="{FF2B5EF4-FFF2-40B4-BE49-F238E27FC236}">
                <a16:creationId xmlns:a16="http://schemas.microsoft.com/office/drawing/2014/main" id="{A9AB5B21-7E66-4489-934B-84F6D160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703" y="3174873"/>
            <a:ext cx="45720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nature-spatial-mechanism-v2-46">
            <a:extLst xmlns:a="http://schemas.openxmlformats.org/drawingml/2006/main">
              <a:ext uri="{FF2B5EF4-FFF2-40B4-BE49-F238E27FC236}">
                <a16:creationId xmlns:a16="http://schemas.microsoft.com/office/drawing/2014/main" id="{DF9910D3-5B55-467D-AC7C-FA788785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509" y="3114112"/>
            <a:ext cx="460424" cy="475866"/>
          </a:xfrm>
          <a:custGeom xmlns:a="http://schemas.openxmlformats.org/drawingml/2006/main">
            <a:pathLst>
              <a:path w="460424" h="475866">
                <a:moveTo>
                  <a:pt x="450409" y="219541"/>
                </a:moveTo>
                <a:lnTo>
                  <a:pt x="446944" y="233590"/>
                </a:lnTo>
                <a:lnTo>
                  <a:pt x="443389" y="247283"/>
                </a:lnTo>
                <a:lnTo>
                  <a:pt x="439755" y="260711"/>
                </a:lnTo>
                <a:lnTo>
                  <a:pt x="435979" y="273947"/>
                </a:lnTo>
                <a:lnTo>
                  <a:pt x="431945" y="287029"/>
                </a:lnTo>
                <a:lnTo>
                  <a:pt x="427508" y="299952"/>
                </a:lnTo>
                <a:lnTo>
                  <a:pt x="422524" y="312673"/>
                </a:lnTo>
                <a:lnTo>
                  <a:pt x="416869" y="325115"/>
                </a:lnTo>
                <a:lnTo>
                  <a:pt x="410462" y="337186"/>
                </a:lnTo>
                <a:lnTo>
                  <a:pt x="403273" y="348799"/>
                </a:lnTo>
                <a:lnTo>
                  <a:pt x="395323" y="359885"/>
                </a:lnTo>
                <a:lnTo>
                  <a:pt x="386680" y="370415"/>
                </a:lnTo>
                <a:lnTo>
                  <a:pt x="377436" y="380402"/>
                </a:lnTo>
                <a:lnTo>
                  <a:pt x="367696" y="389904"/>
                </a:lnTo>
                <a:lnTo>
                  <a:pt x="357552" y="399014"/>
                </a:lnTo>
                <a:lnTo>
                  <a:pt x="347069" y="407844"/>
                </a:lnTo>
                <a:lnTo>
                  <a:pt x="336269" y="416496"/>
                </a:lnTo>
                <a:lnTo>
                  <a:pt x="325132" y="425045"/>
                </a:lnTo>
                <a:lnTo>
                  <a:pt x="313596" y="433506"/>
                </a:lnTo>
                <a:lnTo>
                  <a:pt x="301576" y="441821"/>
                </a:lnTo>
                <a:lnTo>
                  <a:pt x="288979" y="449848"/>
                </a:lnTo>
                <a:lnTo>
                  <a:pt x="275732" y="457360"/>
                </a:lnTo>
                <a:lnTo>
                  <a:pt x="261802" y="464059"/>
                </a:lnTo>
                <a:lnTo>
                  <a:pt x="247217" y="469602"/>
                </a:lnTo>
                <a:lnTo>
                  <a:pt x="232078" y="473631"/>
                </a:lnTo>
                <a:lnTo>
                  <a:pt x="216563" y="475810"/>
                </a:lnTo>
                <a:lnTo>
                  <a:pt x="200919" y="475866"/>
                </a:lnTo>
                <a:lnTo>
                  <a:pt x="185439" y="473618"/>
                </a:lnTo>
                <a:lnTo>
                  <a:pt x="170443" y="469007"/>
                </a:lnTo>
                <a:lnTo>
                  <a:pt x="156239" y="462102"/>
                </a:lnTo>
                <a:lnTo>
                  <a:pt x="143093" y="453105"/>
                </a:lnTo>
                <a:lnTo>
                  <a:pt x="131197" y="442331"/>
                </a:lnTo>
                <a:lnTo>
                  <a:pt x="120648" y="430181"/>
                </a:lnTo>
                <a:lnTo>
                  <a:pt x="111432" y="417104"/>
                </a:lnTo>
                <a:lnTo>
                  <a:pt x="103431" y="403553"/>
                </a:lnTo>
                <a:lnTo>
                  <a:pt x="96427" y="389946"/>
                </a:lnTo>
                <a:lnTo>
                  <a:pt x="90135" y="376623"/>
                </a:lnTo>
                <a:lnTo>
                  <a:pt x="84233" y="363822"/>
                </a:lnTo>
                <a:lnTo>
                  <a:pt x="78398" y="351662"/>
                </a:lnTo>
                <a:lnTo>
                  <a:pt x="72351" y="340141"/>
                </a:lnTo>
                <a:lnTo>
                  <a:pt x="65884" y="329147"/>
                </a:lnTo>
                <a:lnTo>
                  <a:pt x="58892" y="318485"/>
                </a:lnTo>
                <a:lnTo>
                  <a:pt x="51381" y="307905"/>
                </a:lnTo>
                <a:lnTo>
                  <a:pt x="43471" y="297144"/>
                </a:lnTo>
                <a:lnTo>
                  <a:pt x="35384" y="285957"/>
                </a:lnTo>
                <a:lnTo>
                  <a:pt x="27417" y="274150"/>
                </a:lnTo>
                <a:lnTo>
                  <a:pt x="19912" y="261601"/>
                </a:lnTo>
                <a:lnTo>
                  <a:pt x="13219" y="248274"/>
                </a:lnTo>
                <a:lnTo>
                  <a:pt x="7659" y="234214"/>
                </a:lnTo>
                <a:lnTo>
                  <a:pt x="3496" y="219541"/>
                </a:lnTo>
                <a:lnTo>
                  <a:pt x="912" y="204427"/>
                </a:lnTo>
                <a:lnTo>
                  <a:pt x="0" y="189073"/>
                </a:lnTo>
                <a:lnTo>
                  <a:pt x="758" y="173684"/>
                </a:lnTo>
                <a:lnTo>
                  <a:pt x="3107" y="158446"/>
                </a:lnTo>
                <a:lnTo>
                  <a:pt x="6906" y="143509"/>
                </a:lnTo>
                <a:lnTo>
                  <a:pt x="11979" y="128981"/>
                </a:lnTo>
                <a:lnTo>
                  <a:pt x="18145" y="114924"/>
                </a:lnTo>
                <a:lnTo>
                  <a:pt x="25236" y="101370"/>
                </a:lnTo>
                <a:lnTo>
                  <a:pt x="33121" y="88328"/>
                </a:lnTo>
                <a:lnTo>
                  <a:pt x="41712" y="75809"/>
                </a:lnTo>
                <a:lnTo>
                  <a:pt x="50971" y="63841"/>
                </a:lnTo>
                <a:lnTo>
                  <a:pt x="60894" y="52485"/>
                </a:lnTo>
                <a:lnTo>
                  <a:pt x="71503" y="41840"/>
                </a:lnTo>
                <a:lnTo>
                  <a:pt x="82823" y="32047"/>
                </a:lnTo>
                <a:lnTo>
                  <a:pt x="94864" y="23275"/>
                </a:lnTo>
                <a:lnTo>
                  <a:pt x="107601" y="15705"/>
                </a:lnTo>
                <a:lnTo>
                  <a:pt x="120967" y="9505"/>
                </a:lnTo>
                <a:lnTo>
                  <a:pt x="134845" y="4808"/>
                </a:lnTo>
                <a:lnTo>
                  <a:pt x="149076" y="1681"/>
                </a:lnTo>
                <a:lnTo>
                  <a:pt x="163472" y="113"/>
                </a:lnTo>
                <a:lnTo>
                  <a:pt x="177837" y="0"/>
                </a:lnTo>
                <a:lnTo>
                  <a:pt x="191989" y="1147"/>
                </a:lnTo>
                <a:lnTo>
                  <a:pt x="205789" y="3282"/>
                </a:lnTo>
                <a:lnTo>
                  <a:pt x="219155" y="6080"/>
                </a:lnTo>
                <a:lnTo>
                  <a:pt x="232078" y="9192"/>
                </a:lnTo>
                <a:lnTo>
                  <a:pt x="244625" y="12288"/>
                </a:lnTo>
                <a:lnTo>
                  <a:pt x="256932" y="15089"/>
                </a:lnTo>
                <a:lnTo>
                  <a:pt x="269182" y="17406"/>
                </a:lnTo>
                <a:lnTo>
                  <a:pt x="281586" y="19159"/>
                </a:lnTo>
                <a:lnTo>
                  <a:pt x="294343" y="20394"/>
                </a:lnTo>
                <a:lnTo>
                  <a:pt x="307613" y="21281"/>
                </a:lnTo>
                <a:lnTo>
                  <a:pt x="321484" y="22094"/>
                </a:lnTo>
                <a:lnTo>
                  <a:pt x="335950" y="23190"/>
                </a:lnTo>
                <a:lnTo>
                  <a:pt x="350900" y="24965"/>
                </a:lnTo>
                <a:lnTo>
                  <a:pt x="366120" y="27814"/>
                </a:lnTo>
                <a:lnTo>
                  <a:pt x="381300" y="32089"/>
                </a:lnTo>
                <a:lnTo>
                  <a:pt x="396068" y="38061"/>
                </a:lnTo>
                <a:lnTo>
                  <a:pt x="410018" y="45892"/>
                </a:lnTo>
                <a:lnTo>
                  <a:pt x="422750" y="55618"/>
                </a:lnTo>
                <a:lnTo>
                  <a:pt x="433911" y="67151"/>
                </a:lnTo>
                <a:lnTo>
                  <a:pt x="443225" y="80289"/>
                </a:lnTo>
                <a:lnTo>
                  <a:pt x="450525" y="94740"/>
                </a:lnTo>
                <a:lnTo>
                  <a:pt x="455760" y="110157"/>
                </a:lnTo>
                <a:lnTo>
                  <a:pt x="459000" y="126173"/>
                </a:lnTo>
                <a:lnTo>
                  <a:pt x="460424" y="142438"/>
                </a:lnTo>
                <a:lnTo>
                  <a:pt x="460290" y="158649"/>
                </a:lnTo>
                <a:lnTo>
                  <a:pt x="458909" y="174574"/>
                </a:lnTo>
                <a:lnTo>
                  <a:pt x="456608" y="190064"/>
                </a:lnTo>
                <a:lnTo>
                  <a:pt x="453690" y="205052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48" name="nature-spatial-mechanism-v2-47">
            <a:extLst xmlns:a="http://schemas.openxmlformats.org/drawingml/2006/main">
              <a:ext uri="{FF2B5EF4-FFF2-40B4-BE49-F238E27FC236}">
                <a16:creationId xmlns:a16="http://schemas.microsoft.com/office/drawing/2014/main" id="{1CC18FB4-D310-4C9A-ACCA-3E1449A8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48" y="3232688"/>
            <a:ext cx="179737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1430">
            <a:solidFill>
              <a:srgbClr val="4A9086"/>
            </a:solidFill>
            <a:prstDash val="solid"/>
          </a:ln>
        </p:spPr>
      </p:sp>
      <p:sp>
        <p:nvSpPr>
          <p:cNvPr id="49" name="nature-spatial-mechanism-v2-48">
            <a:extLst xmlns:a="http://schemas.openxmlformats.org/drawingml/2006/main">
              <a:ext uri="{FF2B5EF4-FFF2-40B4-BE49-F238E27FC236}">
                <a16:creationId xmlns:a16="http://schemas.microsoft.com/office/drawing/2014/main" id="{C3FFB9C1-7625-4B1C-80B8-3019C35F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730" y="3303363"/>
            <a:ext cx="48578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nature-spatial-mechanism-v2-49">
            <a:extLst xmlns:a="http://schemas.openxmlformats.org/drawingml/2006/main">
              <a:ext uri="{FF2B5EF4-FFF2-40B4-BE49-F238E27FC236}">
                <a16:creationId xmlns:a16="http://schemas.microsoft.com/office/drawing/2014/main" id="{8F311854-3765-4496-AF33-818753B9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988" y="3048258"/>
            <a:ext cx="495764" cy="466149"/>
          </a:xfrm>
          <a:custGeom xmlns:a="http://schemas.openxmlformats.org/drawingml/2006/main">
            <a:pathLst>
              <a:path w="495764" h="466149">
                <a:moveTo>
                  <a:pt x="477830" y="225647"/>
                </a:moveTo>
                <a:lnTo>
                  <a:pt x="473372" y="238643"/>
                </a:lnTo>
                <a:lnTo>
                  <a:pt x="469471" y="251258"/>
                </a:lnTo>
                <a:lnTo>
                  <a:pt x="466293" y="263725"/>
                </a:lnTo>
                <a:lnTo>
                  <a:pt x="463868" y="276288"/>
                </a:lnTo>
                <a:lnTo>
                  <a:pt x="462084" y="289163"/>
                </a:lnTo>
                <a:lnTo>
                  <a:pt x="460708" y="302509"/>
                </a:lnTo>
                <a:lnTo>
                  <a:pt x="459413" y="316401"/>
                </a:lnTo>
                <a:lnTo>
                  <a:pt x="457814" y="330811"/>
                </a:lnTo>
                <a:lnTo>
                  <a:pt x="455516" y="345613"/>
                </a:lnTo>
                <a:lnTo>
                  <a:pt x="452150" y="360590"/>
                </a:lnTo>
                <a:lnTo>
                  <a:pt x="447415" y="375454"/>
                </a:lnTo>
                <a:lnTo>
                  <a:pt x="441103" y="389880"/>
                </a:lnTo>
                <a:lnTo>
                  <a:pt x="433113" y="403536"/>
                </a:lnTo>
                <a:lnTo>
                  <a:pt x="423459" y="416121"/>
                </a:lnTo>
                <a:lnTo>
                  <a:pt x="412252" y="427389"/>
                </a:lnTo>
                <a:lnTo>
                  <a:pt x="399685" y="437175"/>
                </a:lnTo>
                <a:lnTo>
                  <a:pt x="386001" y="445398"/>
                </a:lnTo>
                <a:lnTo>
                  <a:pt x="371467" y="452066"/>
                </a:lnTo>
                <a:lnTo>
                  <a:pt x="356344" y="457259"/>
                </a:lnTo>
                <a:lnTo>
                  <a:pt x="340862" y="461110"/>
                </a:lnTo>
                <a:lnTo>
                  <a:pt x="325207" y="463776"/>
                </a:lnTo>
                <a:lnTo>
                  <a:pt x="309513" y="465413"/>
                </a:lnTo>
                <a:lnTo>
                  <a:pt x="293868" y="466149"/>
                </a:lnTo>
                <a:lnTo>
                  <a:pt x="278324" y="466068"/>
                </a:lnTo>
                <a:lnTo>
                  <a:pt x="262912" y="465200"/>
                </a:lnTo>
                <a:lnTo>
                  <a:pt x="247664" y="463523"/>
                </a:lnTo>
                <a:lnTo>
                  <a:pt x="232623" y="460968"/>
                </a:lnTo>
                <a:lnTo>
                  <a:pt x="217859" y="457448"/>
                </a:lnTo>
                <a:lnTo>
                  <a:pt x="203471" y="452869"/>
                </a:lnTo>
                <a:lnTo>
                  <a:pt x="189579" y="447164"/>
                </a:lnTo>
                <a:lnTo>
                  <a:pt x="176317" y="440310"/>
                </a:lnTo>
                <a:lnTo>
                  <a:pt x="163813" y="432342"/>
                </a:lnTo>
                <a:lnTo>
                  <a:pt x="152167" y="423361"/>
                </a:lnTo>
                <a:lnTo>
                  <a:pt x="141430" y="413527"/>
                </a:lnTo>
                <a:lnTo>
                  <a:pt x="131590" y="403050"/>
                </a:lnTo>
                <a:lnTo>
                  <a:pt x="122562" y="392159"/>
                </a:lnTo>
                <a:lnTo>
                  <a:pt x="114191" y="381085"/>
                </a:lnTo>
                <a:lnTo>
                  <a:pt x="106265" y="370024"/>
                </a:lnTo>
                <a:lnTo>
                  <a:pt x="98533" y="359115"/>
                </a:lnTo>
                <a:lnTo>
                  <a:pt x="90740" y="348420"/>
                </a:lnTo>
                <a:lnTo>
                  <a:pt x="82661" y="337919"/>
                </a:lnTo>
                <a:lnTo>
                  <a:pt x="74131" y="327508"/>
                </a:lnTo>
                <a:lnTo>
                  <a:pt x="65081" y="317015"/>
                </a:lnTo>
                <a:lnTo>
                  <a:pt x="55556" y="306225"/>
                </a:lnTo>
                <a:lnTo>
                  <a:pt x="45722" y="294909"/>
                </a:lnTo>
                <a:lnTo>
                  <a:pt x="35866" y="282863"/>
                </a:lnTo>
                <a:lnTo>
                  <a:pt x="26370" y="269934"/>
                </a:lnTo>
                <a:lnTo>
                  <a:pt x="17685" y="256052"/>
                </a:lnTo>
                <a:lnTo>
                  <a:pt x="10286" y="241246"/>
                </a:lnTo>
                <a:lnTo>
                  <a:pt x="4628" y="225647"/>
                </a:lnTo>
                <a:lnTo>
                  <a:pt x="1104" y="209480"/>
                </a:lnTo>
                <a:lnTo>
                  <a:pt x="0" y="193048"/>
                </a:lnTo>
                <a:lnTo>
                  <a:pt x="1473" y="176698"/>
                </a:lnTo>
                <a:lnTo>
                  <a:pt x="5533" y="160787"/>
                </a:lnTo>
                <a:lnTo>
                  <a:pt x="12042" y="145644"/>
                </a:lnTo>
                <a:lnTo>
                  <a:pt x="20736" y="131538"/>
                </a:lnTo>
                <a:lnTo>
                  <a:pt x="31247" y="118652"/>
                </a:lnTo>
                <a:lnTo>
                  <a:pt x="43144" y="107066"/>
                </a:lnTo>
                <a:lnTo>
                  <a:pt x="55978" y="96754"/>
                </a:lnTo>
                <a:lnTo>
                  <a:pt x="69322" y="87600"/>
                </a:lnTo>
                <a:lnTo>
                  <a:pt x="82807" y="79410"/>
                </a:lnTo>
                <a:lnTo>
                  <a:pt x="96153" y="71950"/>
                </a:lnTo>
                <a:lnTo>
                  <a:pt x="109184" y="64975"/>
                </a:lnTo>
                <a:lnTo>
                  <a:pt x="121829" y="58265"/>
                </a:lnTo>
                <a:lnTo>
                  <a:pt x="134111" y="51650"/>
                </a:lnTo>
                <a:lnTo>
                  <a:pt x="146130" y="45036"/>
                </a:lnTo>
                <a:lnTo>
                  <a:pt x="158034" y="38407"/>
                </a:lnTo>
                <a:lnTo>
                  <a:pt x="169988" y="31829"/>
                </a:lnTo>
                <a:lnTo>
                  <a:pt x="182147" y="25435"/>
                </a:lnTo>
                <a:lnTo>
                  <a:pt x="194635" y="19403"/>
                </a:lnTo>
                <a:lnTo>
                  <a:pt x="207526" y="13928"/>
                </a:lnTo>
                <a:lnTo>
                  <a:pt x="220844" y="9200"/>
                </a:lnTo>
                <a:lnTo>
                  <a:pt x="234560" y="5372"/>
                </a:lnTo>
                <a:lnTo>
                  <a:pt x="248611" y="2545"/>
                </a:lnTo>
                <a:lnTo>
                  <a:pt x="262912" y="761"/>
                </a:lnTo>
                <a:lnTo>
                  <a:pt x="277376" y="0"/>
                </a:lnTo>
                <a:lnTo>
                  <a:pt x="291931" y="192"/>
                </a:lnTo>
                <a:lnTo>
                  <a:pt x="306529" y="1235"/>
                </a:lnTo>
                <a:lnTo>
                  <a:pt x="321151" y="3021"/>
                </a:lnTo>
                <a:lnTo>
                  <a:pt x="335806" y="5457"/>
                </a:lnTo>
                <a:lnTo>
                  <a:pt x="350514" y="8486"/>
                </a:lnTo>
                <a:lnTo>
                  <a:pt x="365293" y="12105"/>
                </a:lnTo>
                <a:lnTo>
                  <a:pt x="380134" y="16370"/>
                </a:lnTo>
                <a:lnTo>
                  <a:pt x="394984" y="21388"/>
                </a:lnTo>
                <a:lnTo>
                  <a:pt x="409731" y="27310"/>
                </a:lnTo>
                <a:lnTo>
                  <a:pt x="424192" y="34303"/>
                </a:lnTo>
                <a:lnTo>
                  <a:pt x="438120" y="42524"/>
                </a:lnTo>
                <a:lnTo>
                  <a:pt x="451214" y="52094"/>
                </a:lnTo>
                <a:lnTo>
                  <a:pt x="463141" y="63070"/>
                </a:lnTo>
                <a:lnTo>
                  <a:pt x="473569" y="75430"/>
                </a:lnTo>
                <a:lnTo>
                  <a:pt x="482198" y="89061"/>
                </a:lnTo>
                <a:lnTo>
                  <a:pt x="488801" y="103763"/>
                </a:lnTo>
                <a:lnTo>
                  <a:pt x="493247" y="119267"/>
                </a:lnTo>
                <a:lnTo>
                  <a:pt x="495528" y="135253"/>
                </a:lnTo>
                <a:lnTo>
                  <a:pt x="495764" y="151390"/>
                </a:lnTo>
                <a:lnTo>
                  <a:pt x="494202" y="167361"/>
                </a:lnTo>
                <a:lnTo>
                  <a:pt x="491191" y="182907"/>
                </a:lnTo>
                <a:lnTo>
                  <a:pt x="487156" y="197843"/>
                </a:lnTo>
                <a:lnTo>
                  <a:pt x="482554" y="212084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51" name="nature-spatial-mechanism-v2-50">
            <a:extLst xmlns:a="http://schemas.openxmlformats.org/drawingml/2006/main">
              <a:ext uri="{FF2B5EF4-FFF2-40B4-BE49-F238E27FC236}">
                <a16:creationId xmlns:a16="http://schemas.microsoft.com/office/drawing/2014/main" id="{CC2D9E9E-1328-4405-B065-56C16B65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317" y="3172940"/>
            <a:ext cx="190310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52" name="nature-spatial-mechanism-v2-51">
            <a:extLst xmlns:a="http://schemas.openxmlformats.org/drawingml/2006/main">
              <a:ext uri="{FF2B5EF4-FFF2-40B4-BE49-F238E27FC236}">
                <a16:creationId xmlns:a16="http://schemas.microsoft.com/office/drawing/2014/main" id="{779B12AF-C268-40DD-A305-287BF395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757" y="3243615"/>
            <a:ext cx="51435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nature-spatial-mechanism-v2-52">
            <a:extLst xmlns:a="http://schemas.openxmlformats.org/drawingml/2006/main">
              <a:ext uri="{FF2B5EF4-FFF2-40B4-BE49-F238E27FC236}">
                <a16:creationId xmlns:a16="http://schemas.microsoft.com/office/drawing/2014/main" id="{662DAE11-40D5-45A4-9D11-76A269B4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463" y="2862455"/>
            <a:ext cx="422795" cy="486209"/>
          </a:xfrm>
          <a:custGeom xmlns:a="http://schemas.openxmlformats.org/drawingml/2006/main">
            <a:pathLst>
              <a:path w="422795" h="486209">
                <a:moveTo>
                  <a:pt x="421196" y="250994"/>
                </a:moveTo>
                <a:lnTo>
                  <a:pt x="419794" y="264395"/>
                </a:lnTo>
                <a:lnTo>
                  <a:pt x="418249" y="277687"/>
                </a:lnTo>
                <a:lnTo>
                  <a:pt x="416717" y="290978"/>
                </a:lnTo>
                <a:lnTo>
                  <a:pt x="415291" y="304407"/>
                </a:lnTo>
                <a:lnTo>
                  <a:pt x="413986" y="318118"/>
                </a:lnTo>
                <a:lnTo>
                  <a:pt x="412725" y="332237"/>
                </a:lnTo>
                <a:lnTo>
                  <a:pt x="411348" y="346836"/>
                </a:lnTo>
                <a:lnTo>
                  <a:pt x="409620" y="361916"/>
                </a:lnTo>
                <a:lnTo>
                  <a:pt x="407259" y="377385"/>
                </a:lnTo>
                <a:lnTo>
                  <a:pt x="403965" y="393049"/>
                </a:lnTo>
                <a:lnTo>
                  <a:pt x="399453" y="408623"/>
                </a:lnTo>
                <a:lnTo>
                  <a:pt x="393492" y="423743"/>
                </a:lnTo>
                <a:lnTo>
                  <a:pt x="385929" y="437998"/>
                </a:lnTo>
                <a:lnTo>
                  <a:pt x="376711" y="450965"/>
                </a:lnTo>
                <a:lnTo>
                  <a:pt x="365895" y="462251"/>
                </a:lnTo>
                <a:lnTo>
                  <a:pt x="353643" y="471535"/>
                </a:lnTo>
                <a:lnTo>
                  <a:pt x="340208" y="478595"/>
                </a:lnTo>
                <a:lnTo>
                  <a:pt x="325908" y="483342"/>
                </a:lnTo>
                <a:lnTo>
                  <a:pt x="311090" y="485820"/>
                </a:lnTo>
                <a:lnTo>
                  <a:pt x="296103" y="486209"/>
                </a:lnTo>
                <a:lnTo>
                  <a:pt x="281256" y="484805"/>
                </a:lnTo>
                <a:lnTo>
                  <a:pt x="266795" y="481988"/>
                </a:lnTo>
                <a:lnTo>
                  <a:pt x="252880" y="478182"/>
                </a:lnTo>
                <a:lnTo>
                  <a:pt x="239584" y="473813"/>
                </a:lnTo>
                <a:lnTo>
                  <a:pt x="226887" y="469268"/>
                </a:lnTo>
                <a:lnTo>
                  <a:pt x="214702" y="464855"/>
                </a:lnTo>
                <a:lnTo>
                  <a:pt x="202886" y="460777"/>
                </a:lnTo>
                <a:lnTo>
                  <a:pt x="191276" y="457122"/>
                </a:lnTo>
                <a:lnTo>
                  <a:pt x="179714" y="453860"/>
                </a:lnTo>
                <a:lnTo>
                  <a:pt x="168074" y="450858"/>
                </a:lnTo>
                <a:lnTo>
                  <a:pt x="156280" y="447905"/>
                </a:lnTo>
                <a:lnTo>
                  <a:pt x="144318" y="444742"/>
                </a:lnTo>
                <a:lnTo>
                  <a:pt x="132237" y="441097"/>
                </a:lnTo>
                <a:lnTo>
                  <a:pt x="120141" y="436721"/>
                </a:lnTo>
                <a:lnTo>
                  <a:pt x="108173" y="431411"/>
                </a:lnTo>
                <a:lnTo>
                  <a:pt x="96495" y="425030"/>
                </a:lnTo>
                <a:lnTo>
                  <a:pt x="85265" y="417516"/>
                </a:lnTo>
                <a:lnTo>
                  <a:pt x="74617" y="408880"/>
                </a:lnTo>
                <a:lnTo>
                  <a:pt x="64649" y="399190"/>
                </a:lnTo>
                <a:lnTo>
                  <a:pt x="55410" y="388557"/>
                </a:lnTo>
                <a:lnTo>
                  <a:pt x="46908" y="377110"/>
                </a:lnTo>
                <a:lnTo>
                  <a:pt x="39112" y="364977"/>
                </a:lnTo>
                <a:lnTo>
                  <a:pt x="31974" y="352267"/>
                </a:lnTo>
                <a:lnTo>
                  <a:pt x="25445" y="339059"/>
                </a:lnTo>
                <a:lnTo>
                  <a:pt x="19496" y="325399"/>
                </a:lnTo>
                <a:lnTo>
                  <a:pt x="14138" y="311309"/>
                </a:lnTo>
                <a:lnTo>
                  <a:pt x="9431" y="296797"/>
                </a:lnTo>
                <a:lnTo>
                  <a:pt x="5488" y="281877"/>
                </a:lnTo>
                <a:lnTo>
                  <a:pt x="2470" y="266584"/>
                </a:lnTo>
                <a:lnTo>
                  <a:pt x="572" y="250994"/>
                </a:lnTo>
                <a:lnTo>
                  <a:pt x="0" y="235232"/>
                </a:lnTo>
                <a:lnTo>
                  <a:pt x="942" y="219477"/>
                </a:lnTo>
                <a:lnTo>
                  <a:pt x="3543" y="203951"/>
                </a:lnTo>
                <a:lnTo>
                  <a:pt x="7882" y="188905"/>
                </a:lnTo>
                <a:lnTo>
                  <a:pt x="13949" y="174599"/>
                </a:lnTo>
                <a:lnTo>
                  <a:pt x="21639" y="161265"/>
                </a:lnTo>
                <a:lnTo>
                  <a:pt x="30756" y="149087"/>
                </a:lnTo>
                <a:lnTo>
                  <a:pt x="41024" y="138171"/>
                </a:lnTo>
                <a:lnTo>
                  <a:pt x="52115" y="128526"/>
                </a:lnTo>
                <a:lnTo>
                  <a:pt x="63673" y="120059"/>
                </a:lnTo>
                <a:lnTo>
                  <a:pt x="75357" y="112579"/>
                </a:lnTo>
                <a:lnTo>
                  <a:pt x="86870" y="105813"/>
                </a:lnTo>
                <a:lnTo>
                  <a:pt x="97992" y="99436"/>
                </a:lnTo>
                <a:lnTo>
                  <a:pt x="108595" y="93108"/>
                </a:lnTo>
                <a:lnTo>
                  <a:pt x="118658" y="86512"/>
                </a:lnTo>
                <a:lnTo>
                  <a:pt x="128261" y="79396"/>
                </a:lnTo>
                <a:lnTo>
                  <a:pt x="137571" y="71604"/>
                </a:lnTo>
                <a:lnTo>
                  <a:pt x="146815" y="63105"/>
                </a:lnTo>
                <a:lnTo>
                  <a:pt x="156248" y="53995"/>
                </a:lnTo>
                <a:lnTo>
                  <a:pt x="166123" y="44501"/>
                </a:lnTo>
                <a:lnTo>
                  <a:pt x="176652" y="34957"/>
                </a:lnTo>
                <a:lnTo>
                  <a:pt x="187978" y="25775"/>
                </a:lnTo>
                <a:lnTo>
                  <a:pt x="200162" y="17405"/>
                </a:lnTo>
                <a:lnTo>
                  <a:pt x="213172" y="10291"/>
                </a:lnTo>
                <a:lnTo>
                  <a:pt x="226887" y="4829"/>
                </a:lnTo>
                <a:lnTo>
                  <a:pt x="241113" y="1332"/>
                </a:lnTo>
                <a:lnTo>
                  <a:pt x="255604" y="0"/>
                </a:lnTo>
                <a:lnTo>
                  <a:pt x="270093" y="909"/>
                </a:lnTo>
                <a:lnTo>
                  <a:pt x="284319" y="4012"/>
                </a:lnTo>
                <a:lnTo>
                  <a:pt x="298054" y="9150"/>
                </a:lnTo>
                <a:lnTo>
                  <a:pt x="311122" y="16080"/>
                </a:lnTo>
                <a:lnTo>
                  <a:pt x="323411" y="24505"/>
                </a:lnTo>
                <a:lnTo>
                  <a:pt x="334874" y="34106"/>
                </a:lnTo>
                <a:lnTo>
                  <a:pt x="345522" y="44582"/>
                </a:lnTo>
                <a:lnTo>
                  <a:pt x="355409" y="55672"/>
                </a:lnTo>
                <a:lnTo>
                  <a:pt x="364611" y="67173"/>
                </a:lnTo>
                <a:lnTo>
                  <a:pt x="373202" y="78955"/>
                </a:lnTo>
                <a:lnTo>
                  <a:pt x="381239" y="90950"/>
                </a:lnTo>
                <a:lnTo>
                  <a:pt x="388745" y="103145"/>
                </a:lnTo>
                <a:lnTo>
                  <a:pt x="395702" y="115566"/>
                </a:lnTo>
                <a:lnTo>
                  <a:pt x="402053" y="128251"/>
                </a:lnTo>
                <a:lnTo>
                  <a:pt x="407708" y="141232"/>
                </a:lnTo>
                <a:lnTo>
                  <a:pt x="412566" y="154519"/>
                </a:lnTo>
                <a:lnTo>
                  <a:pt x="416531" y="168087"/>
                </a:lnTo>
                <a:lnTo>
                  <a:pt x="419533" y="181879"/>
                </a:lnTo>
                <a:lnTo>
                  <a:pt x="421547" y="195807"/>
                </a:lnTo>
                <a:lnTo>
                  <a:pt x="422604" y="209770"/>
                </a:lnTo>
                <a:lnTo>
                  <a:pt x="422795" y="223667"/>
                </a:lnTo>
                <a:lnTo>
                  <a:pt x="422264" y="237421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54" name="nature-spatial-mechanism-v2-53">
            <a:extLst xmlns:a="http://schemas.openxmlformats.org/drawingml/2006/main">
              <a:ext uri="{FF2B5EF4-FFF2-40B4-BE49-F238E27FC236}">
                <a16:creationId xmlns:a16="http://schemas.microsoft.com/office/drawing/2014/main" id="{1A1A6727-5418-4E02-A653-3D21BAAD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054" y="3012484"/>
            <a:ext cx="169164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55" name="nature-spatial-mechanism-v2-54">
            <a:extLst xmlns:a="http://schemas.openxmlformats.org/drawingml/2006/main">
              <a:ext uri="{FF2B5EF4-FFF2-40B4-BE49-F238E27FC236}">
                <a16:creationId xmlns:a16="http://schemas.microsoft.com/office/drawing/2014/main" id="{DAC69C46-BA86-40EB-AA12-A1B030FD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778" y="3083159"/>
            <a:ext cx="45720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nature-spatial-mechanism-v2-55">
            <a:extLst xmlns:a="http://schemas.openxmlformats.org/drawingml/2006/main">
              <a:ext uri="{FF2B5EF4-FFF2-40B4-BE49-F238E27FC236}">
                <a16:creationId xmlns:a16="http://schemas.microsoft.com/office/drawing/2014/main" id="{CCAB8B89-022A-4E72-9B7B-B72C0044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838" y="2829766"/>
            <a:ext cx="457277" cy="479351"/>
          </a:xfrm>
          <a:custGeom xmlns:a="http://schemas.openxmlformats.org/drawingml/2006/main">
            <a:pathLst>
              <a:path w="457277" h="479351">
                <a:moveTo>
                  <a:pt x="454386" y="257588"/>
                </a:moveTo>
                <a:lnTo>
                  <a:pt x="456581" y="272479"/>
                </a:lnTo>
                <a:lnTo>
                  <a:pt x="457277" y="287580"/>
                </a:lnTo>
                <a:lnTo>
                  <a:pt x="456500" y="302722"/>
                </a:lnTo>
                <a:lnTo>
                  <a:pt x="454338" y="317761"/>
                </a:lnTo>
                <a:lnTo>
                  <a:pt x="450923" y="332582"/>
                </a:lnTo>
                <a:lnTo>
                  <a:pt x="446403" y="347112"/>
                </a:lnTo>
                <a:lnTo>
                  <a:pt x="440920" y="361306"/>
                </a:lnTo>
                <a:lnTo>
                  <a:pt x="434586" y="375142"/>
                </a:lnTo>
                <a:lnTo>
                  <a:pt x="427477" y="388600"/>
                </a:lnTo>
                <a:lnTo>
                  <a:pt x="419618" y="401644"/>
                </a:lnTo>
                <a:lnTo>
                  <a:pt x="411000" y="414207"/>
                </a:lnTo>
                <a:lnTo>
                  <a:pt x="401583" y="426180"/>
                </a:lnTo>
                <a:lnTo>
                  <a:pt x="391318" y="437411"/>
                </a:lnTo>
                <a:lnTo>
                  <a:pt x="380171" y="447709"/>
                </a:lnTo>
                <a:lnTo>
                  <a:pt x="368139" y="456857"/>
                </a:lnTo>
                <a:lnTo>
                  <a:pt x="355267" y="464643"/>
                </a:lnTo>
                <a:lnTo>
                  <a:pt x="341657" y="470877"/>
                </a:lnTo>
                <a:lnTo>
                  <a:pt x="327464" y="475427"/>
                </a:lnTo>
                <a:lnTo>
                  <a:pt x="312890" y="478238"/>
                </a:lnTo>
                <a:lnTo>
                  <a:pt x="298161" y="479351"/>
                </a:lnTo>
                <a:lnTo>
                  <a:pt x="283506" y="478910"/>
                </a:lnTo>
                <a:lnTo>
                  <a:pt x="269129" y="477155"/>
                </a:lnTo>
                <a:lnTo>
                  <a:pt x="255181" y="474404"/>
                </a:lnTo>
                <a:lnTo>
                  <a:pt x="241746" y="471027"/>
                </a:lnTo>
                <a:lnTo>
                  <a:pt x="228825" y="467404"/>
                </a:lnTo>
                <a:lnTo>
                  <a:pt x="216335" y="463891"/>
                </a:lnTo>
                <a:lnTo>
                  <a:pt x="204125" y="460777"/>
                </a:lnTo>
                <a:lnTo>
                  <a:pt x="191991" y="458250"/>
                </a:lnTo>
                <a:lnTo>
                  <a:pt x="179710" y="456378"/>
                </a:lnTo>
                <a:lnTo>
                  <a:pt x="167072" y="455097"/>
                </a:lnTo>
                <a:lnTo>
                  <a:pt x="153912" y="454216"/>
                </a:lnTo>
                <a:lnTo>
                  <a:pt x="140142" y="453439"/>
                </a:lnTo>
                <a:lnTo>
                  <a:pt x="125771" y="452393"/>
                </a:lnTo>
                <a:lnTo>
                  <a:pt x="110915" y="450671"/>
                </a:lnTo>
                <a:lnTo>
                  <a:pt x="95793" y="447871"/>
                </a:lnTo>
                <a:lnTo>
                  <a:pt x="80713" y="443645"/>
                </a:lnTo>
                <a:lnTo>
                  <a:pt x="66044" y="437730"/>
                </a:lnTo>
                <a:lnTo>
                  <a:pt x="52179" y="429975"/>
                </a:lnTo>
                <a:lnTo>
                  <a:pt x="39501" y="420352"/>
                </a:lnTo>
                <a:lnTo>
                  <a:pt x="28343" y="408959"/>
                </a:lnTo>
                <a:lnTo>
                  <a:pt x="18957" y="395997"/>
                </a:lnTo>
                <a:lnTo>
                  <a:pt x="11493" y="381753"/>
                </a:lnTo>
                <a:lnTo>
                  <a:pt x="5985" y="366561"/>
                </a:lnTo>
                <a:lnTo>
                  <a:pt x="2359" y="350768"/>
                </a:lnTo>
                <a:lnTo>
                  <a:pt x="444" y="334703"/>
                </a:lnTo>
                <a:lnTo>
                  <a:pt x="0" y="318644"/>
                </a:lnTo>
                <a:lnTo>
                  <a:pt x="748" y="302802"/>
                </a:lnTo>
                <a:lnTo>
                  <a:pt x="2405" y="287313"/>
                </a:lnTo>
                <a:lnTo>
                  <a:pt x="4714" y="272241"/>
                </a:lnTo>
                <a:lnTo>
                  <a:pt x="7473" y="257588"/>
                </a:lnTo>
                <a:lnTo>
                  <a:pt x="10550" y="243317"/>
                </a:lnTo>
                <a:lnTo>
                  <a:pt x="13888" y="229370"/>
                </a:lnTo>
                <a:lnTo>
                  <a:pt x="17503" y="215695"/>
                </a:lnTo>
                <a:lnTo>
                  <a:pt x="21466" y="202259"/>
                </a:lnTo>
                <a:lnTo>
                  <a:pt x="25884" y="189062"/>
                </a:lnTo>
                <a:lnTo>
                  <a:pt x="30874" y="176140"/>
                </a:lnTo>
                <a:lnTo>
                  <a:pt x="36541" y="163558"/>
                </a:lnTo>
                <a:lnTo>
                  <a:pt x="42954" y="151397"/>
                </a:lnTo>
                <a:lnTo>
                  <a:pt x="50135" y="139741"/>
                </a:lnTo>
                <a:lnTo>
                  <a:pt x="58058" y="128653"/>
                </a:lnTo>
                <a:lnTo>
                  <a:pt x="66648" y="118162"/>
                </a:lnTo>
                <a:lnTo>
                  <a:pt x="75797" y="108250"/>
                </a:lnTo>
                <a:lnTo>
                  <a:pt x="85385" y="98850"/>
                </a:lnTo>
                <a:lnTo>
                  <a:pt x="95298" y="89852"/>
                </a:lnTo>
                <a:lnTo>
                  <a:pt x="105450" y="81118"/>
                </a:lnTo>
                <a:lnTo>
                  <a:pt x="115799" y="72504"/>
                </a:lnTo>
                <a:lnTo>
                  <a:pt x="126355" y="63886"/>
                </a:lnTo>
                <a:lnTo>
                  <a:pt x="137178" y="55190"/>
                </a:lnTo>
                <a:lnTo>
                  <a:pt x="148370" y="46413"/>
                </a:lnTo>
                <a:lnTo>
                  <a:pt x="160057" y="37643"/>
                </a:lnTo>
                <a:lnTo>
                  <a:pt x="172363" y="29062"/>
                </a:lnTo>
                <a:lnTo>
                  <a:pt x="185386" y="20942"/>
                </a:lnTo>
                <a:lnTo>
                  <a:pt x="199168" y="13627"/>
                </a:lnTo>
                <a:lnTo>
                  <a:pt x="213685" y="7504"/>
                </a:lnTo>
                <a:lnTo>
                  <a:pt x="228825" y="2965"/>
                </a:lnTo>
                <a:lnTo>
                  <a:pt x="244397" y="369"/>
                </a:lnTo>
                <a:lnTo>
                  <a:pt x="260138" y="0"/>
                </a:lnTo>
                <a:lnTo>
                  <a:pt x="275734" y="2037"/>
                </a:lnTo>
                <a:lnTo>
                  <a:pt x="290853" y="6530"/>
                </a:lnTo>
                <a:lnTo>
                  <a:pt x="305176" y="13389"/>
                </a:lnTo>
                <a:lnTo>
                  <a:pt x="318432" y="22392"/>
                </a:lnTo>
                <a:lnTo>
                  <a:pt x="330428" y="33202"/>
                </a:lnTo>
                <a:lnTo>
                  <a:pt x="341073" y="45402"/>
                </a:lnTo>
                <a:lnTo>
                  <a:pt x="350383" y="58532"/>
                </a:lnTo>
                <a:lnTo>
                  <a:pt x="358482" y="72132"/>
                </a:lnTo>
                <a:lnTo>
                  <a:pt x="365586" y="85789"/>
                </a:lnTo>
                <a:lnTo>
                  <a:pt x="371977" y="99169"/>
                </a:lnTo>
                <a:lnTo>
                  <a:pt x="377964" y="112044"/>
                </a:lnTo>
                <a:lnTo>
                  <a:pt x="383853" y="124308"/>
                </a:lnTo>
                <a:lnTo>
                  <a:pt x="389903" y="135968"/>
                </a:lnTo>
                <a:lnTo>
                  <a:pt x="396299" y="147138"/>
                </a:lnTo>
                <a:lnTo>
                  <a:pt x="403126" y="158007"/>
                </a:lnTo>
                <a:lnTo>
                  <a:pt x="410364" y="168812"/>
                </a:lnTo>
                <a:lnTo>
                  <a:pt x="417888" y="179797"/>
                </a:lnTo>
                <a:lnTo>
                  <a:pt x="425483" y="191184"/>
                </a:lnTo>
                <a:lnTo>
                  <a:pt x="432872" y="203143"/>
                </a:lnTo>
                <a:lnTo>
                  <a:pt x="439745" y="215775"/>
                </a:lnTo>
                <a:lnTo>
                  <a:pt x="445794" y="229104"/>
                </a:lnTo>
                <a:lnTo>
                  <a:pt x="450745" y="243078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57" name="nature-spatial-mechanism-v2-56">
            <a:extLst xmlns:a="http://schemas.openxmlformats.org/drawingml/2006/main">
              <a:ext uri="{FF2B5EF4-FFF2-40B4-BE49-F238E27FC236}">
                <a16:creationId xmlns:a16="http://schemas.microsoft.com/office/drawing/2014/main" id="{6BB42E43-6FE6-48D9-BA8B-13D65AB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223" y="2986389"/>
            <a:ext cx="179737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58" name="nature-spatial-mechanism-v2-57">
            <a:extLst xmlns:a="http://schemas.openxmlformats.org/drawingml/2006/main">
              <a:ext uri="{FF2B5EF4-FFF2-40B4-BE49-F238E27FC236}">
                <a16:creationId xmlns:a16="http://schemas.microsoft.com/office/drawing/2014/main" id="{FC20CE1A-7B69-4CD8-AB7E-EEC59F9E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05" y="3057064"/>
            <a:ext cx="48578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nature-spatial-mechanism-v2-58">
            <a:extLst xmlns:a="http://schemas.openxmlformats.org/drawingml/2006/main">
              <a:ext uri="{FF2B5EF4-FFF2-40B4-BE49-F238E27FC236}">
                <a16:creationId xmlns:a16="http://schemas.microsoft.com/office/drawing/2014/main" id="{CC473EE8-3A54-432F-98A7-5E5398EB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101" y="2991230"/>
            <a:ext cx="496795" cy="464771"/>
          </a:xfrm>
          <a:custGeom xmlns:a="http://schemas.openxmlformats.org/drawingml/2006/main">
            <a:pathLst>
              <a:path w="496795" h="464771">
                <a:moveTo>
                  <a:pt x="491887" y="242619"/>
                </a:moveTo>
                <a:lnTo>
                  <a:pt x="495547" y="258715"/>
                </a:lnTo>
                <a:lnTo>
                  <a:pt x="496795" y="275094"/>
                </a:lnTo>
                <a:lnTo>
                  <a:pt x="495492" y="291414"/>
                </a:lnTo>
                <a:lnTo>
                  <a:pt x="491641" y="307324"/>
                </a:lnTo>
                <a:lnTo>
                  <a:pt x="485390" y="322509"/>
                </a:lnTo>
                <a:lnTo>
                  <a:pt x="477008" y="336711"/>
                </a:lnTo>
                <a:lnTo>
                  <a:pt x="466856" y="349760"/>
                </a:lnTo>
                <a:lnTo>
                  <a:pt x="455349" y="361581"/>
                </a:lnTo>
                <a:lnTo>
                  <a:pt x="442914" y="372200"/>
                </a:lnTo>
                <a:lnTo>
                  <a:pt x="429948" y="381724"/>
                </a:lnTo>
                <a:lnTo>
                  <a:pt x="416787" y="390323"/>
                </a:lnTo>
                <a:lnTo>
                  <a:pt x="403681" y="398203"/>
                </a:lnTo>
                <a:lnTo>
                  <a:pt x="390782" y="405569"/>
                </a:lnTo>
                <a:lnTo>
                  <a:pt x="378148" y="412599"/>
                </a:lnTo>
                <a:lnTo>
                  <a:pt x="365751" y="419419"/>
                </a:lnTo>
                <a:lnTo>
                  <a:pt x="353504" y="426088"/>
                </a:lnTo>
                <a:lnTo>
                  <a:pt x="341283" y="432591"/>
                </a:lnTo>
                <a:lnTo>
                  <a:pt x="328956" y="438851"/>
                </a:lnTo>
                <a:lnTo>
                  <a:pt x="316409" y="444737"/>
                </a:lnTo>
                <a:lnTo>
                  <a:pt x="303559" y="450094"/>
                </a:lnTo>
                <a:lnTo>
                  <a:pt x="290372" y="454763"/>
                </a:lnTo>
                <a:lnTo>
                  <a:pt x="276854" y="458610"/>
                </a:lnTo>
                <a:lnTo>
                  <a:pt x="263053" y="461542"/>
                </a:lnTo>
                <a:lnTo>
                  <a:pt x="249035" y="463523"/>
                </a:lnTo>
                <a:lnTo>
                  <a:pt x="234874" y="464574"/>
                </a:lnTo>
                <a:lnTo>
                  <a:pt x="220634" y="464771"/>
                </a:lnTo>
                <a:lnTo>
                  <a:pt x="206351" y="464221"/>
                </a:lnTo>
                <a:lnTo>
                  <a:pt x="192032" y="463047"/>
                </a:lnTo>
                <a:lnTo>
                  <a:pt x="177652" y="461360"/>
                </a:lnTo>
                <a:lnTo>
                  <a:pt x="163163" y="459235"/>
                </a:lnTo>
                <a:lnTo>
                  <a:pt x="148517" y="456694"/>
                </a:lnTo>
                <a:lnTo>
                  <a:pt x="133677" y="453691"/>
                </a:lnTo>
                <a:lnTo>
                  <a:pt x="118650" y="450116"/>
                </a:lnTo>
                <a:lnTo>
                  <a:pt x="103497" y="445803"/>
                </a:lnTo>
                <a:lnTo>
                  <a:pt x="88357" y="440549"/>
                </a:lnTo>
                <a:lnTo>
                  <a:pt x="73443" y="434143"/>
                </a:lnTo>
                <a:lnTo>
                  <a:pt x="59041" y="426395"/>
                </a:lnTo>
                <a:lnTo>
                  <a:pt x="45493" y="417167"/>
                </a:lnTo>
                <a:lnTo>
                  <a:pt x="33164" y="406398"/>
                </a:lnTo>
                <a:lnTo>
                  <a:pt x="22416" y="394121"/>
                </a:lnTo>
                <a:lnTo>
                  <a:pt x="13561" y="380468"/>
                </a:lnTo>
                <a:lnTo>
                  <a:pt x="6834" y="365663"/>
                </a:lnTo>
                <a:lnTo>
                  <a:pt x="2358" y="350006"/>
                </a:lnTo>
                <a:lnTo>
                  <a:pt x="128" y="333841"/>
                </a:lnTo>
                <a:lnTo>
                  <a:pt x="0" y="317521"/>
                </a:lnTo>
                <a:lnTo>
                  <a:pt x="1707" y="301377"/>
                </a:lnTo>
                <a:lnTo>
                  <a:pt x="4878" y="285681"/>
                </a:lnTo>
                <a:lnTo>
                  <a:pt x="9072" y="270616"/>
                </a:lnTo>
                <a:lnTo>
                  <a:pt x="13822" y="256269"/>
                </a:lnTo>
                <a:lnTo>
                  <a:pt x="18685" y="242619"/>
                </a:lnTo>
                <a:lnTo>
                  <a:pt x="23278" y="229553"/>
                </a:lnTo>
                <a:lnTo>
                  <a:pt x="27325" y="216885"/>
                </a:lnTo>
                <a:lnTo>
                  <a:pt x="30671" y="204386"/>
                </a:lnTo>
                <a:lnTo>
                  <a:pt x="33306" y="191823"/>
                </a:lnTo>
                <a:lnTo>
                  <a:pt x="35348" y="178989"/>
                </a:lnTo>
                <a:lnTo>
                  <a:pt x="37036" y="165740"/>
                </a:lnTo>
                <a:lnTo>
                  <a:pt x="38690" y="152011"/>
                </a:lnTo>
                <a:lnTo>
                  <a:pt x="40679" y="137836"/>
                </a:lnTo>
                <a:lnTo>
                  <a:pt x="43376" y="123341"/>
                </a:lnTo>
                <a:lnTo>
                  <a:pt x="47120" y="108733"/>
                </a:lnTo>
                <a:lnTo>
                  <a:pt x="52179" y="94279"/>
                </a:lnTo>
                <a:lnTo>
                  <a:pt x="58731" y="80273"/>
                </a:lnTo>
                <a:lnTo>
                  <a:pt x="66853" y="67008"/>
                </a:lnTo>
                <a:lnTo>
                  <a:pt x="76517" y="54743"/>
                </a:lnTo>
                <a:lnTo>
                  <a:pt x="87610" y="43680"/>
                </a:lnTo>
                <a:lnTo>
                  <a:pt x="99950" y="33949"/>
                </a:lnTo>
                <a:lnTo>
                  <a:pt x="113316" y="25600"/>
                </a:lnTo>
                <a:lnTo>
                  <a:pt x="127477" y="18614"/>
                </a:lnTo>
                <a:lnTo>
                  <a:pt x="142211" y="12913"/>
                </a:lnTo>
                <a:lnTo>
                  <a:pt x="157332" y="8386"/>
                </a:lnTo>
                <a:lnTo>
                  <a:pt x="172691" y="4915"/>
                </a:lnTo>
                <a:lnTo>
                  <a:pt x="188185" y="2397"/>
                </a:lnTo>
                <a:lnTo>
                  <a:pt x="203745" y="765"/>
                </a:lnTo>
                <a:lnTo>
                  <a:pt x="219322" y="0"/>
                </a:lnTo>
                <a:lnTo>
                  <a:pt x="234874" y="135"/>
                </a:lnTo>
                <a:lnTo>
                  <a:pt x="250347" y="1248"/>
                </a:lnTo>
                <a:lnTo>
                  <a:pt x="265659" y="3444"/>
                </a:lnTo>
                <a:lnTo>
                  <a:pt x="280701" y="6834"/>
                </a:lnTo>
                <a:lnTo>
                  <a:pt x="295332" y="11512"/>
                </a:lnTo>
                <a:lnTo>
                  <a:pt x="309391" y="17528"/>
                </a:lnTo>
                <a:lnTo>
                  <a:pt x="322714" y="24869"/>
                </a:lnTo>
                <a:lnTo>
                  <a:pt x="335157" y="33454"/>
                </a:lnTo>
                <a:lnTo>
                  <a:pt x="346616" y="43125"/>
                </a:lnTo>
                <a:lnTo>
                  <a:pt x="357051" y="53664"/>
                </a:lnTo>
                <a:lnTo>
                  <a:pt x="366498" y="64810"/>
                </a:lnTo>
                <a:lnTo>
                  <a:pt x="375073" y="76286"/>
                </a:lnTo>
                <a:lnTo>
                  <a:pt x="382970" y="87833"/>
                </a:lnTo>
                <a:lnTo>
                  <a:pt x="390442" y="99236"/>
                </a:lnTo>
                <a:lnTo>
                  <a:pt x="397773" y="110353"/>
                </a:lnTo>
                <a:lnTo>
                  <a:pt x="405244" y="121130"/>
                </a:lnTo>
                <a:lnTo>
                  <a:pt x="413099" y="131609"/>
                </a:lnTo>
                <a:lnTo>
                  <a:pt x="421504" y="141918"/>
                </a:lnTo>
                <a:lnTo>
                  <a:pt x="430524" y="152258"/>
                </a:lnTo>
                <a:lnTo>
                  <a:pt x="440100" y="162869"/>
                </a:lnTo>
                <a:lnTo>
                  <a:pt x="450042" y="174001"/>
                </a:lnTo>
                <a:lnTo>
                  <a:pt x="460043" y="185876"/>
                </a:lnTo>
                <a:lnTo>
                  <a:pt x="469698" y="198653"/>
                </a:lnTo>
                <a:lnTo>
                  <a:pt x="478542" y="212406"/>
                </a:lnTo>
                <a:lnTo>
                  <a:pt x="486091" y="227106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60" name="nature-spatial-mechanism-v2-59">
            <a:extLst xmlns:a="http://schemas.openxmlformats.org/drawingml/2006/main">
              <a:ext uri="{FF2B5EF4-FFF2-40B4-BE49-F238E27FC236}">
                <a16:creationId xmlns:a16="http://schemas.microsoft.com/office/drawing/2014/main" id="{3D9309DB-B912-41F9-A2AD-453D9BE0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392" y="3132884"/>
            <a:ext cx="190310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11430">
            <a:solidFill>
              <a:srgbClr val="9380B4"/>
            </a:solidFill>
            <a:prstDash val="solid"/>
          </a:ln>
        </p:spPr>
      </p:sp>
      <p:sp>
        <p:nvSpPr>
          <p:cNvPr id="61" name="nature-spatial-mechanism-v2-60">
            <a:extLst xmlns:a="http://schemas.openxmlformats.org/drawingml/2006/main">
              <a:ext uri="{FF2B5EF4-FFF2-40B4-BE49-F238E27FC236}">
                <a16:creationId xmlns:a16="http://schemas.microsoft.com/office/drawing/2014/main" id="{F9D9509C-1391-48F1-8440-670C4AFD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832" y="3203559"/>
            <a:ext cx="51435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nature-spatial-mechanism-v2-61">
            <a:extLst xmlns:a="http://schemas.openxmlformats.org/drawingml/2006/main">
              <a:ext uri="{FF2B5EF4-FFF2-40B4-BE49-F238E27FC236}">
                <a16:creationId xmlns:a16="http://schemas.microsoft.com/office/drawing/2014/main" id="{00BBC4DE-CDC0-4068-BAD6-BB565BF2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230" y="3102098"/>
            <a:ext cx="425200" cy="484314"/>
          </a:xfrm>
          <a:custGeom xmlns:a="http://schemas.openxmlformats.org/drawingml/2006/main">
            <a:pathLst>
              <a:path w="425200" h="484314">
                <a:moveTo>
                  <a:pt x="424132" y="236220"/>
                </a:moveTo>
                <a:lnTo>
                  <a:pt x="425200" y="252129"/>
                </a:lnTo>
                <a:lnTo>
                  <a:pt x="424601" y="268080"/>
                </a:lnTo>
                <a:lnTo>
                  <a:pt x="422180" y="283820"/>
                </a:lnTo>
                <a:lnTo>
                  <a:pt x="417866" y="299065"/>
                </a:lnTo>
                <a:lnTo>
                  <a:pt x="411687" y="313532"/>
                </a:lnTo>
                <a:lnTo>
                  <a:pt x="403775" y="326968"/>
                </a:lnTo>
                <a:lnTo>
                  <a:pt x="394360" y="339183"/>
                </a:lnTo>
                <a:lnTo>
                  <a:pt x="383754" y="350072"/>
                </a:lnTo>
                <a:lnTo>
                  <a:pt x="372317" y="359634"/>
                </a:lnTo>
                <a:lnTo>
                  <a:pt x="360431" y="367975"/>
                </a:lnTo>
                <a:lnTo>
                  <a:pt x="348456" y="375303"/>
                </a:lnTo>
                <a:lnTo>
                  <a:pt x="336697" y="381905"/>
                </a:lnTo>
                <a:lnTo>
                  <a:pt x="325379" y="388117"/>
                </a:lnTo>
                <a:lnTo>
                  <a:pt x="314622" y="394287"/>
                </a:lnTo>
                <a:lnTo>
                  <a:pt x="304441" y="400729"/>
                </a:lnTo>
                <a:lnTo>
                  <a:pt x="294746" y="407688"/>
                </a:lnTo>
                <a:lnTo>
                  <a:pt x="285361" y="415309"/>
                </a:lnTo>
                <a:lnTo>
                  <a:pt x="276056" y="423612"/>
                </a:lnTo>
                <a:lnTo>
                  <a:pt x="266572" y="432489"/>
                </a:lnTo>
                <a:lnTo>
                  <a:pt x="256663" y="441708"/>
                </a:lnTo>
                <a:lnTo>
                  <a:pt x="246123" y="450936"/>
                </a:lnTo>
                <a:lnTo>
                  <a:pt x="234817" y="459774"/>
                </a:lnTo>
                <a:lnTo>
                  <a:pt x="222689" y="467791"/>
                </a:lnTo>
                <a:lnTo>
                  <a:pt x="209776" y="474571"/>
                </a:lnTo>
                <a:lnTo>
                  <a:pt x="196195" y="479752"/>
                </a:lnTo>
                <a:lnTo>
                  <a:pt x="182130" y="483055"/>
                </a:lnTo>
                <a:lnTo>
                  <a:pt x="167810" y="484314"/>
                </a:lnTo>
                <a:lnTo>
                  <a:pt x="153478" y="483474"/>
                </a:lnTo>
                <a:lnTo>
                  <a:pt x="139369" y="480597"/>
                </a:lnTo>
                <a:lnTo>
                  <a:pt x="125682" y="475841"/>
                </a:lnTo>
                <a:lnTo>
                  <a:pt x="112571" y="469431"/>
                </a:lnTo>
                <a:lnTo>
                  <a:pt x="100129" y="461636"/>
                </a:lnTo>
                <a:lnTo>
                  <a:pt x="88396" y="452730"/>
                </a:lnTo>
                <a:lnTo>
                  <a:pt x="77369" y="442965"/>
                </a:lnTo>
                <a:lnTo>
                  <a:pt x="67011" y="432548"/>
                </a:lnTo>
                <a:lnTo>
                  <a:pt x="57280" y="421631"/>
                </a:lnTo>
                <a:lnTo>
                  <a:pt x="48142" y="410303"/>
                </a:lnTo>
                <a:lnTo>
                  <a:pt x="39588" y="398603"/>
                </a:lnTo>
                <a:lnTo>
                  <a:pt x="31646" y="386527"/>
                </a:lnTo>
                <a:lnTo>
                  <a:pt x="24377" y="374056"/>
                </a:lnTo>
                <a:lnTo>
                  <a:pt x="17878" y="361171"/>
                </a:lnTo>
                <a:lnTo>
                  <a:pt x="12259" y="347873"/>
                </a:lnTo>
                <a:lnTo>
                  <a:pt x="7629" y="334196"/>
                </a:lnTo>
                <a:lnTo>
                  <a:pt x="4075" y="320210"/>
                </a:lnTo>
                <a:lnTo>
                  <a:pt x="1640" y="306020"/>
                </a:lnTo>
                <a:lnTo>
                  <a:pt x="308" y="291754"/>
                </a:lnTo>
                <a:lnTo>
                  <a:pt x="0" y="277545"/>
                </a:lnTo>
                <a:lnTo>
                  <a:pt x="569" y="263508"/>
                </a:lnTo>
                <a:lnTo>
                  <a:pt x="1816" y="249724"/>
                </a:lnTo>
                <a:lnTo>
                  <a:pt x="3508" y="236220"/>
                </a:lnTo>
                <a:lnTo>
                  <a:pt x="5406" y="222967"/>
                </a:lnTo>
                <a:lnTo>
                  <a:pt x="7293" y="209871"/>
                </a:lnTo>
                <a:lnTo>
                  <a:pt x="9006" y="196793"/>
                </a:lnTo>
                <a:lnTo>
                  <a:pt x="10457" y="183563"/>
                </a:lnTo>
                <a:lnTo>
                  <a:pt x="11650" y="170012"/>
                </a:lnTo>
                <a:lnTo>
                  <a:pt x="12688" y="155997"/>
                </a:lnTo>
                <a:lnTo>
                  <a:pt x="13768" y="141435"/>
                </a:lnTo>
                <a:lnTo>
                  <a:pt x="15158" y="126327"/>
                </a:lnTo>
                <a:lnTo>
                  <a:pt x="17173" y="110775"/>
                </a:lnTo>
                <a:lnTo>
                  <a:pt x="20139" y="94984"/>
                </a:lnTo>
                <a:lnTo>
                  <a:pt x="24359" y="79258"/>
                </a:lnTo>
                <a:lnTo>
                  <a:pt x="30075" y="63974"/>
                </a:lnTo>
                <a:lnTo>
                  <a:pt x="37442" y="49556"/>
                </a:lnTo>
                <a:lnTo>
                  <a:pt x="46507" y="36431"/>
                </a:lnTo>
                <a:lnTo>
                  <a:pt x="57205" y="24990"/>
                </a:lnTo>
                <a:lnTo>
                  <a:pt x="69364" y="15549"/>
                </a:lnTo>
                <a:lnTo>
                  <a:pt x="82724" y="8318"/>
                </a:lnTo>
                <a:lnTo>
                  <a:pt x="96963" y="3375"/>
                </a:lnTo>
                <a:lnTo>
                  <a:pt x="111730" y="664"/>
                </a:lnTo>
                <a:lnTo>
                  <a:pt x="126683" y="0"/>
                </a:lnTo>
                <a:lnTo>
                  <a:pt x="141519" y="1089"/>
                </a:lnTo>
                <a:lnTo>
                  <a:pt x="156000" y="3562"/>
                </a:lnTo>
                <a:lnTo>
                  <a:pt x="169971" y="7014"/>
                </a:lnTo>
                <a:lnTo>
                  <a:pt x="183365" y="11049"/>
                </a:lnTo>
                <a:lnTo>
                  <a:pt x="196195" y="15313"/>
                </a:lnTo>
                <a:lnTo>
                  <a:pt x="208541" y="19533"/>
                </a:lnTo>
                <a:lnTo>
                  <a:pt x="220528" y="23537"/>
                </a:lnTo>
                <a:lnTo>
                  <a:pt x="232295" y="27261"/>
                </a:lnTo>
                <a:lnTo>
                  <a:pt x="243974" y="30750"/>
                </a:lnTo>
                <a:lnTo>
                  <a:pt x="255662" y="34133"/>
                </a:lnTo>
                <a:lnTo>
                  <a:pt x="267413" y="37607"/>
                </a:lnTo>
                <a:lnTo>
                  <a:pt x="279222" y="41399"/>
                </a:lnTo>
                <a:lnTo>
                  <a:pt x="291034" y="45739"/>
                </a:lnTo>
                <a:lnTo>
                  <a:pt x="302750" y="50826"/>
                </a:lnTo>
                <a:lnTo>
                  <a:pt x="314248" y="56809"/>
                </a:lnTo>
                <a:lnTo>
                  <a:pt x="325396" y="63774"/>
                </a:lnTo>
                <a:lnTo>
                  <a:pt x="336079" y="71742"/>
                </a:lnTo>
                <a:lnTo>
                  <a:pt x="346210" y="80672"/>
                </a:lnTo>
                <a:lnTo>
                  <a:pt x="355742" y="90483"/>
                </a:lnTo>
                <a:lnTo>
                  <a:pt x="364669" y="101066"/>
                </a:lnTo>
                <a:lnTo>
                  <a:pt x="373022" y="112313"/>
                </a:lnTo>
                <a:lnTo>
                  <a:pt x="380854" y="124128"/>
                </a:lnTo>
                <a:lnTo>
                  <a:pt x="388221" y="136447"/>
                </a:lnTo>
                <a:lnTo>
                  <a:pt x="395161" y="149238"/>
                </a:lnTo>
                <a:lnTo>
                  <a:pt x="401677" y="162500"/>
                </a:lnTo>
                <a:lnTo>
                  <a:pt x="407718" y="176253"/>
                </a:lnTo>
                <a:lnTo>
                  <a:pt x="413174" y="190518"/>
                </a:lnTo>
                <a:lnTo>
                  <a:pt x="417876" y="205298"/>
                </a:lnTo>
                <a:lnTo>
                  <a:pt x="421610" y="220561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63" name="nature-spatial-mechanism-v2-62">
            <a:extLst xmlns:a="http://schemas.openxmlformats.org/drawingml/2006/main">
              <a:ext uri="{FF2B5EF4-FFF2-40B4-BE49-F238E27FC236}">
                <a16:creationId xmlns:a16="http://schemas.microsoft.com/office/drawing/2014/main" id="{856DEA63-81D4-4FB7-B505-E81D0A1E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129" y="3237353"/>
            <a:ext cx="169164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11430">
            <a:solidFill>
              <a:srgbClr val="9380B4"/>
            </a:solidFill>
            <a:prstDash val="solid"/>
          </a:ln>
        </p:spPr>
      </p:sp>
      <p:sp>
        <p:nvSpPr>
          <p:cNvPr id="64" name="nature-spatial-mechanism-v2-63">
            <a:extLst xmlns:a="http://schemas.openxmlformats.org/drawingml/2006/main">
              <a:ext uri="{FF2B5EF4-FFF2-40B4-BE49-F238E27FC236}">
                <a16:creationId xmlns:a16="http://schemas.microsoft.com/office/drawing/2014/main" id="{87D88036-8380-401D-9BF5-8BF58108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853" y="3308029"/>
            <a:ext cx="45720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nature-spatial-mechanism-v2-64">
            <a:extLst xmlns:a="http://schemas.openxmlformats.org/drawingml/2006/main">
              <a:ext uri="{FF2B5EF4-FFF2-40B4-BE49-F238E27FC236}">
                <a16:creationId xmlns:a16="http://schemas.microsoft.com/office/drawing/2014/main" id="{C0F0B9E4-09BF-4F1D-988A-D983F5F1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74" y="3484022"/>
            <a:ext cx="433340" cy="520759"/>
          </a:xfrm>
          <a:custGeom xmlns:a="http://schemas.openxmlformats.org/drawingml/2006/main">
            <a:pathLst>
              <a:path w="433340" h="520759">
                <a:moveTo>
                  <a:pt x="423914" y="240253"/>
                </a:moveTo>
                <a:lnTo>
                  <a:pt x="420653" y="255626"/>
                </a:lnTo>
                <a:lnTo>
                  <a:pt x="417307" y="270611"/>
                </a:lnTo>
                <a:lnTo>
                  <a:pt x="413887" y="285307"/>
                </a:lnTo>
                <a:lnTo>
                  <a:pt x="410333" y="299791"/>
                </a:lnTo>
                <a:lnTo>
                  <a:pt x="406537" y="314107"/>
                </a:lnTo>
                <a:lnTo>
                  <a:pt x="402361" y="328249"/>
                </a:lnTo>
                <a:lnTo>
                  <a:pt x="397670" y="342170"/>
                </a:lnTo>
                <a:lnTo>
                  <a:pt x="392347" y="355786"/>
                </a:lnTo>
                <a:lnTo>
                  <a:pt x="386317" y="368996"/>
                </a:lnTo>
                <a:lnTo>
                  <a:pt x="379551" y="381705"/>
                </a:lnTo>
                <a:lnTo>
                  <a:pt x="372069" y="393837"/>
                </a:lnTo>
                <a:lnTo>
                  <a:pt x="363934" y="405360"/>
                </a:lnTo>
                <a:lnTo>
                  <a:pt x="355234" y="416289"/>
                </a:lnTo>
                <a:lnTo>
                  <a:pt x="346067" y="426687"/>
                </a:lnTo>
                <a:lnTo>
                  <a:pt x="336520" y="436657"/>
                </a:lnTo>
                <a:lnTo>
                  <a:pt x="326653" y="446320"/>
                </a:lnTo>
                <a:lnTo>
                  <a:pt x="316489" y="455789"/>
                </a:lnTo>
                <a:lnTo>
                  <a:pt x="306006" y="465144"/>
                </a:lnTo>
                <a:lnTo>
                  <a:pt x="295149" y="474403"/>
                </a:lnTo>
                <a:lnTo>
                  <a:pt x="283836" y="483502"/>
                </a:lnTo>
                <a:lnTo>
                  <a:pt x="271981" y="492286"/>
                </a:lnTo>
                <a:lnTo>
                  <a:pt x="259513" y="500507"/>
                </a:lnTo>
                <a:lnTo>
                  <a:pt x="246402" y="507838"/>
                </a:lnTo>
                <a:lnTo>
                  <a:pt x="232675" y="513904"/>
                </a:lnTo>
                <a:lnTo>
                  <a:pt x="218426" y="518313"/>
                </a:lnTo>
                <a:lnTo>
                  <a:pt x="203824" y="520698"/>
                </a:lnTo>
                <a:lnTo>
                  <a:pt x="189100" y="520759"/>
                </a:lnTo>
                <a:lnTo>
                  <a:pt x="174531" y="518299"/>
                </a:lnTo>
                <a:lnTo>
                  <a:pt x="160417" y="513253"/>
                </a:lnTo>
                <a:lnTo>
                  <a:pt x="147049" y="505697"/>
                </a:lnTo>
                <a:lnTo>
                  <a:pt x="134676" y="495851"/>
                </a:lnTo>
                <a:lnTo>
                  <a:pt x="123480" y="484061"/>
                </a:lnTo>
                <a:lnTo>
                  <a:pt x="113551" y="470764"/>
                </a:lnTo>
                <a:lnTo>
                  <a:pt x="104878" y="456453"/>
                </a:lnTo>
                <a:lnTo>
                  <a:pt x="97347" y="441624"/>
                </a:lnTo>
                <a:lnTo>
                  <a:pt x="90755" y="426733"/>
                </a:lnTo>
                <a:lnTo>
                  <a:pt x="84833" y="412153"/>
                </a:lnTo>
                <a:lnTo>
                  <a:pt x="79278" y="398145"/>
                </a:lnTo>
                <a:lnTo>
                  <a:pt x="73786" y="384838"/>
                </a:lnTo>
                <a:lnTo>
                  <a:pt x="68095" y="372230"/>
                </a:lnTo>
                <a:lnTo>
                  <a:pt x="62008" y="360199"/>
                </a:lnTo>
                <a:lnTo>
                  <a:pt x="55428" y="348531"/>
                </a:lnTo>
                <a:lnTo>
                  <a:pt x="48358" y="336953"/>
                </a:lnTo>
                <a:lnTo>
                  <a:pt x="40914" y="325177"/>
                </a:lnTo>
                <a:lnTo>
                  <a:pt x="33303" y="312934"/>
                </a:lnTo>
                <a:lnTo>
                  <a:pt x="25805" y="300013"/>
                </a:lnTo>
                <a:lnTo>
                  <a:pt x="18741" y="286281"/>
                </a:lnTo>
                <a:lnTo>
                  <a:pt x="12441" y="271696"/>
                </a:lnTo>
                <a:lnTo>
                  <a:pt x="7208" y="256310"/>
                </a:lnTo>
                <a:lnTo>
                  <a:pt x="3290" y="240253"/>
                </a:lnTo>
                <a:lnTo>
                  <a:pt x="859" y="223713"/>
                </a:lnTo>
                <a:lnTo>
                  <a:pt x="0" y="206910"/>
                </a:lnTo>
                <a:lnTo>
                  <a:pt x="714" y="190069"/>
                </a:lnTo>
                <a:lnTo>
                  <a:pt x="2924" y="173394"/>
                </a:lnTo>
                <a:lnTo>
                  <a:pt x="6499" y="157048"/>
                </a:lnTo>
                <a:lnTo>
                  <a:pt x="11275" y="141149"/>
                </a:lnTo>
                <a:lnTo>
                  <a:pt x="17078" y="125766"/>
                </a:lnTo>
                <a:lnTo>
                  <a:pt x="23751" y="110933"/>
                </a:lnTo>
                <a:lnTo>
                  <a:pt x="31172" y="96660"/>
                </a:lnTo>
                <a:lnTo>
                  <a:pt x="39259" y="82960"/>
                </a:lnTo>
                <a:lnTo>
                  <a:pt x="47973" y="69864"/>
                </a:lnTo>
                <a:lnTo>
                  <a:pt x="57312" y="57436"/>
                </a:lnTo>
                <a:lnTo>
                  <a:pt x="67297" y="45787"/>
                </a:lnTo>
                <a:lnTo>
                  <a:pt x="77951" y="35071"/>
                </a:lnTo>
                <a:lnTo>
                  <a:pt x="89283" y="25471"/>
                </a:lnTo>
                <a:lnTo>
                  <a:pt x="101272" y="17187"/>
                </a:lnTo>
                <a:lnTo>
                  <a:pt x="113852" y="10402"/>
                </a:lnTo>
                <a:lnTo>
                  <a:pt x="126913" y="5262"/>
                </a:lnTo>
                <a:lnTo>
                  <a:pt x="140307" y="1840"/>
                </a:lnTo>
                <a:lnTo>
                  <a:pt x="153856" y="124"/>
                </a:lnTo>
                <a:lnTo>
                  <a:pt x="167376" y="0"/>
                </a:lnTo>
                <a:lnTo>
                  <a:pt x="180696" y="1255"/>
                </a:lnTo>
                <a:lnTo>
                  <a:pt x="193684" y="3592"/>
                </a:lnTo>
                <a:lnTo>
                  <a:pt x="206264" y="6653"/>
                </a:lnTo>
                <a:lnTo>
                  <a:pt x="218426" y="10059"/>
                </a:lnTo>
                <a:lnTo>
                  <a:pt x="230236" y="13447"/>
                </a:lnTo>
                <a:lnTo>
                  <a:pt x="241818" y="16513"/>
                </a:lnTo>
                <a:lnTo>
                  <a:pt x="253348" y="19048"/>
                </a:lnTo>
                <a:lnTo>
                  <a:pt x="265022" y="20966"/>
                </a:lnTo>
                <a:lnTo>
                  <a:pt x="277029" y="22318"/>
                </a:lnTo>
                <a:lnTo>
                  <a:pt x="289518" y="23288"/>
                </a:lnTo>
                <a:lnTo>
                  <a:pt x="302573" y="24179"/>
                </a:lnTo>
                <a:lnTo>
                  <a:pt x="316188" y="25378"/>
                </a:lnTo>
                <a:lnTo>
                  <a:pt x="330259" y="27320"/>
                </a:lnTo>
                <a:lnTo>
                  <a:pt x="344583" y="30438"/>
                </a:lnTo>
                <a:lnTo>
                  <a:pt x="358871" y="35116"/>
                </a:lnTo>
                <a:lnTo>
                  <a:pt x="372770" y="41652"/>
                </a:lnTo>
                <a:lnTo>
                  <a:pt x="385900" y="50221"/>
                </a:lnTo>
                <a:lnTo>
                  <a:pt x="397883" y="60865"/>
                </a:lnTo>
                <a:lnTo>
                  <a:pt x="408387" y="73486"/>
                </a:lnTo>
                <a:lnTo>
                  <a:pt x="417153" y="87863"/>
                </a:lnTo>
                <a:lnTo>
                  <a:pt x="424023" y="103678"/>
                </a:lnTo>
                <a:lnTo>
                  <a:pt x="428950" y="120549"/>
                </a:lnTo>
                <a:lnTo>
                  <a:pt x="432000" y="138076"/>
                </a:lnTo>
                <a:lnTo>
                  <a:pt x="433340" y="155875"/>
                </a:lnTo>
                <a:lnTo>
                  <a:pt x="433214" y="173616"/>
                </a:lnTo>
                <a:lnTo>
                  <a:pt x="431915" y="191043"/>
                </a:lnTo>
                <a:lnTo>
                  <a:pt x="429749" y="207995"/>
                </a:lnTo>
                <a:lnTo>
                  <a:pt x="427002" y="224396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66" name="nature-spatial-mechanism-v2-65">
            <a:extLst xmlns:a="http://schemas.openxmlformats.org/drawingml/2006/main">
              <a:ext uri="{FF2B5EF4-FFF2-40B4-BE49-F238E27FC236}">
                <a16:creationId xmlns:a16="http://schemas.microsoft.com/office/drawing/2014/main" id="{899936D3-655E-465C-9B11-3F275301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" y="3613785"/>
            <a:ext cx="169164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1430">
            <a:solidFill>
              <a:srgbClr val="4A9086"/>
            </a:solidFill>
            <a:prstDash val="solid"/>
          </a:ln>
        </p:spPr>
      </p:sp>
      <p:sp>
        <p:nvSpPr>
          <p:cNvPr id="67" name="nature-spatial-mechanism-v2-66">
            <a:extLst xmlns:a="http://schemas.openxmlformats.org/drawingml/2006/main">
              <a:ext uri="{FF2B5EF4-FFF2-40B4-BE49-F238E27FC236}">
                <a16:creationId xmlns:a16="http://schemas.microsoft.com/office/drawing/2014/main" id="{28145841-96C7-457C-8720-7CF7CB73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528" y="3691128"/>
            <a:ext cx="45720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nature-spatial-mechanism-v2-67">
            <a:extLst xmlns:a="http://schemas.openxmlformats.org/drawingml/2006/main">
              <a:ext uri="{FF2B5EF4-FFF2-40B4-BE49-F238E27FC236}">
                <a16:creationId xmlns:a16="http://schemas.microsoft.com/office/drawing/2014/main" id="{313A69C0-CA2F-4F03-A290-BA2FFB79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107" y="3605831"/>
            <a:ext cx="468222" cy="510125"/>
          </a:xfrm>
          <a:custGeom xmlns:a="http://schemas.openxmlformats.org/drawingml/2006/main">
            <a:pathLst>
              <a:path w="468222" h="510125">
                <a:moveTo>
                  <a:pt x="451284" y="246934"/>
                </a:moveTo>
                <a:lnTo>
                  <a:pt x="447073" y="261156"/>
                </a:lnTo>
                <a:lnTo>
                  <a:pt x="443389" y="274961"/>
                </a:lnTo>
                <a:lnTo>
                  <a:pt x="440388" y="288605"/>
                </a:lnTo>
                <a:lnTo>
                  <a:pt x="438098" y="302353"/>
                </a:lnTo>
                <a:lnTo>
                  <a:pt x="436413" y="316443"/>
                </a:lnTo>
                <a:lnTo>
                  <a:pt x="435113" y="331048"/>
                </a:lnTo>
                <a:lnTo>
                  <a:pt x="433890" y="346250"/>
                </a:lnTo>
                <a:lnTo>
                  <a:pt x="432380" y="362019"/>
                </a:lnTo>
                <a:lnTo>
                  <a:pt x="430209" y="378218"/>
                </a:lnTo>
                <a:lnTo>
                  <a:pt x="427031" y="394608"/>
                </a:lnTo>
                <a:lnTo>
                  <a:pt x="422559" y="410874"/>
                </a:lnTo>
                <a:lnTo>
                  <a:pt x="416597" y="426661"/>
                </a:lnTo>
                <a:lnTo>
                  <a:pt x="409052" y="441606"/>
                </a:lnTo>
                <a:lnTo>
                  <a:pt x="399934" y="455378"/>
                </a:lnTo>
                <a:lnTo>
                  <a:pt x="389349" y="467709"/>
                </a:lnTo>
                <a:lnTo>
                  <a:pt x="377480" y="478417"/>
                </a:lnTo>
                <a:lnTo>
                  <a:pt x="364556" y="487416"/>
                </a:lnTo>
                <a:lnTo>
                  <a:pt x="350830" y="494714"/>
                </a:lnTo>
                <a:lnTo>
                  <a:pt x="336547" y="500397"/>
                </a:lnTo>
                <a:lnTo>
                  <a:pt x="321926" y="504611"/>
                </a:lnTo>
                <a:lnTo>
                  <a:pt x="307140" y="507529"/>
                </a:lnTo>
                <a:lnTo>
                  <a:pt x="292318" y="509319"/>
                </a:lnTo>
                <a:lnTo>
                  <a:pt x="277542" y="510125"/>
                </a:lnTo>
                <a:lnTo>
                  <a:pt x="262861" y="510037"/>
                </a:lnTo>
                <a:lnTo>
                  <a:pt x="248306" y="509087"/>
                </a:lnTo>
                <a:lnTo>
                  <a:pt x="233905" y="507251"/>
                </a:lnTo>
                <a:lnTo>
                  <a:pt x="219700" y="504456"/>
                </a:lnTo>
                <a:lnTo>
                  <a:pt x="205756" y="500603"/>
                </a:lnTo>
                <a:lnTo>
                  <a:pt x="192167" y="495592"/>
                </a:lnTo>
                <a:lnTo>
                  <a:pt x="179047" y="489350"/>
                </a:lnTo>
                <a:lnTo>
                  <a:pt x="166522" y="481849"/>
                </a:lnTo>
                <a:lnTo>
                  <a:pt x="154713" y="473129"/>
                </a:lnTo>
                <a:lnTo>
                  <a:pt x="143713" y="463300"/>
                </a:lnTo>
                <a:lnTo>
                  <a:pt x="133573" y="452539"/>
                </a:lnTo>
                <a:lnTo>
                  <a:pt x="124279" y="441073"/>
                </a:lnTo>
                <a:lnTo>
                  <a:pt x="115753" y="429156"/>
                </a:lnTo>
                <a:lnTo>
                  <a:pt x="107847" y="417037"/>
                </a:lnTo>
                <a:lnTo>
                  <a:pt x="100361" y="404932"/>
                </a:lnTo>
                <a:lnTo>
                  <a:pt x="93059" y="392993"/>
                </a:lnTo>
                <a:lnTo>
                  <a:pt x="85699" y="381290"/>
                </a:lnTo>
                <a:lnTo>
                  <a:pt x="78068" y="369799"/>
                </a:lnTo>
                <a:lnTo>
                  <a:pt x="70012" y="358405"/>
                </a:lnTo>
                <a:lnTo>
                  <a:pt x="61465" y="346922"/>
                </a:lnTo>
                <a:lnTo>
                  <a:pt x="52469" y="335114"/>
                </a:lnTo>
                <a:lnTo>
                  <a:pt x="43182" y="322731"/>
                </a:lnTo>
                <a:lnTo>
                  <a:pt x="33874" y="309548"/>
                </a:lnTo>
                <a:lnTo>
                  <a:pt x="24905" y="295399"/>
                </a:lnTo>
                <a:lnTo>
                  <a:pt x="16703" y="280208"/>
                </a:lnTo>
                <a:lnTo>
                  <a:pt x="9714" y="264005"/>
                </a:lnTo>
                <a:lnTo>
                  <a:pt x="4371" y="246934"/>
                </a:lnTo>
                <a:lnTo>
                  <a:pt x="1042" y="229242"/>
                </a:lnTo>
                <a:lnTo>
                  <a:pt x="0" y="211260"/>
                </a:lnTo>
                <a:lnTo>
                  <a:pt x="1391" y="193368"/>
                </a:lnTo>
                <a:lnTo>
                  <a:pt x="5225" y="175955"/>
                </a:lnTo>
                <a:lnTo>
                  <a:pt x="11373" y="159384"/>
                </a:lnTo>
                <a:lnTo>
                  <a:pt x="19584" y="143947"/>
                </a:lnTo>
                <a:lnTo>
                  <a:pt x="29511" y="129846"/>
                </a:lnTo>
                <a:lnTo>
                  <a:pt x="40747" y="117166"/>
                </a:lnTo>
                <a:lnTo>
                  <a:pt x="52868" y="105882"/>
                </a:lnTo>
                <a:lnTo>
                  <a:pt x="65470" y="95864"/>
                </a:lnTo>
                <a:lnTo>
                  <a:pt x="78206" y="86901"/>
                </a:lnTo>
                <a:lnTo>
                  <a:pt x="90811" y="78737"/>
                </a:lnTo>
                <a:lnTo>
                  <a:pt x="103119" y="71105"/>
                </a:lnTo>
                <a:lnTo>
                  <a:pt x="115061" y="63761"/>
                </a:lnTo>
                <a:lnTo>
                  <a:pt x="126661" y="56523"/>
                </a:lnTo>
                <a:lnTo>
                  <a:pt x="138012" y="49284"/>
                </a:lnTo>
                <a:lnTo>
                  <a:pt x="149254" y="42030"/>
                </a:lnTo>
                <a:lnTo>
                  <a:pt x="160544" y="34832"/>
                </a:lnTo>
                <a:lnTo>
                  <a:pt x="172028" y="27835"/>
                </a:lnTo>
                <a:lnTo>
                  <a:pt x="183822" y="21233"/>
                </a:lnTo>
                <a:lnTo>
                  <a:pt x="195997" y="15242"/>
                </a:lnTo>
                <a:lnTo>
                  <a:pt x="208575" y="10068"/>
                </a:lnTo>
                <a:lnTo>
                  <a:pt x="221529" y="5879"/>
                </a:lnTo>
                <a:lnTo>
                  <a:pt x="234799" y="2786"/>
                </a:lnTo>
                <a:lnTo>
                  <a:pt x="248306" y="833"/>
                </a:lnTo>
                <a:lnTo>
                  <a:pt x="261967" y="0"/>
                </a:lnTo>
                <a:lnTo>
                  <a:pt x="275713" y="210"/>
                </a:lnTo>
                <a:lnTo>
                  <a:pt x="289499" y="1352"/>
                </a:lnTo>
                <a:lnTo>
                  <a:pt x="303309" y="3306"/>
                </a:lnTo>
                <a:lnTo>
                  <a:pt x="317150" y="5971"/>
                </a:lnTo>
                <a:lnTo>
                  <a:pt x="331041" y="9286"/>
                </a:lnTo>
                <a:lnTo>
                  <a:pt x="344999" y="13247"/>
                </a:lnTo>
                <a:lnTo>
                  <a:pt x="359015" y="17914"/>
                </a:lnTo>
                <a:lnTo>
                  <a:pt x="373041" y="23406"/>
                </a:lnTo>
                <a:lnTo>
                  <a:pt x="386968" y="29887"/>
                </a:lnTo>
                <a:lnTo>
                  <a:pt x="400626" y="37539"/>
                </a:lnTo>
                <a:lnTo>
                  <a:pt x="413780" y="46536"/>
                </a:lnTo>
                <a:lnTo>
                  <a:pt x="426147" y="57008"/>
                </a:lnTo>
                <a:lnTo>
                  <a:pt x="437411" y="69020"/>
                </a:lnTo>
                <a:lnTo>
                  <a:pt x="447259" y="82546"/>
                </a:lnTo>
                <a:lnTo>
                  <a:pt x="455409" y="97463"/>
                </a:lnTo>
                <a:lnTo>
                  <a:pt x="461645" y="113552"/>
                </a:lnTo>
                <a:lnTo>
                  <a:pt x="465844" y="130518"/>
                </a:lnTo>
                <a:lnTo>
                  <a:pt x="467999" y="148013"/>
                </a:lnTo>
                <a:lnTo>
                  <a:pt x="468222" y="165672"/>
                </a:lnTo>
                <a:lnTo>
                  <a:pt x="466746" y="183150"/>
                </a:lnTo>
                <a:lnTo>
                  <a:pt x="463902" y="200162"/>
                </a:lnTo>
                <a:lnTo>
                  <a:pt x="460091" y="216507"/>
                </a:lnTo>
                <a:lnTo>
                  <a:pt x="455745" y="232092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69" name="nature-spatial-mechanism-v2-68">
            <a:extLst xmlns:a="http://schemas.openxmlformats.org/drawingml/2006/main">
              <a:ext uri="{FF2B5EF4-FFF2-40B4-BE49-F238E27FC236}">
                <a16:creationId xmlns:a16="http://schemas.microsoft.com/office/drawing/2014/main" id="{98D63141-86C9-42C9-AFB8-CEA65735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973" y="3742275"/>
            <a:ext cx="179737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1430">
            <a:solidFill>
              <a:srgbClr val="4A9086"/>
            </a:solidFill>
            <a:prstDash val="solid"/>
          </a:ln>
        </p:spPr>
      </p:sp>
      <p:sp>
        <p:nvSpPr>
          <p:cNvPr id="70" name="nature-spatial-mechanism-v2-69">
            <a:extLst xmlns:a="http://schemas.openxmlformats.org/drawingml/2006/main">
              <a:ext uri="{FF2B5EF4-FFF2-40B4-BE49-F238E27FC236}">
                <a16:creationId xmlns:a16="http://schemas.microsoft.com/office/drawing/2014/main" id="{55F11462-CB43-434C-8350-93588C2F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55" y="3819618"/>
            <a:ext cx="48578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nature-spatial-mechanism-v2-70">
            <a:extLst xmlns:a="http://schemas.openxmlformats.org/drawingml/2006/main">
              <a:ext uri="{FF2B5EF4-FFF2-40B4-BE49-F238E27FC236}">
                <a16:creationId xmlns:a16="http://schemas.microsoft.com/office/drawing/2014/main" id="{09347E5F-A964-4E4B-A117-84DDFE27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77" y="3518345"/>
            <a:ext cx="475644" cy="532078"/>
          </a:xfrm>
          <a:custGeom xmlns:a="http://schemas.openxmlformats.org/drawingml/2006/main">
            <a:pathLst>
              <a:path w="475644" h="532078">
                <a:moveTo>
                  <a:pt x="473846" y="274672"/>
                </a:moveTo>
                <a:lnTo>
                  <a:pt x="472268" y="289338"/>
                </a:lnTo>
                <a:lnTo>
                  <a:pt x="470530" y="303883"/>
                </a:lnTo>
                <a:lnTo>
                  <a:pt x="468807" y="318429"/>
                </a:lnTo>
                <a:lnTo>
                  <a:pt x="467203" y="333124"/>
                </a:lnTo>
                <a:lnTo>
                  <a:pt x="465734" y="348129"/>
                </a:lnTo>
                <a:lnTo>
                  <a:pt x="464316" y="363580"/>
                </a:lnTo>
                <a:lnTo>
                  <a:pt x="462766" y="379556"/>
                </a:lnTo>
                <a:lnTo>
                  <a:pt x="460823" y="396059"/>
                </a:lnTo>
                <a:lnTo>
                  <a:pt x="458167" y="412987"/>
                </a:lnTo>
                <a:lnTo>
                  <a:pt x="454460" y="430130"/>
                </a:lnTo>
                <a:lnTo>
                  <a:pt x="449385" y="447173"/>
                </a:lnTo>
                <a:lnTo>
                  <a:pt x="442679" y="463719"/>
                </a:lnTo>
                <a:lnTo>
                  <a:pt x="434170" y="479318"/>
                </a:lnTo>
                <a:lnTo>
                  <a:pt x="423800" y="493508"/>
                </a:lnTo>
                <a:lnTo>
                  <a:pt x="411632" y="505860"/>
                </a:lnTo>
                <a:lnTo>
                  <a:pt x="397848" y="516019"/>
                </a:lnTo>
                <a:lnTo>
                  <a:pt x="382734" y="523746"/>
                </a:lnTo>
                <a:lnTo>
                  <a:pt x="366646" y="528940"/>
                </a:lnTo>
                <a:lnTo>
                  <a:pt x="349977" y="531652"/>
                </a:lnTo>
                <a:lnTo>
                  <a:pt x="333116" y="532078"/>
                </a:lnTo>
                <a:lnTo>
                  <a:pt x="316414" y="530541"/>
                </a:lnTo>
                <a:lnTo>
                  <a:pt x="300144" y="527458"/>
                </a:lnTo>
                <a:lnTo>
                  <a:pt x="284490" y="523293"/>
                </a:lnTo>
                <a:lnTo>
                  <a:pt x="269531" y="518513"/>
                </a:lnTo>
                <a:lnTo>
                  <a:pt x="255248" y="513539"/>
                </a:lnTo>
                <a:lnTo>
                  <a:pt x="241539" y="508709"/>
                </a:lnTo>
                <a:lnTo>
                  <a:pt x="228247" y="504246"/>
                </a:lnTo>
                <a:lnTo>
                  <a:pt x="215185" y="500246"/>
                </a:lnTo>
                <a:lnTo>
                  <a:pt x="202178" y="496677"/>
                </a:lnTo>
                <a:lnTo>
                  <a:pt x="189083" y="493392"/>
                </a:lnTo>
                <a:lnTo>
                  <a:pt x="175815" y="490160"/>
                </a:lnTo>
                <a:lnTo>
                  <a:pt x="162357" y="486698"/>
                </a:lnTo>
                <a:lnTo>
                  <a:pt x="148766" y="482710"/>
                </a:lnTo>
                <a:lnTo>
                  <a:pt x="135158" y="477921"/>
                </a:lnTo>
                <a:lnTo>
                  <a:pt x="121695" y="472110"/>
                </a:lnTo>
                <a:lnTo>
                  <a:pt x="108557" y="465127"/>
                </a:lnTo>
                <a:lnTo>
                  <a:pt x="95923" y="456905"/>
                </a:lnTo>
                <a:lnTo>
                  <a:pt x="83944" y="447453"/>
                </a:lnTo>
                <a:lnTo>
                  <a:pt x="72730" y="436849"/>
                </a:lnTo>
                <a:lnTo>
                  <a:pt x="62337" y="425213"/>
                </a:lnTo>
                <a:lnTo>
                  <a:pt x="52771" y="412686"/>
                </a:lnTo>
                <a:lnTo>
                  <a:pt x="44001" y="399409"/>
                </a:lnTo>
                <a:lnTo>
                  <a:pt x="35971" y="385500"/>
                </a:lnTo>
                <a:lnTo>
                  <a:pt x="28625" y="371045"/>
                </a:lnTo>
                <a:lnTo>
                  <a:pt x="21933" y="356097"/>
                </a:lnTo>
                <a:lnTo>
                  <a:pt x="15905" y="340677"/>
                </a:lnTo>
                <a:lnTo>
                  <a:pt x="10609" y="324797"/>
                </a:lnTo>
                <a:lnTo>
                  <a:pt x="6173" y="308469"/>
                </a:lnTo>
                <a:lnTo>
                  <a:pt x="2779" y="291733"/>
                </a:lnTo>
                <a:lnTo>
                  <a:pt x="644" y="274672"/>
                </a:lnTo>
                <a:lnTo>
                  <a:pt x="0" y="257424"/>
                </a:lnTo>
                <a:lnTo>
                  <a:pt x="1060" y="240182"/>
                </a:lnTo>
                <a:lnTo>
                  <a:pt x="3986" y="223191"/>
                </a:lnTo>
                <a:lnTo>
                  <a:pt x="8867" y="206727"/>
                </a:lnTo>
                <a:lnTo>
                  <a:pt x="15692" y="191070"/>
                </a:lnTo>
                <a:lnTo>
                  <a:pt x="24344" y="176479"/>
                </a:lnTo>
                <a:lnTo>
                  <a:pt x="34600" y="163152"/>
                </a:lnTo>
                <a:lnTo>
                  <a:pt x="46153" y="151206"/>
                </a:lnTo>
                <a:lnTo>
                  <a:pt x="58629" y="140651"/>
                </a:lnTo>
                <a:lnTo>
                  <a:pt x="71632" y="131385"/>
                </a:lnTo>
                <a:lnTo>
                  <a:pt x="84776" y="123199"/>
                </a:lnTo>
                <a:lnTo>
                  <a:pt x="97729" y="115795"/>
                </a:lnTo>
                <a:lnTo>
                  <a:pt x="110241" y="108817"/>
                </a:lnTo>
                <a:lnTo>
                  <a:pt x="122169" y="101892"/>
                </a:lnTo>
                <a:lnTo>
                  <a:pt x="133491" y="94674"/>
                </a:lnTo>
                <a:lnTo>
                  <a:pt x="144294" y="86886"/>
                </a:lnTo>
                <a:lnTo>
                  <a:pt x="154767" y="78360"/>
                </a:lnTo>
                <a:lnTo>
                  <a:pt x="165166" y="69058"/>
                </a:lnTo>
                <a:lnTo>
                  <a:pt x="175779" y="59089"/>
                </a:lnTo>
                <a:lnTo>
                  <a:pt x="186889" y="48700"/>
                </a:lnTo>
                <a:lnTo>
                  <a:pt x="198733" y="38255"/>
                </a:lnTo>
                <a:lnTo>
                  <a:pt x="211475" y="28207"/>
                </a:lnTo>
                <a:lnTo>
                  <a:pt x="225182" y="19047"/>
                </a:lnTo>
                <a:lnTo>
                  <a:pt x="239819" y="11262"/>
                </a:lnTo>
                <a:lnTo>
                  <a:pt x="255248" y="5285"/>
                </a:lnTo>
                <a:lnTo>
                  <a:pt x="271252" y="1458"/>
                </a:lnTo>
                <a:lnTo>
                  <a:pt x="287554" y="0"/>
                </a:lnTo>
                <a:lnTo>
                  <a:pt x="303855" y="995"/>
                </a:lnTo>
                <a:lnTo>
                  <a:pt x="319859" y="4390"/>
                </a:lnTo>
                <a:lnTo>
                  <a:pt x="335311" y="10014"/>
                </a:lnTo>
                <a:lnTo>
                  <a:pt x="350012" y="17598"/>
                </a:lnTo>
                <a:lnTo>
                  <a:pt x="363837" y="26817"/>
                </a:lnTo>
                <a:lnTo>
                  <a:pt x="376733" y="37324"/>
                </a:lnTo>
                <a:lnTo>
                  <a:pt x="388713" y="48788"/>
                </a:lnTo>
                <a:lnTo>
                  <a:pt x="399836" y="60924"/>
                </a:lnTo>
                <a:lnTo>
                  <a:pt x="410187" y="73511"/>
                </a:lnTo>
                <a:lnTo>
                  <a:pt x="419852" y="86403"/>
                </a:lnTo>
                <a:lnTo>
                  <a:pt x="428894" y="99530"/>
                </a:lnTo>
                <a:lnTo>
                  <a:pt x="437338" y="112876"/>
                </a:lnTo>
                <a:lnTo>
                  <a:pt x="445165" y="126469"/>
                </a:lnTo>
                <a:lnTo>
                  <a:pt x="452309" y="140350"/>
                </a:lnTo>
                <a:lnTo>
                  <a:pt x="458671" y="154556"/>
                </a:lnTo>
                <a:lnTo>
                  <a:pt x="464137" y="169096"/>
                </a:lnTo>
                <a:lnTo>
                  <a:pt x="468597" y="183944"/>
                </a:lnTo>
                <a:lnTo>
                  <a:pt x="471975" y="199038"/>
                </a:lnTo>
                <a:lnTo>
                  <a:pt x="474241" y="214280"/>
                </a:lnTo>
                <a:lnTo>
                  <a:pt x="475430" y="229559"/>
                </a:lnTo>
                <a:lnTo>
                  <a:pt x="475644" y="244768"/>
                </a:lnTo>
                <a:lnTo>
                  <a:pt x="475047" y="259820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72" name="nature-spatial-mechanism-v2-71">
            <a:extLst xmlns:a="http://schemas.openxmlformats.org/drawingml/2006/main">
              <a:ext uri="{FF2B5EF4-FFF2-40B4-BE49-F238E27FC236}">
                <a16:creationId xmlns:a16="http://schemas.microsoft.com/office/drawing/2014/main" id="{A6F0EAFF-22EC-4DDF-9B1E-13A8BB17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42" y="3682527"/>
            <a:ext cx="190310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73" name="nature-spatial-mechanism-v2-72">
            <a:extLst xmlns:a="http://schemas.openxmlformats.org/drawingml/2006/main">
              <a:ext uri="{FF2B5EF4-FFF2-40B4-BE49-F238E27FC236}">
                <a16:creationId xmlns:a16="http://schemas.microsoft.com/office/drawing/2014/main" id="{CB9BCF95-5494-4461-A815-50AC3477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582" y="3759870"/>
            <a:ext cx="51435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nature-spatial-mechanism-v2-73">
            <a:extLst xmlns:a="http://schemas.openxmlformats.org/drawingml/2006/main">
              <a:ext uri="{FF2B5EF4-FFF2-40B4-BE49-F238E27FC236}">
                <a16:creationId xmlns:a16="http://schemas.microsoft.com/office/drawing/2014/main" id="{8E3E8BAC-33E8-4B82-8D4A-F48F83AB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811" y="3350673"/>
            <a:ext cx="430378" cy="524573"/>
          </a:xfrm>
          <a:custGeom xmlns:a="http://schemas.openxmlformats.org/drawingml/2006/main">
            <a:pathLst>
              <a:path w="430378" h="524573">
                <a:moveTo>
                  <a:pt x="427657" y="281889"/>
                </a:moveTo>
                <a:lnTo>
                  <a:pt x="429723" y="298185"/>
                </a:lnTo>
                <a:lnTo>
                  <a:pt x="430378" y="314710"/>
                </a:lnTo>
                <a:lnTo>
                  <a:pt x="429647" y="331281"/>
                </a:lnTo>
                <a:lnTo>
                  <a:pt x="427612" y="347738"/>
                </a:lnTo>
                <a:lnTo>
                  <a:pt x="424398" y="363958"/>
                </a:lnTo>
                <a:lnTo>
                  <a:pt x="420144" y="379858"/>
                </a:lnTo>
                <a:lnTo>
                  <a:pt x="414983" y="395392"/>
                </a:lnTo>
                <a:lnTo>
                  <a:pt x="409023" y="410533"/>
                </a:lnTo>
                <a:lnTo>
                  <a:pt x="402331" y="425260"/>
                </a:lnTo>
                <a:lnTo>
                  <a:pt x="394935" y="439535"/>
                </a:lnTo>
                <a:lnTo>
                  <a:pt x="386824" y="453283"/>
                </a:lnTo>
                <a:lnTo>
                  <a:pt x="377960" y="466386"/>
                </a:lnTo>
                <a:lnTo>
                  <a:pt x="368299" y="478677"/>
                </a:lnTo>
                <a:lnTo>
                  <a:pt x="357808" y="489945"/>
                </a:lnTo>
                <a:lnTo>
                  <a:pt x="346484" y="499957"/>
                </a:lnTo>
                <a:lnTo>
                  <a:pt x="334369" y="508477"/>
                </a:lnTo>
                <a:lnTo>
                  <a:pt x="321559" y="515299"/>
                </a:lnTo>
                <a:lnTo>
                  <a:pt x="308201" y="520279"/>
                </a:lnTo>
                <a:lnTo>
                  <a:pt x="294484" y="523355"/>
                </a:lnTo>
                <a:lnTo>
                  <a:pt x="280622" y="524573"/>
                </a:lnTo>
                <a:lnTo>
                  <a:pt x="266829" y="524090"/>
                </a:lnTo>
                <a:lnTo>
                  <a:pt x="253298" y="522169"/>
                </a:lnTo>
                <a:lnTo>
                  <a:pt x="240171" y="519159"/>
                </a:lnTo>
                <a:lnTo>
                  <a:pt x="227526" y="515463"/>
                </a:lnTo>
                <a:lnTo>
                  <a:pt x="215364" y="511499"/>
                </a:lnTo>
                <a:lnTo>
                  <a:pt x="203609" y="507655"/>
                </a:lnTo>
                <a:lnTo>
                  <a:pt x="192117" y="504246"/>
                </a:lnTo>
                <a:lnTo>
                  <a:pt x="180697" y="501481"/>
                </a:lnTo>
                <a:lnTo>
                  <a:pt x="169139" y="499432"/>
                </a:lnTo>
                <a:lnTo>
                  <a:pt x="157244" y="498030"/>
                </a:lnTo>
                <a:lnTo>
                  <a:pt x="144858" y="497067"/>
                </a:lnTo>
                <a:lnTo>
                  <a:pt x="131898" y="496217"/>
                </a:lnTo>
                <a:lnTo>
                  <a:pt x="118373" y="495072"/>
                </a:lnTo>
                <a:lnTo>
                  <a:pt x="104390" y="493187"/>
                </a:lnTo>
                <a:lnTo>
                  <a:pt x="90158" y="490123"/>
                </a:lnTo>
                <a:lnTo>
                  <a:pt x="75965" y="485498"/>
                </a:lnTo>
                <a:lnTo>
                  <a:pt x="62159" y="479025"/>
                </a:lnTo>
                <a:lnTo>
                  <a:pt x="49109" y="470538"/>
                </a:lnTo>
                <a:lnTo>
                  <a:pt x="37177" y="460008"/>
                </a:lnTo>
                <a:lnTo>
                  <a:pt x="26676" y="447540"/>
                </a:lnTo>
                <a:lnTo>
                  <a:pt x="17842" y="433355"/>
                </a:lnTo>
                <a:lnTo>
                  <a:pt x="10817" y="417767"/>
                </a:lnTo>
                <a:lnTo>
                  <a:pt x="5633" y="401142"/>
                </a:lnTo>
                <a:lnTo>
                  <a:pt x="2220" y="383860"/>
                </a:lnTo>
                <a:lnTo>
                  <a:pt x="418" y="366279"/>
                </a:lnTo>
                <a:lnTo>
                  <a:pt x="0" y="348705"/>
                </a:lnTo>
                <a:lnTo>
                  <a:pt x="704" y="331368"/>
                </a:lnTo>
                <a:lnTo>
                  <a:pt x="2263" y="314418"/>
                </a:lnTo>
                <a:lnTo>
                  <a:pt x="4437" y="297924"/>
                </a:lnTo>
                <a:lnTo>
                  <a:pt x="7033" y="281889"/>
                </a:lnTo>
                <a:lnTo>
                  <a:pt x="9929" y="266271"/>
                </a:lnTo>
                <a:lnTo>
                  <a:pt x="13071" y="251009"/>
                </a:lnTo>
                <a:lnTo>
                  <a:pt x="16473" y="236044"/>
                </a:lnTo>
                <a:lnTo>
                  <a:pt x="20203" y="221340"/>
                </a:lnTo>
                <a:lnTo>
                  <a:pt x="24361" y="206899"/>
                </a:lnTo>
                <a:lnTo>
                  <a:pt x="29058" y="192757"/>
                </a:lnTo>
                <a:lnTo>
                  <a:pt x="34391" y="178988"/>
                </a:lnTo>
                <a:lnTo>
                  <a:pt x="40427" y="165680"/>
                </a:lnTo>
                <a:lnTo>
                  <a:pt x="47186" y="152924"/>
                </a:lnTo>
                <a:lnTo>
                  <a:pt x="54643" y="140790"/>
                </a:lnTo>
                <a:lnTo>
                  <a:pt x="62727" y="129309"/>
                </a:lnTo>
                <a:lnTo>
                  <a:pt x="71338" y="118462"/>
                </a:lnTo>
                <a:lnTo>
                  <a:pt x="80362" y="108175"/>
                </a:lnTo>
                <a:lnTo>
                  <a:pt x="89692" y="98329"/>
                </a:lnTo>
                <a:lnTo>
                  <a:pt x="99247" y="88771"/>
                </a:lnTo>
                <a:lnTo>
                  <a:pt x="108988" y="79344"/>
                </a:lnTo>
                <a:lnTo>
                  <a:pt x="118922" y="69913"/>
                </a:lnTo>
                <a:lnTo>
                  <a:pt x="129108" y="60397"/>
                </a:lnTo>
                <a:lnTo>
                  <a:pt x="139642" y="50792"/>
                </a:lnTo>
                <a:lnTo>
                  <a:pt x="150642" y="41195"/>
                </a:lnTo>
                <a:lnTo>
                  <a:pt x="162224" y="31804"/>
                </a:lnTo>
                <a:lnTo>
                  <a:pt x="174481" y="22918"/>
                </a:lnTo>
                <a:lnTo>
                  <a:pt x="187453" y="14913"/>
                </a:lnTo>
                <a:lnTo>
                  <a:pt x="201115" y="8212"/>
                </a:lnTo>
                <a:lnTo>
                  <a:pt x="215364" y="3245"/>
                </a:lnTo>
                <a:lnTo>
                  <a:pt x="230021" y="404"/>
                </a:lnTo>
                <a:lnTo>
                  <a:pt x="244836" y="0"/>
                </a:lnTo>
                <a:lnTo>
                  <a:pt x="259514" y="2229"/>
                </a:lnTo>
                <a:lnTo>
                  <a:pt x="273744" y="7146"/>
                </a:lnTo>
                <a:lnTo>
                  <a:pt x="287224" y="14652"/>
                </a:lnTo>
                <a:lnTo>
                  <a:pt x="299700" y="24504"/>
                </a:lnTo>
                <a:lnTo>
                  <a:pt x="310991" y="36335"/>
                </a:lnTo>
                <a:lnTo>
                  <a:pt x="321010" y="49686"/>
                </a:lnTo>
                <a:lnTo>
                  <a:pt x="329772" y="64054"/>
                </a:lnTo>
                <a:lnTo>
                  <a:pt x="337395" y="78937"/>
                </a:lnTo>
                <a:lnTo>
                  <a:pt x="344081" y="93882"/>
                </a:lnTo>
                <a:lnTo>
                  <a:pt x="350096" y="108524"/>
                </a:lnTo>
                <a:lnTo>
                  <a:pt x="355731" y="122615"/>
                </a:lnTo>
                <a:lnTo>
                  <a:pt x="361274" y="136035"/>
                </a:lnTo>
                <a:lnTo>
                  <a:pt x="366968" y="148795"/>
                </a:lnTo>
                <a:lnTo>
                  <a:pt x="372987" y="161019"/>
                </a:lnTo>
                <a:lnTo>
                  <a:pt x="379412" y="172914"/>
                </a:lnTo>
                <a:lnTo>
                  <a:pt x="386225" y="184738"/>
                </a:lnTo>
                <a:lnTo>
                  <a:pt x="393306" y="196759"/>
                </a:lnTo>
                <a:lnTo>
                  <a:pt x="400455" y="209220"/>
                </a:lnTo>
                <a:lnTo>
                  <a:pt x="407409" y="222307"/>
                </a:lnTo>
                <a:lnTo>
                  <a:pt x="413878" y="236131"/>
                </a:lnTo>
                <a:lnTo>
                  <a:pt x="419570" y="250717"/>
                </a:lnTo>
                <a:lnTo>
                  <a:pt x="424230" y="266010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75" name="nature-spatial-mechanism-v2-74">
            <a:extLst xmlns:a="http://schemas.openxmlformats.org/drawingml/2006/main">
              <a:ext uri="{FF2B5EF4-FFF2-40B4-BE49-F238E27FC236}">
                <a16:creationId xmlns:a16="http://schemas.microsoft.com/office/drawing/2014/main" id="{836A77F7-68F9-4BF6-99A0-CD785486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879" y="3522071"/>
            <a:ext cx="169164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76" name="nature-spatial-mechanism-v2-75">
            <a:extLst xmlns:a="http://schemas.openxmlformats.org/drawingml/2006/main">
              <a:ext uri="{FF2B5EF4-FFF2-40B4-BE49-F238E27FC236}">
                <a16:creationId xmlns:a16="http://schemas.microsoft.com/office/drawing/2014/main" id="{5330B7D9-FB98-452C-9649-C259D5EF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603" y="3599414"/>
            <a:ext cx="45720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nature-spatial-mechanism-v2-76">
            <a:extLst xmlns:a="http://schemas.openxmlformats.org/drawingml/2006/main">
              <a:ext uri="{FF2B5EF4-FFF2-40B4-BE49-F238E27FC236}">
                <a16:creationId xmlns:a16="http://schemas.microsoft.com/office/drawing/2014/main" id="{9EF06A24-5231-4C3A-A7A8-03B8E638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662" y="3340959"/>
            <a:ext cx="469196" cy="508617"/>
          </a:xfrm>
          <a:custGeom xmlns:a="http://schemas.openxmlformats.org/drawingml/2006/main">
            <a:pathLst>
              <a:path w="469196" h="508617">
                <a:moveTo>
                  <a:pt x="464560" y="265507"/>
                </a:moveTo>
                <a:lnTo>
                  <a:pt x="468016" y="283122"/>
                </a:lnTo>
                <a:lnTo>
                  <a:pt x="469196" y="301047"/>
                </a:lnTo>
                <a:lnTo>
                  <a:pt x="467964" y="318905"/>
                </a:lnTo>
                <a:lnTo>
                  <a:pt x="464328" y="336317"/>
                </a:lnTo>
                <a:lnTo>
                  <a:pt x="458424" y="352934"/>
                </a:lnTo>
                <a:lnTo>
                  <a:pt x="450507" y="368476"/>
                </a:lnTo>
                <a:lnTo>
                  <a:pt x="440920" y="382756"/>
                </a:lnTo>
                <a:lnTo>
                  <a:pt x="430052" y="395693"/>
                </a:lnTo>
                <a:lnTo>
                  <a:pt x="418308" y="407313"/>
                </a:lnTo>
                <a:lnTo>
                  <a:pt x="406062" y="417735"/>
                </a:lnTo>
                <a:lnTo>
                  <a:pt x="393632" y="427146"/>
                </a:lnTo>
                <a:lnTo>
                  <a:pt x="381254" y="435769"/>
                </a:lnTo>
                <a:lnTo>
                  <a:pt x="369072" y="443830"/>
                </a:lnTo>
                <a:lnTo>
                  <a:pt x="357139" y="451524"/>
                </a:lnTo>
                <a:lnTo>
                  <a:pt x="345432" y="458987"/>
                </a:lnTo>
                <a:lnTo>
                  <a:pt x="333865" y="466285"/>
                </a:lnTo>
                <a:lnTo>
                  <a:pt x="322323" y="473402"/>
                </a:lnTo>
                <a:lnTo>
                  <a:pt x="310681" y="480252"/>
                </a:lnTo>
                <a:lnTo>
                  <a:pt x="298830" y="486693"/>
                </a:lnTo>
                <a:lnTo>
                  <a:pt x="286695" y="492556"/>
                </a:lnTo>
                <a:lnTo>
                  <a:pt x="274240" y="497665"/>
                </a:lnTo>
                <a:lnTo>
                  <a:pt x="261474" y="501875"/>
                </a:lnTo>
                <a:lnTo>
                  <a:pt x="248439" y="505083"/>
                </a:lnTo>
                <a:lnTo>
                  <a:pt x="235199" y="507251"/>
                </a:lnTo>
                <a:lnTo>
                  <a:pt x="221826" y="508402"/>
                </a:lnTo>
                <a:lnTo>
                  <a:pt x="208377" y="508617"/>
                </a:lnTo>
                <a:lnTo>
                  <a:pt x="194887" y="508015"/>
                </a:lnTo>
                <a:lnTo>
                  <a:pt x="181364" y="506731"/>
                </a:lnTo>
                <a:lnTo>
                  <a:pt x="167782" y="504885"/>
                </a:lnTo>
                <a:lnTo>
                  <a:pt x="154099" y="502559"/>
                </a:lnTo>
                <a:lnTo>
                  <a:pt x="140266" y="499778"/>
                </a:lnTo>
                <a:lnTo>
                  <a:pt x="126251" y="496492"/>
                </a:lnTo>
                <a:lnTo>
                  <a:pt x="112058" y="492580"/>
                </a:lnTo>
                <a:lnTo>
                  <a:pt x="97747" y="487860"/>
                </a:lnTo>
                <a:lnTo>
                  <a:pt x="83448" y="482110"/>
                </a:lnTo>
                <a:lnTo>
                  <a:pt x="69362" y="475100"/>
                </a:lnTo>
                <a:lnTo>
                  <a:pt x="55761" y="466621"/>
                </a:lnTo>
                <a:lnTo>
                  <a:pt x="42965" y="456522"/>
                </a:lnTo>
                <a:lnTo>
                  <a:pt x="31322" y="444737"/>
                </a:lnTo>
                <a:lnTo>
                  <a:pt x="21170" y="431302"/>
                </a:lnTo>
                <a:lnTo>
                  <a:pt x="12808" y="416361"/>
                </a:lnTo>
                <a:lnTo>
                  <a:pt x="6454" y="400160"/>
                </a:lnTo>
                <a:lnTo>
                  <a:pt x="2227" y="383026"/>
                </a:lnTo>
                <a:lnTo>
                  <a:pt x="121" y="365335"/>
                </a:lnTo>
                <a:lnTo>
                  <a:pt x="0" y="347476"/>
                </a:lnTo>
                <a:lnTo>
                  <a:pt x="1613" y="329809"/>
                </a:lnTo>
                <a:lnTo>
                  <a:pt x="4607" y="312632"/>
                </a:lnTo>
                <a:lnTo>
                  <a:pt x="8568" y="296146"/>
                </a:lnTo>
                <a:lnTo>
                  <a:pt x="13054" y="280445"/>
                </a:lnTo>
                <a:lnTo>
                  <a:pt x="17647" y="265507"/>
                </a:lnTo>
                <a:lnTo>
                  <a:pt x="21985" y="251209"/>
                </a:lnTo>
                <a:lnTo>
                  <a:pt x="25807" y="237346"/>
                </a:lnTo>
                <a:lnTo>
                  <a:pt x="28967" y="223668"/>
                </a:lnTo>
                <a:lnTo>
                  <a:pt x="31455" y="209920"/>
                </a:lnTo>
                <a:lnTo>
                  <a:pt x="33384" y="195875"/>
                </a:lnTo>
                <a:lnTo>
                  <a:pt x="34978" y="181375"/>
                </a:lnTo>
                <a:lnTo>
                  <a:pt x="36541" y="166352"/>
                </a:lnTo>
                <a:lnTo>
                  <a:pt x="38419" y="150840"/>
                </a:lnTo>
                <a:lnTo>
                  <a:pt x="40967" y="134977"/>
                </a:lnTo>
                <a:lnTo>
                  <a:pt x="44502" y="118991"/>
                </a:lnTo>
                <a:lnTo>
                  <a:pt x="49280" y="103173"/>
                </a:lnTo>
                <a:lnTo>
                  <a:pt x="55469" y="87846"/>
                </a:lnTo>
                <a:lnTo>
                  <a:pt x="63139" y="73329"/>
                </a:lnTo>
                <a:lnTo>
                  <a:pt x="72266" y="59907"/>
                </a:lnTo>
                <a:lnTo>
                  <a:pt x="82743" y="47801"/>
                </a:lnTo>
                <a:lnTo>
                  <a:pt x="94397" y="37152"/>
                </a:lnTo>
                <a:lnTo>
                  <a:pt x="107021" y="28015"/>
                </a:lnTo>
                <a:lnTo>
                  <a:pt x="120395" y="20370"/>
                </a:lnTo>
                <a:lnTo>
                  <a:pt x="134311" y="14131"/>
                </a:lnTo>
                <a:lnTo>
                  <a:pt x="148591" y="9177"/>
                </a:lnTo>
                <a:lnTo>
                  <a:pt x="163097" y="5379"/>
                </a:lnTo>
                <a:lnTo>
                  <a:pt x="177730" y="2624"/>
                </a:lnTo>
                <a:lnTo>
                  <a:pt x="192426" y="837"/>
                </a:lnTo>
                <a:lnTo>
                  <a:pt x="207138" y="0"/>
                </a:lnTo>
                <a:lnTo>
                  <a:pt x="221826" y="148"/>
                </a:lnTo>
                <a:lnTo>
                  <a:pt x="236439" y="1366"/>
                </a:lnTo>
                <a:lnTo>
                  <a:pt x="250900" y="3769"/>
                </a:lnTo>
                <a:lnTo>
                  <a:pt x="265107" y="7479"/>
                </a:lnTo>
                <a:lnTo>
                  <a:pt x="278925" y="12598"/>
                </a:lnTo>
                <a:lnTo>
                  <a:pt x="292203" y="19181"/>
                </a:lnTo>
                <a:lnTo>
                  <a:pt x="304786" y="27216"/>
                </a:lnTo>
                <a:lnTo>
                  <a:pt x="316537" y="36610"/>
                </a:lnTo>
                <a:lnTo>
                  <a:pt x="327360" y="47193"/>
                </a:lnTo>
                <a:lnTo>
                  <a:pt x="337215" y="58727"/>
                </a:lnTo>
                <a:lnTo>
                  <a:pt x="346137" y="70924"/>
                </a:lnTo>
                <a:lnTo>
                  <a:pt x="354235" y="83483"/>
                </a:lnTo>
                <a:lnTo>
                  <a:pt x="361694" y="96119"/>
                </a:lnTo>
                <a:lnTo>
                  <a:pt x="368751" y="108598"/>
                </a:lnTo>
                <a:lnTo>
                  <a:pt x="375674" y="120764"/>
                </a:lnTo>
                <a:lnTo>
                  <a:pt x="382731" y="132558"/>
                </a:lnTo>
                <a:lnTo>
                  <a:pt x="390149" y="144025"/>
                </a:lnTo>
                <a:lnTo>
                  <a:pt x="398087" y="155307"/>
                </a:lnTo>
                <a:lnTo>
                  <a:pt x="406606" y="166622"/>
                </a:lnTo>
                <a:lnTo>
                  <a:pt x="415650" y="178234"/>
                </a:lnTo>
                <a:lnTo>
                  <a:pt x="425040" y="190417"/>
                </a:lnTo>
                <a:lnTo>
                  <a:pt x="434485" y="203412"/>
                </a:lnTo>
                <a:lnTo>
                  <a:pt x="443604" y="217394"/>
                </a:lnTo>
                <a:lnTo>
                  <a:pt x="451957" y="232445"/>
                </a:lnTo>
                <a:lnTo>
                  <a:pt x="459086" y="248532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78" name="nature-spatial-mechanism-v2-77">
            <a:extLst xmlns:a="http://schemas.openxmlformats.org/drawingml/2006/main">
              <a:ext uri="{FF2B5EF4-FFF2-40B4-BE49-F238E27FC236}">
                <a16:creationId xmlns:a16="http://schemas.microsoft.com/office/drawing/2014/main" id="{ED03775E-A044-4AD0-9F81-D6A4DDFD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048" y="3495976"/>
            <a:ext cx="179737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79" name="nature-spatial-mechanism-v2-78">
            <a:extLst xmlns:a="http://schemas.openxmlformats.org/drawingml/2006/main">
              <a:ext uri="{FF2B5EF4-FFF2-40B4-BE49-F238E27FC236}">
                <a16:creationId xmlns:a16="http://schemas.microsoft.com/office/drawing/2014/main" id="{AC336A60-0A32-451B-8AB0-1016C223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630" y="3573319"/>
            <a:ext cx="48578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nature-spatial-mechanism-v2-79">
            <a:extLst xmlns:a="http://schemas.openxmlformats.org/drawingml/2006/main">
              <a:ext uri="{FF2B5EF4-FFF2-40B4-BE49-F238E27FC236}">
                <a16:creationId xmlns:a16="http://schemas.microsoft.com/office/drawing/2014/main" id="{5770B705-7A93-4C3C-A0E6-2A23CF27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081" y="3494456"/>
            <a:ext cx="478350" cy="530003"/>
          </a:xfrm>
          <a:custGeom xmlns:a="http://schemas.openxmlformats.org/drawingml/2006/main">
            <a:pathLst>
              <a:path w="478350" h="530003">
                <a:moveTo>
                  <a:pt x="477148" y="258505"/>
                </a:moveTo>
                <a:lnTo>
                  <a:pt x="478350" y="275915"/>
                </a:lnTo>
                <a:lnTo>
                  <a:pt x="477676" y="293371"/>
                </a:lnTo>
                <a:lnTo>
                  <a:pt x="474952" y="310595"/>
                </a:lnTo>
                <a:lnTo>
                  <a:pt x="470099" y="327278"/>
                </a:lnTo>
                <a:lnTo>
                  <a:pt x="463148" y="343110"/>
                </a:lnTo>
                <a:lnTo>
                  <a:pt x="454246" y="357814"/>
                </a:lnTo>
                <a:lnTo>
                  <a:pt x="443655" y="371182"/>
                </a:lnTo>
                <a:lnTo>
                  <a:pt x="431723" y="383098"/>
                </a:lnTo>
                <a:lnTo>
                  <a:pt x="418857" y="393562"/>
                </a:lnTo>
                <a:lnTo>
                  <a:pt x="405485" y="402689"/>
                </a:lnTo>
                <a:lnTo>
                  <a:pt x="392013" y="410709"/>
                </a:lnTo>
                <a:lnTo>
                  <a:pt x="378784" y="417934"/>
                </a:lnTo>
                <a:lnTo>
                  <a:pt x="366051" y="424732"/>
                </a:lnTo>
                <a:lnTo>
                  <a:pt x="353950" y="431484"/>
                </a:lnTo>
                <a:lnTo>
                  <a:pt x="342496" y="438533"/>
                </a:lnTo>
                <a:lnTo>
                  <a:pt x="331589" y="446149"/>
                </a:lnTo>
                <a:lnTo>
                  <a:pt x="321031" y="454489"/>
                </a:lnTo>
                <a:lnTo>
                  <a:pt x="310563" y="463576"/>
                </a:lnTo>
                <a:lnTo>
                  <a:pt x="299893" y="473290"/>
                </a:lnTo>
                <a:lnTo>
                  <a:pt x="288746" y="483378"/>
                </a:lnTo>
                <a:lnTo>
                  <a:pt x="276889" y="493478"/>
                </a:lnTo>
                <a:lnTo>
                  <a:pt x="264169" y="503149"/>
                </a:lnTo>
                <a:lnTo>
                  <a:pt x="250525" y="511922"/>
                </a:lnTo>
                <a:lnTo>
                  <a:pt x="235998" y="519342"/>
                </a:lnTo>
                <a:lnTo>
                  <a:pt x="220719" y="525011"/>
                </a:lnTo>
                <a:lnTo>
                  <a:pt x="204896" y="528627"/>
                </a:lnTo>
                <a:lnTo>
                  <a:pt x="188786" y="530003"/>
                </a:lnTo>
                <a:lnTo>
                  <a:pt x="172663" y="529085"/>
                </a:lnTo>
                <a:lnTo>
                  <a:pt x="156790" y="525937"/>
                </a:lnTo>
                <a:lnTo>
                  <a:pt x="141393" y="520731"/>
                </a:lnTo>
                <a:lnTo>
                  <a:pt x="126642" y="513717"/>
                </a:lnTo>
                <a:lnTo>
                  <a:pt x="112645" y="505187"/>
                </a:lnTo>
                <a:lnTo>
                  <a:pt x="99446" y="495440"/>
                </a:lnTo>
                <a:lnTo>
                  <a:pt x="87040" y="484754"/>
                </a:lnTo>
                <a:lnTo>
                  <a:pt x="75387" y="473354"/>
                </a:lnTo>
                <a:lnTo>
                  <a:pt x="64440" y="461407"/>
                </a:lnTo>
                <a:lnTo>
                  <a:pt x="54160" y="449011"/>
                </a:lnTo>
                <a:lnTo>
                  <a:pt x="44537" y="436207"/>
                </a:lnTo>
                <a:lnTo>
                  <a:pt x="35601" y="422992"/>
                </a:lnTo>
                <a:lnTo>
                  <a:pt x="27424" y="409345"/>
                </a:lnTo>
                <a:lnTo>
                  <a:pt x="20113" y="395244"/>
                </a:lnTo>
                <a:lnTo>
                  <a:pt x="13791" y="380692"/>
                </a:lnTo>
                <a:lnTo>
                  <a:pt x="8582" y="365724"/>
                </a:lnTo>
                <a:lnTo>
                  <a:pt x="4584" y="350418"/>
                </a:lnTo>
                <a:lnTo>
                  <a:pt x="1844" y="334890"/>
                </a:lnTo>
                <a:lnTo>
                  <a:pt x="347" y="319278"/>
                </a:lnTo>
                <a:lnTo>
                  <a:pt x="0" y="303729"/>
                </a:lnTo>
                <a:lnTo>
                  <a:pt x="640" y="288367"/>
                </a:lnTo>
                <a:lnTo>
                  <a:pt x="2042" y="273282"/>
                </a:lnTo>
                <a:lnTo>
                  <a:pt x="3946" y="258505"/>
                </a:lnTo>
                <a:lnTo>
                  <a:pt x="6082" y="244001"/>
                </a:lnTo>
                <a:lnTo>
                  <a:pt x="8205" y="229670"/>
                </a:lnTo>
                <a:lnTo>
                  <a:pt x="10132" y="215358"/>
                </a:lnTo>
                <a:lnTo>
                  <a:pt x="11764" y="200881"/>
                </a:lnTo>
                <a:lnTo>
                  <a:pt x="13106" y="186051"/>
                </a:lnTo>
                <a:lnTo>
                  <a:pt x="14274" y="170713"/>
                </a:lnTo>
                <a:lnTo>
                  <a:pt x="15489" y="154778"/>
                </a:lnTo>
                <a:lnTo>
                  <a:pt x="17053" y="138245"/>
                </a:lnTo>
                <a:lnTo>
                  <a:pt x="19319" y="121226"/>
                </a:lnTo>
                <a:lnTo>
                  <a:pt x="22657" y="103945"/>
                </a:lnTo>
                <a:lnTo>
                  <a:pt x="27404" y="86735"/>
                </a:lnTo>
                <a:lnTo>
                  <a:pt x="33835" y="70010"/>
                </a:lnTo>
                <a:lnTo>
                  <a:pt x="42122" y="54231"/>
                </a:lnTo>
                <a:lnTo>
                  <a:pt x="52320" y="39867"/>
                </a:lnTo>
                <a:lnTo>
                  <a:pt x="64355" y="27347"/>
                </a:lnTo>
                <a:lnTo>
                  <a:pt x="78035" y="17016"/>
                </a:lnTo>
                <a:lnTo>
                  <a:pt x="93065" y="9103"/>
                </a:lnTo>
                <a:lnTo>
                  <a:pt x="109083" y="3694"/>
                </a:lnTo>
                <a:lnTo>
                  <a:pt x="125696" y="727"/>
                </a:lnTo>
                <a:lnTo>
                  <a:pt x="142518" y="0"/>
                </a:lnTo>
                <a:lnTo>
                  <a:pt x="159208" y="1191"/>
                </a:lnTo>
                <a:lnTo>
                  <a:pt x="175500" y="3898"/>
                </a:lnTo>
                <a:lnTo>
                  <a:pt x="191217" y="7676"/>
                </a:lnTo>
                <a:lnTo>
                  <a:pt x="206285" y="12091"/>
                </a:lnTo>
                <a:lnTo>
                  <a:pt x="220719" y="16757"/>
                </a:lnTo>
                <a:lnTo>
                  <a:pt x="234609" y="21376"/>
                </a:lnTo>
                <a:lnTo>
                  <a:pt x="248094" y="25757"/>
                </a:lnTo>
                <a:lnTo>
                  <a:pt x="261332" y="29833"/>
                </a:lnTo>
                <a:lnTo>
                  <a:pt x="274470" y="33650"/>
                </a:lnTo>
                <a:lnTo>
                  <a:pt x="287620" y="37353"/>
                </a:lnTo>
                <a:lnTo>
                  <a:pt x="300839" y="41155"/>
                </a:lnTo>
                <a:lnTo>
                  <a:pt x="314125" y="45305"/>
                </a:lnTo>
                <a:lnTo>
                  <a:pt x="327413" y="50054"/>
                </a:lnTo>
                <a:lnTo>
                  <a:pt x="340594" y="55621"/>
                </a:lnTo>
                <a:lnTo>
                  <a:pt x="353529" y="62168"/>
                </a:lnTo>
                <a:lnTo>
                  <a:pt x="366070" y="69791"/>
                </a:lnTo>
                <a:lnTo>
                  <a:pt x="378089" y="78510"/>
                </a:lnTo>
                <a:lnTo>
                  <a:pt x="389486" y="88283"/>
                </a:lnTo>
                <a:lnTo>
                  <a:pt x="400210" y="99019"/>
                </a:lnTo>
                <a:lnTo>
                  <a:pt x="410253" y="110601"/>
                </a:lnTo>
                <a:lnTo>
                  <a:pt x="419650" y="122908"/>
                </a:lnTo>
                <a:lnTo>
                  <a:pt x="428461" y="135838"/>
                </a:lnTo>
                <a:lnTo>
                  <a:pt x="436748" y="149320"/>
                </a:lnTo>
                <a:lnTo>
                  <a:pt x="444556" y="163317"/>
                </a:lnTo>
                <a:lnTo>
                  <a:pt x="451886" y="177831"/>
                </a:lnTo>
                <a:lnTo>
                  <a:pt x="458682" y="192881"/>
                </a:lnTo>
                <a:lnTo>
                  <a:pt x="464820" y="208491"/>
                </a:lnTo>
                <a:lnTo>
                  <a:pt x="470111" y="224666"/>
                </a:lnTo>
                <a:lnTo>
                  <a:pt x="474311" y="241369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81" name="nature-spatial-mechanism-v2-80">
            <a:extLst xmlns:a="http://schemas.openxmlformats.org/drawingml/2006/main">
              <a:ext uri="{FF2B5EF4-FFF2-40B4-BE49-F238E27FC236}">
                <a16:creationId xmlns:a16="http://schemas.microsoft.com/office/drawing/2014/main" id="{EF2C3197-A82C-45E1-9C30-8FC73C06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2217" y="3642471"/>
            <a:ext cx="190310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11430">
            <a:solidFill>
              <a:srgbClr val="9380B4"/>
            </a:solidFill>
            <a:prstDash val="solid"/>
          </a:ln>
        </p:spPr>
      </p:sp>
      <p:sp>
        <p:nvSpPr>
          <p:cNvPr id="82" name="nature-spatial-mechanism-v2-81">
            <a:extLst xmlns:a="http://schemas.openxmlformats.org/drawingml/2006/main">
              <a:ext uri="{FF2B5EF4-FFF2-40B4-BE49-F238E27FC236}">
                <a16:creationId xmlns:a16="http://schemas.microsoft.com/office/drawing/2014/main" id="{D3968FC4-9D46-4AFC-BE1C-F5D7B10F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657" y="3719814"/>
            <a:ext cx="51435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nature-spatial-mechanism-v2-82">
            <a:extLst xmlns:a="http://schemas.openxmlformats.org/drawingml/2006/main">
              <a:ext uri="{FF2B5EF4-FFF2-40B4-BE49-F238E27FC236}">
                <a16:creationId xmlns:a16="http://schemas.microsoft.com/office/drawing/2014/main" id="{74B665DF-DECE-4D0F-85C7-78B13292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776" y="3612211"/>
            <a:ext cx="427182" cy="527895"/>
          </a:xfrm>
          <a:custGeom xmlns:a="http://schemas.openxmlformats.org/drawingml/2006/main">
            <a:pathLst>
              <a:path w="427182" h="527895">
                <a:moveTo>
                  <a:pt x="422688" y="245220"/>
                </a:moveTo>
                <a:lnTo>
                  <a:pt x="420208" y="261088"/>
                </a:lnTo>
                <a:lnTo>
                  <a:pt x="417307" y="276640"/>
                </a:lnTo>
                <a:lnTo>
                  <a:pt x="413950" y="291891"/>
                </a:lnTo>
                <a:lnTo>
                  <a:pt x="410061" y="306831"/>
                </a:lnTo>
                <a:lnTo>
                  <a:pt x="405551" y="321417"/>
                </a:lnTo>
                <a:lnTo>
                  <a:pt x="400338" y="335575"/>
                </a:lnTo>
                <a:lnTo>
                  <a:pt x="394364" y="349211"/>
                </a:lnTo>
                <a:lnTo>
                  <a:pt x="387616" y="362229"/>
                </a:lnTo>
                <a:lnTo>
                  <a:pt x="380128" y="374549"/>
                </a:lnTo>
                <a:lnTo>
                  <a:pt x="371981" y="386130"/>
                </a:lnTo>
                <a:lnTo>
                  <a:pt x="363294" y="396982"/>
                </a:lnTo>
                <a:lnTo>
                  <a:pt x="354205" y="407177"/>
                </a:lnTo>
                <a:lnTo>
                  <a:pt x="344850" y="416841"/>
                </a:lnTo>
                <a:lnTo>
                  <a:pt x="335346" y="426150"/>
                </a:lnTo>
                <a:lnTo>
                  <a:pt x="325765" y="435301"/>
                </a:lnTo>
                <a:lnTo>
                  <a:pt x="316127" y="444483"/>
                </a:lnTo>
                <a:lnTo>
                  <a:pt x="306394" y="453850"/>
                </a:lnTo>
                <a:lnTo>
                  <a:pt x="296472" y="463482"/>
                </a:lnTo>
                <a:lnTo>
                  <a:pt x="286230" y="473367"/>
                </a:lnTo>
                <a:lnTo>
                  <a:pt x="275515" y="483378"/>
                </a:lnTo>
                <a:lnTo>
                  <a:pt x="264183" y="493277"/>
                </a:lnTo>
                <a:lnTo>
                  <a:pt x="252126" y="502720"/>
                </a:lnTo>
                <a:lnTo>
                  <a:pt x="239291" y="511288"/>
                </a:lnTo>
                <a:lnTo>
                  <a:pt x="225704" y="518520"/>
                </a:lnTo>
                <a:lnTo>
                  <a:pt x="211474" y="523956"/>
                </a:lnTo>
                <a:lnTo>
                  <a:pt x="196793" y="527187"/>
                </a:lnTo>
                <a:lnTo>
                  <a:pt x="181921" y="527895"/>
                </a:lnTo>
                <a:lnTo>
                  <a:pt x="167164" y="525891"/>
                </a:lnTo>
                <a:lnTo>
                  <a:pt x="152846" y="521133"/>
                </a:lnTo>
                <a:lnTo>
                  <a:pt x="139270" y="513738"/>
                </a:lnTo>
                <a:lnTo>
                  <a:pt x="126691" y="503968"/>
                </a:lnTo>
                <a:lnTo>
                  <a:pt x="115289" y="492207"/>
                </a:lnTo>
                <a:lnTo>
                  <a:pt x="105146" y="478924"/>
                </a:lnTo>
                <a:lnTo>
                  <a:pt x="96242" y="464624"/>
                </a:lnTo>
                <a:lnTo>
                  <a:pt x="88461" y="449805"/>
                </a:lnTo>
                <a:lnTo>
                  <a:pt x="81605" y="434909"/>
                </a:lnTo>
                <a:lnTo>
                  <a:pt x="75420" y="420287"/>
                </a:lnTo>
                <a:lnTo>
                  <a:pt x="69630" y="406170"/>
                </a:lnTo>
                <a:lnTo>
                  <a:pt x="63973" y="392665"/>
                </a:lnTo>
                <a:lnTo>
                  <a:pt x="58228" y="379755"/>
                </a:lnTo>
                <a:lnTo>
                  <a:pt x="52248" y="367319"/>
                </a:lnTo>
                <a:lnTo>
                  <a:pt x="45972" y="355161"/>
                </a:lnTo>
                <a:lnTo>
                  <a:pt x="39432" y="343042"/>
                </a:lnTo>
                <a:lnTo>
                  <a:pt x="32751" y="330723"/>
                </a:lnTo>
                <a:lnTo>
                  <a:pt x="26118" y="317993"/>
                </a:lnTo>
                <a:lnTo>
                  <a:pt x="19773" y="304695"/>
                </a:lnTo>
                <a:lnTo>
                  <a:pt x="13971" y="290745"/>
                </a:lnTo>
                <a:lnTo>
                  <a:pt x="8958" y="276133"/>
                </a:lnTo>
                <a:lnTo>
                  <a:pt x="4939" y="260921"/>
                </a:lnTo>
                <a:lnTo>
                  <a:pt x="2064" y="245220"/>
                </a:lnTo>
                <a:lnTo>
                  <a:pt x="414" y="229175"/>
                </a:lnTo>
                <a:lnTo>
                  <a:pt x="0" y="212939"/>
                </a:lnTo>
                <a:lnTo>
                  <a:pt x="776" y="196654"/>
                </a:lnTo>
                <a:lnTo>
                  <a:pt x="2652" y="180433"/>
                </a:lnTo>
                <a:lnTo>
                  <a:pt x="5514" y="164358"/>
                </a:lnTo>
                <a:lnTo>
                  <a:pt x="9251" y="148474"/>
                </a:lnTo>
                <a:lnTo>
                  <a:pt x="13772" y="132807"/>
                </a:lnTo>
                <a:lnTo>
                  <a:pt x="19020" y="117375"/>
                </a:lnTo>
                <a:lnTo>
                  <a:pt x="24983" y="102213"/>
                </a:lnTo>
                <a:lnTo>
                  <a:pt x="31689" y="87386"/>
                </a:lnTo>
                <a:lnTo>
                  <a:pt x="39198" y="73009"/>
                </a:lnTo>
                <a:lnTo>
                  <a:pt x="47583" y="59253"/>
                </a:lnTo>
                <a:lnTo>
                  <a:pt x="56913" y="46340"/>
                </a:lnTo>
                <a:lnTo>
                  <a:pt x="67230" y="34534"/>
                </a:lnTo>
                <a:lnTo>
                  <a:pt x="78528" y="24114"/>
                </a:lnTo>
                <a:lnTo>
                  <a:pt x="90746" y="15350"/>
                </a:lnTo>
                <a:lnTo>
                  <a:pt x="103757" y="8463"/>
                </a:lnTo>
                <a:lnTo>
                  <a:pt x="117379" y="3600"/>
                </a:lnTo>
                <a:lnTo>
                  <a:pt x="131388" y="804"/>
                </a:lnTo>
                <a:lnTo>
                  <a:pt x="145535" y="0"/>
                </a:lnTo>
                <a:lnTo>
                  <a:pt x="159578" y="991"/>
                </a:lnTo>
                <a:lnTo>
                  <a:pt x="173309" y="3469"/>
                </a:lnTo>
                <a:lnTo>
                  <a:pt x="186573" y="7042"/>
                </a:lnTo>
                <a:lnTo>
                  <a:pt x="199293" y="11269"/>
                </a:lnTo>
                <a:lnTo>
                  <a:pt x="211474" y="15702"/>
                </a:lnTo>
                <a:lnTo>
                  <a:pt x="223204" y="19936"/>
                </a:lnTo>
                <a:lnTo>
                  <a:pt x="234639" y="23649"/>
                </a:lnTo>
                <a:lnTo>
                  <a:pt x="245981" y="26639"/>
                </a:lnTo>
                <a:lnTo>
                  <a:pt x="257451" y="28847"/>
                </a:lnTo>
                <a:lnTo>
                  <a:pt x="269250" y="30360"/>
                </a:lnTo>
                <a:lnTo>
                  <a:pt x="281533" y="31406"/>
                </a:lnTo>
                <a:lnTo>
                  <a:pt x="294382" y="32325"/>
                </a:lnTo>
                <a:lnTo>
                  <a:pt x="307783" y="33537"/>
                </a:lnTo>
                <a:lnTo>
                  <a:pt x="321624" y="35491"/>
                </a:lnTo>
                <a:lnTo>
                  <a:pt x="335698" y="38619"/>
                </a:lnTo>
                <a:lnTo>
                  <a:pt x="349721" y="43293"/>
                </a:lnTo>
                <a:lnTo>
                  <a:pt x="363357" y="49785"/>
                </a:lnTo>
                <a:lnTo>
                  <a:pt x="376252" y="58246"/>
                </a:lnTo>
                <a:lnTo>
                  <a:pt x="388069" y="68692"/>
                </a:lnTo>
                <a:lnTo>
                  <a:pt x="398520" y="81011"/>
                </a:lnTo>
                <a:lnTo>
                  <a:pt x="407392" y="94983"/>
                </a:lnTo>
                <a:lnTo>
                  <a:pt x="414567" y="110308"/>
                </a:lnTo>
                <a:lnTo>
                  <a:pt x="420024" y="126638"/>
                </a:lnTo>
                <a:lnTo>
                  <a:pt x="423837" y="143623"/>
                </a:lnTo>
                <a:lnTo>
                  <a:pt x="426155" y="160934"/>
                </a:lnTo>
                <a:lnTo>
                  <a:pt x="427182" y="178297"/>
                </a:lnTo>
                <a:lnTo>
                  <a:pt x="427145" y="195507"/>
                </a:lnTo>
                <a:lnTo>
                  <a:pt x="426265" y="212432"/>
                </a:lnTo>
                <a:lnTo>
                  <a:pt x="424733" y="229007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84" name="nature-spatial-mechanism-v2-83">
            <a:extLst xmlns:a="http://schemas.openxmlformats.org/drawingml/2006/main">
              <a:ext uri="{FF2B5EF4-FFF2-40B4-BE49-F238E27FC236}">
                <a16:creationId xmlns:a16="http://schemas.microsoft.com/office/drawing/2014/main" id="{EE32F77D-5B79-46D8-9989-1693260D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954" y="3746941"/>
            <a:ext cx="169164" cy="215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11430">
            <a:solidFill>
              <a:srgbClr val="9380B4"/>
            </a:solidFill>
            <a:prstDash val="solid"/>
          </a:ln>
        </p:spPr>
      </p:sp>
      <p:sp>
        <p:nvSpPr>
          <p:cNvPr id="85" name="nature-spatial-mechanism-v2-84">
            <a:extLst xmlns:a="http://schemas.openxmlformats.org/drawingml/2006/main">
              <a:ext uri="{FF2B5EF4-FFF2-40B4-BE49-F238E27FC236}">
                <a16:creationId xmlns:a16="http://schemas.microsoft.com/office/drawing/2014/main" id="{D4CF7838-FB52-4563-BD57-E7615AE7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678" y="3824284"/>
            <a:ext cx="45720" cy="60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nature-spatial-mechanism-v2-85">
            <a:extLst xmlns:a="http://schemas.openxmlformats.org/drawingml/2006/main">
              <a:ext uri="{FF2B5EF4-FFF2-40B4-BE49-F238E27FC236}">
                <a16:creationId xmlns:a16="http://schemas.microsoft.com/office/drawing/2014/main" id="{64BD94A9-589B-453A-ACE8-5453763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615" y="4006917"/>
            <a:ext cx="484176" cy="479351"/>
          </a:xfrm>
          <a:custGeom xmlns:a="http://schemas.openxmlformats.org/drawingml/2006/main">
            <a:pathLst>
              <a:path w="484176" h="479351">
                <a:moveTo>
                  <a:pt x="481115" y="257588"/>
                </a:moveTo>
                <a:lnTo>
                  <a:pt x="483439" y="272479"/>
                </a:lnTo>
                <a:lnTo>
                  <a:pt x="484176" y="287580"/>
                </a:lnTo>
                <a:lnTo>
                  <a:pt x="483353" y="302722"/>
                </a:lnTo>
                <a:lnTo>
                  <a:pt x="481064" y="317761"/>
                </a:lnTo>
                <a:lnTo>
                  <a:pt x="477448" y="332582"/>
                </a:lnTo>
                <a:lnTo>
                  <a:pt x="472662" y="347112"/>
                </a:lnTo>
                <a:lnTo>
                  <a:pt x="466856" y="361306"/>
                </a:lnTo>
                <a:lnTo>
                  <a:pt x="460150" y="375142"/>
                </a:lnTo>
                <a:lnTo>
                  <a:pt x="452622" y="388600"/>
                </a:lnTo>
                <a:lnTo>
                  <a:pt x="444302" y="401644"/>
                </a:lnTo>
                <a:lnTo>
                  <a:pt x="435177" y="414207"/>
                </a:lnTo>
                <a:lnTo>
                  <a:pt x="425205" y="426180"/>
                </a:lnTo>
                <a:lnTo>
                  <a:pt x="414337" y="437411"/>
                </a:lnTo>
                <a:lnTo>
                  <a:pt x="402534" y="447709"/>
                </a:lnTo>
                <a:lnTo>
                  <a:pt x="389794" y="456857"/>
                </a:lnTo>
                <a:lnTo>
                  <a:pt x="376165" y="464643"/>
                </a:lnTo>
                <a:lnTo>
                  <a:pt x="361754" y="470877"/>
                </a:lnTo>
                <a:lnTo>
                  <a:pt x="346726" y="475427"/>
                </a:lnTo>
                <a:lnTo>
                  <a:pt x="331295" y="478238"/>
                </a:lnTo>
                <a:lnTo>
                  <a:pt x="315700" y="479351"/>
                </a:lnTo>
                <a:lnTo>
                  <a:pt x="300183" y="478910"/>
                </a:lnTo>
                <a:lnTo>
                  <a:pt x="284960" y="477155"/>
                </a:lnTo>
                <a:lnTo>
                  <a:pt x="270192" y="474404"/>
                </a:lnTo>
                <a:lnTo>
                  <a:pt x="255967" y="471027"/>
                </a:lnTo>
                <a:lnTo>
                  <a:pt x="242285" y="467404"/>
                </a:lnTo>
                <a:lnTo>
                  <a:pt x="229061" y="463891"/>
                </a:lnTo>
                <a:lnTo>
                  <a:pt x="216132" y="460777"/>
                </a:lnTo>
                <a:lnTo>
                  <a:pt x="203285" y="458250"/>
                </a:lnTo>
                <a:lnTo>
                  <a:pt x="190282" y="456378"/>
                </a:lnTo>
                <a:lnTo>
                  <a:pt x="176900" y="455097"/>
                </a:lnTo>
                <a:lnTo>
                  <a:pt x="162966" y="454216"/>
                </a:lnTo>
                <a:lnTo>
                  <a:pt x="148385" y="453439"/>
                </a:lnTo>
                <a:lnTo>
                  <a:pt x="133169" y="452393"/>
                </a:lnTo>
                <a:lnTo>
                  <a:pt x="117439" y="450671"/>
                </a:lnTo>
                <a:lnTo>
                  <a:pt x="101428" y="447871"/>
                </a:lnTo>
                <a:lnTo>
                  <a:pt x="85461" y="443645"/>
                </a:lnTo>
                <a:lnTo>
                  <a:pt x="69929" y="437730"/>
                </a:lnTo>
                <a:lnTo>
                  <a:pt x="55248" y="429975"/>
                </a:lnTo>
                <a:lnTo>
                  <a:pt x="41824" y="420352"/>
                </a:lnTo>
                <a:lnTo>
                  <a:pt x="30010" y="408959"/>
                </a:lnTo>
                <a:lnTo>
                  <a:pt x="20073" y="395997"/>
                </a:lnTo>
                <a:lnTo>
                  <a:pt x="12169" y="381753"/>
                </a:lnTo>
                <a:lnTo>
                  <a:pt x="6337" y="366561"/>
                </a:lnTo>
                <a:lnTo>
                  <a:pt x="2497" y="350768"/>
                </a:lnTo>
                <a:lnTo>
                  <a:pt x="470" y="334703"/>
                </a:lnTo>
                <a:lnTo>
                  <a:pt x="0" y="318644"/>
                </a:lnTo>
                <a:lnTo>
                  <a:pt x="792" y="302802"/>
                </a:lnTo>
                <a:lnTo>
                  <a:pt x="2546" y="287313"/>
                </a:lnTo>
                <a:lnTo>
                  <a:pt x="4991" y="272241"/>
                </a:lnTo>
                <a:lnTo>
                  <a:pt x="7913" y="257588"/>
                </a:lnTo>
                <a:lnTo>
                  <a:pt x="11170" y="243317"/>
                </a:lnTo>
                <a:lnTo>
                  <a:pt x="14705" y="229370"/>
                </a:lnTo>
                <a:lnTo>
                  <a:pt x="18532" y="215695"/>
                </a:lnTo>
                <a:lnTo>
                  <a:pt x="22728" y="202259"/>
                </a:lnTo>
                <a:lnTo>
                  <a:pt x="27406" y="189062"/>
                </a:lnTo>
                <a:lnTo>
                  <a:pt x="32690" y="176140"/>
                </a:lnTo>
                <a:lnTo>
                  <a:pt x="38690" y="163558"/>
                </a:lnTo>
                <a:lnTo>
                  <a:pt x="45480" y="151397"/>
                </a:lnTo>
                <a:lnTo>
                  <a:pt x="53085" y="139741"/>
                </a:lnTo>
                <a:lnTo>
                  <a:pt x="61473" y="128653"/>
                </a:lnTo>
                <a:lnTo>
                  <a:pt x="70568" y="118162"/>
                </a:lnTo>
                <a:lnTo>
                  <a:pt x="80256" y="108250"/>
                </a:lnTo>
                <a:lnTo>
                  <a:pt x="90408" y="98850"/>
                </a:lnTo>
                <a:lnTo>
                  <a:pt x="100904" y="89852"/>
                </a:lnTo>
                <a:lnTo>
                  <a:pt x="111653" y="81118"/>
                </a:lnTo>
                <a:lnTo>
                  <a:pt x="122611" y="72504"/>
                </a:lnTo>
                <a:lnTo>
                  <a:pt x="133787" y="63886"/>
                </a:lnTo>
                <a:lnTo>
                  <a:pt x="145247" y="55190"/>
                </a:lnTo>
                <a:lnTo>
                  <a:pt x="157098" y="46413"/>
                </a:lnTo>
                <a:lnTo>
                  <a:pt x="169472" y="37643"/>
                </a:lnTo>
                <a:lnTo>
                  <a:pt x="182503" y="29062"/>
                </a:lnTo>
                <a:lnTo>
                  <a:pt x="196291" y="20942"/>
                </a:lnTo>
                <a:lnTo>
                  <a:pt x="210884" y="13627"/>
                </a:lnTo>
                <a:lnTo>
                  <a:pt x="226254" y="7504"/>
                </a:lnTo>
                <a:lnTo>
                  <a:pt x="242285" y="2965"/>
                </a:lnTo>
                <a:lnTo>
                  <a:pt x="258773" y="369"/>
                </a:lnTo>
                <a:lnTo>
                  <a:pt x="275440" y="0"/>
                </a:lnTo>
                <a:lnTo>
                  <a:pt x="291954" y="2037"/>
                </a:lnTo>
                <a:lnTo>
                  <a:pt x="307962" y="6530"/>
                </a:lnTo>
                <a:lnTo>
                  <a:pt x="323127" y="13389"/>
                </a:lnTo>
                <a:lnTo>
                  <a:pt x="337163" y="22392"/>
                </a:lnTo>
                <a:lnTo>
                  <a:pt x="349865" y="33202"/>
                </a:lnTo>
                <a:lnTo>
                  <a:pt x="361136" y="45402"/>
                </a:lnTo>
                <a:lnTo>
                  <a:pt x="370993" y="58532"/>
                </a:lnTo>
                <a:lnTo>
                  <a:pt x="379569" y="72132"/>
                </a:lnTo>
                <a:lnTo>
                  <a:pt x="387091" y="85789"/>
                </a:lnTo>
                <a:lnTo>
                  <a:pt x="393858" y="99169"/>
                </a:lnTo>
                <a:lnTo>
                  <a:pt x="400197" y="112044"/>
                </a:lnTo>
                <a:lnTo>
                  <a:pt x="406433" y="124308"/>
                </a:lnTo>
                <a:lnTo>
                  <a:pt x="412839" y="135968"/>
                </a:lnTo>
                <a:lnTo>
                  <a:pt x="419610" y="147138"/>
                </a:lnTo>
                <a:lnTo>
                  <a:pt x="426839" y="158007"/>
                </a:lnTo>
                <a:lnTo>
                  <a:pt x="434503" y="168812"/>
                </a:lnTo>
                <a:lnTo>
                  <a:pt x="442469" y="179797"/>
                </a:lnTo>
                <a:lnTo>
                  <a:pt x="450512" y="191184"/>
                </a:lnTo>
                <a:lnTo>
                  <a:pt x="458335" y="203143"/>
                </a:lnTo>
                <a:lnTo>
                  <a:pt x="465612" y="215775"/>
                </a:lnTo>
                <a:lnTo>
                  <a:pt x="472017" y="229104"/>
                </a:lnTo>
                <a:lnTo>
                  <a:pt x="477259" y="243078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87" name="nature-spatial-mechanism-v2-86">
            <a:extLst xmlns:a="http://schemas.openxmlformats.org/drawingml/2006/main">
              <a:ext uri="{FF2B5EF4-FFF2-40B4-BE49-F238E27FC236}">
                <a16:creationId xmlns:a16="http://schemas.microsoft.com/office/drawing/2014/main" id="{B4991EFE-7C59-4D28-B736-BC1CEFA1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317" y="4163540"/>
            <a:ext cx="190310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88" name="nature-spatial-mechanism-v2-87">
            <a:extLst xmlns:a="http://schemas.openxmlformats.org/drawingml/2006/main">
              <a:ext uri="{FF2B5EF4-FFF2-40B4-BE49-F238E27FC236}">
                <a16:creationId xmlns:a16="http://schemas.microsoft.com/office/drawing/2014/main" id="{C44F2AE4-B003-499E-8A8F-F3E60FF1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757" y="4234215"/>
            <a:ext cx="51435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nature-spatial-mechanism-v2-88">
            <a:extLst xmlns:a="http://schemas.openxmlformats.org/drawingml/2006/main">
              <a:ext uri="{FF2B5EF4-FFF2-40B4-BE49-F238E27FC236}">
                <a16:creationId xmlns:a16="http://schemas.microsoft.com/office/drawing/2014/main" id="{956FDA99-0282-4FC1-8649-59282786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573" y="3861430"/>
            <a:ext cx="441596" cy="464771"/>
          </a:xfrm>
          <a:custGeom xmlns:a="http://schemas.openxmlformats.org/drawingml/2006/main">
            <a:pathLst>
              <a:path w="441596" h="464771">
                <a:moveTo>
                  <a:pt x="437233" y="242619"/>
                </a:moveTo>
                <a:lnTo>
                  <a:pt x="440486" y="258715"/>
                </a:lnTo>
                <a:lnTo>
                  <a:pt x="441596" y="275094"/>
                </a:lnTo>
                <a:lnTo>
                  <a:pt x="440437" y="291414"/>
                </a:lnTo>
                <a:lnTo>
                  <a:pt x="437014" y="307324"/>
                </a:lnTo>
                <a:lnTo>
                  <a:pt x="431458" y="322509"/>
                </a:lnTo>
                <a:lnTo>
                  <a:pt x="424007" y="336711"/>
                </a:lnTo>
                <a:lnTo>
                  <a:pt x="414983" y="349760"/>
                </a:lnTo>
                <a:lnTo>
                  <a:pt x="404755" y="361581"/>
                </a:lnTo>
                <a:lnTo>
                  <a:pt x="393701" y="372200"/>
                </a:lnTo>
                <a:lnTo>
                  <a:pt x="382176" y="381724"/>
                </a:lnTo>
                <a:lnTo>
                  <a:pt x="370477" y="390323"/>
                </a:lnTo>
                <a:lnTo>
                  <a:pt x="358827" y="398203"/>
                </a:lnTo>
                <a:lnTo>
                  <a:pt x="347362" y="405569"/>
                </a:lnTo>
                <a:lnTo>
                  <a:pt x="336131" y="412599"/>
                </a:lnTo>
                <a:lnTo>
                  <a:pt x="325112" y="419419"/>
                </a:lnTo>
                <a:lnTo>
                  <a:pt x="314226" y="426088"/>
                </a:lnTo>
                <a:lnTo>
                  <a:pt x="303363" y="432591"/>
                </a:lnTo>
                <a:lnTo>
                  <a:pt x="292406" y="438851"/>
                </a:lnTo>
                <a:lnTo>
                  <a:pt x="281252" y="444737"/>
                </a:lnTo>
                <a:lnTo>
                  <a:pt x="269830" y="450094"/>
                </a:lnTo>
                <a:lnTo>
                  <a:pt x="258108" y="454763"/>
                </a:lnTo>
                <a:lnTo>
                  <a:pt x="246093" y="458610"/>
                </a:lnTo>
                <a:lnTo>
                  <a:pt x="233825" y="461542"/>
                </a:lnTo>
                <a:lnTo>
                  <a:pt x="221364" y="463523"/>
                </a:lnTo>
                <a:lnTo>
                  <a:pt x="208777" y="464574"/>
                </a:lnTo>
                <a:lnTo>
                  <a:pt x="196119" y="464771"/>
                </a:lnTo>
                <a:lnTo>
                  <a:pt x="183423" y="464221"/>
                </a:lnTo>
                <a:lnTo>
                  <a:pt x="170695" y="463047"/>
                </a:lnTo>
                <a:lnTo>
                  <a:pt x="157913" y="461360"/>
                </a:lnTo>
                <a:lnTo>
                  <a:pt x="145034" y="459235"/>
                </a:lnTo>
                <a:lnTo>
                  <a:pt x="132015" y="456694"/>
                </a:lnTo>
                <a:lnTo>
                  <a:pt x="118824" y="453691"/>
                </a:lnTo>
                <a:lnTo>
                  <a:pt x="105466" y="450116"/>
                </a:lnTo>
                <a:lnTo>
                  <a:pt x="91997" y="445803"/>
                </a:lnTo>
                <a:lnTo>
                  <a:pt x="78539" y="440549"/>
                </a:lnTo>
                <a:lnTo>
                  <a:pt x="65282" y="434143"/>
                </a:lnTo>
                <a:lnTo>
                  <a:pt x="52481" y="426395"/>
                </a:lnTo>
                <a:lnTo>
                  <a:pt x="40438" y="417167"/>
                </a:lnTo>
                <a:lnTo>
                  <a:pt x="29479" y="406398"/>
                </a:lnTo>
                <a:lnTo>
                  <a:pt x="19925" y="394121"/>
                </a:lnTo>
                <a:lnTo>
                  <a:pt x="12054" y="380468"/>
                </a:lnTo>
                <a:lnTo>
                  <a:pt x="6075" y="365663"/>
                </a:lnTo>
                <a:lnTo>
                  <a:pt x="2096" y="350006"/>
                </a:lnTo>
                <a:lnTo>
                  <a:pt x="113" y="333841"/>
                </a:lnTo>
                <a:lnTo>
                  <a:pt x="0" y="317521"/>
                </a:lnTo>
                <a:lnTo>
                  <a:pt x="1518" y="301377"/>
                </a:lnTo>
                <a:lnTo>
                  <a:pt x="4336" y="285681"/>
                </a:lnTo>
                <a:lnTo>
                  <a:pt x="8064" y="270616"/>
                </a:lnTo>
                <a:lnTo>
                  <a:pt x="12287" y="256269"/>
                </a:lnTo>
                <a:lnTo>
                  <a:pt x="16609" y="242619"/>
                </a:lnTo>
                <a:lnTo>
                  <a:pt x="20692" y="229553"/>
                </a:lnTo>
                <a:lnTo>
                  <a:pt x="24289" y="216885"/>
                </a:lnTo>
                <a:lnTo>
                  <a:pt x="27263" y="204386"/>
                </a:lnTo>
                <a:lnTo>
                  <a:pt x="29605" y="191823"/>
                </a:lnTo>
                <a:lnTo>
                  <a:pt x="31421" y="178989"/>
                </a:lnTo>
                <a:lnTo>
                  <a:pt x="32921" y="165740"/>
                </a:lnTo>
                <a:lnTo>
                  <a:pt x="34391" y="152011"/>
                </a:lnTo>
                <a:lnTo>
                  <a:pt x="36159" y="137836"/>
                </a:lnTo>
                <a:lnTo>
                  <a:pt x="38557" y="123341"/>
                </a:lnTo>
                <a:lnTo>
                  <a:pt x="41884" y="108733"/>
                </a:lnTo>
                <a:lnTo>
                  <a:pt x="46381" y="94279"/>
                </a:lnTo>
                <a:lnTo>
                  <a:pt x="52206" y="80273"/>
                </a:lnTo>
                <a:lnTo>
                  <a:pt x="59425" y="67008"/>
                </a:lnTo>
                <a:lnTo>
                  <a:pt x="68015" y="54743"/>
                </a:lnTo>
                <a:lnTo>
                  <a:pt x="77875" y="43680"/>
                </a:lnTo>
                <a:lnTo>
                  <a:pt x="88844" y="33949"/>
                </a:lnTo>
                <a:lnTo>
                  <a:pt x="100726" y="25600"/>
                </a:lnTo>
                <a:lnTo>
                  <a:pt x="113313" y="18614"/>
                </a:lnTo>
                <a:lnTo>
                  <a:pt x="126410" y="12913"/>
                </a:lnTo>
                <a:lnTo>
                  <a:pt x="139850" y="8386"/>
                </a:lnTo>
                <a:lnTo>
                  <a:pt x="153503" y="4915"/>
                </a:lnTo>
                <a:lnTo>
                  <a:pt x="167276" y="2397"/>
                </a:lnTo>
                <a:lnTo>
                  <a:pt x="181106" y="765"/>
                </a:lnTo>
                <a:lnTo>
                  <a:pt x="194953" y="0"/>
                </a:lnTo>
                <a:lnTo>
                  <a:pt x="208777" y="135"/>
                </a:lnTo>
                <a:lnTo>
                  <a:pt x="222530" y="1248"/>
                </a:lnTo>
                <a:lnTo>
                  <a:pt x="236142" y="3444"/>
                </a:lnTo>
                <a:lnTo>
                  <a:pt x="249512" y="6834"/>
                </a:lnTo>
                <a:lnTo>
                  <a:pt x="262517" y="11512"/>
                </a:lnTo>
                <a:lnTo>
                  <a:pt x="275014" y="17528"/>
                </a:lnTo>
                <a:lnTo>
                  <a:pt x="286857" y="24869"/>
                </a:lnTo>
                <a:lnTo>
                  <a:pt x="297917" y="33454"/>
                </a:lnTo>
                <a:lnTo>
                  <a:pt x="308103" y="43125"/>
                </a:lnTo>
                <a:lnTo>
                  <a:pt x="317379" y="53664"/>
                </a:lnTo>
                <a:lnTo>
                  <a:pt x="325776" y="64810"/>
                </a:lnTo>
                <a:lnTo>
                  <a:pt x="333398" y="76286"/>
                </a:lnTo>
                <a:lnTo>
                  <a:pt x="340418" y="87833"/>
                </a:lnTo>
                <a:lnTo>
                  <a:pt x="347060" y="99236"/>
                </a:lnTo>
                <a:lnTo>
                  <a:pt x="353576" y="110353"/>
                </a:lnTo>
                <a:lnTo>
                  <a:pt x="360217" y="121130"/>
                </a:lnTo>
                <a:lnTo>
                  <a:pt x="367199" y="131609"/>
                </a:lnTo>
                <a:lnTo>
                  <a:pt x="374670" y="141918"/>
                </a:lnTo>
                <a:lnTo>
                  <a:pt x="382688" y="152258"/>
                </a:lnTo>
                <a:lnTo>
                  <a:pt x="391200" y="162869"/>
                </a:lnTo>
                <a:lnTo>
                  <a:pt x="400037" y="174001"/>
                </a:lnTo>
                <a:lnTo>
                  <a:pt x="408927" y="185876"/>
                </a:lnTo>
                <a:lnTo>
                  <a:pt x="417510" y="198653"/>
                </a:lnTo>
                <a:lnTo>
                  <a:pt x="425371" y="212406"/>
                </a:lnTo>
                <a:lnTo>
                  <a:pt x="432081" y="227106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90" name="nature-spatial-mechanism-v2-89">
            <a:extLst xmlns:a="http://schemas.openxmlformats.org/drawingml/2006/main">
              <a:ext uri="{FF2B5EF4-FFF2-40B4-BE49-F238E27FC236}">
                <a16:creationId xmlns:a16="http://schemas.microsoft.com/office/drawing/2014/main" id="{A3172BF2-6864-45E9-9557-40E48E0C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054" y="4003084"/>
            <a:ext cx="169164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91" name="nature-spatial-mechanism-v2-90">
            <a:extLst xmlns:a="http://schemas.openxmlformats.org/drawingml/2006/main">
              <a:ext uri="{FF2B5EF4-FFF2-40B4-BE49-F238E27FC236}">
                <a16:creationId xmlns:a16="http://schemas.microsoft.com/office/drawing/2014/main" id="{6B424615-FB64-4DBF-9681-7A7123F3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778" y="4073759"/>
            <a:ext cx="45720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nature-spatial-mechanism-v2-91">
            <a:extLst xmlns:a="http://schemas.openxmlformats.org/drawingml/2006/main">
              <a:ext uri="{FF2B5EF4-FFF2-40B4-BE49-F238E27FC236}">
                <a16:creationId xmlns:a16="http://schemas.microsoft.com/office/drawing/2014/main" id="{DBFC215E-4BA7-4A41-92C8-D5DFA8E6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206" y="3841733"/>
            <a:ext cx="451775" cy="484314"/>
          </a:xfrm>
          <a:custGeom xmlns:a="http://schemas.openxmlformats.org/drawingml/2006/main">
            <a:pathLst>
              <a:path w="451775" h="484314">
                <a:moveTo>
                  <a:pt x="450640" y="236220"/>
                </a:moveTo>
                <a:lnTo>
                  <a:pt x="451775" y="252129"/>
                </a:lnTo>
                <a:lnTo>
                  <a:pt x="451138" y="268080"/>
                </a:lnTo>
                <a:lnTo>
                  <a:pt x="448566" y="283820"/>
                </a:lnTo>
                <a:lnTo>
                  <a:pt x="443983" y="299065"/>
                </a:lnTo>
                <a:lnTo>
                  <a:pt x="437417" y="313532"/>
                </a:lnTo>
                <a:lnTo>
                  <a:pt x="429011" y="326968"/>
                </a:lnTo>
                <a:lnTo>
                  <a:pt x="419008" y="339183"/>
                </a:lnTo>
                <a:lnTo>
                  <a:pt x="407738" y="350072"/>
                </a:lnTo>
                <a:lnTo>
                  <a:pt x="395587" y="359634"/>
                </a:lnTo>
                <a:lnTo>
                  <a:pt x="382958" y="367975"/>
                </a:lnTo>
                <a:lnTo>
                  <a:pt x="370234" y="375303"/>
                </a:lnTo>
                <a:lnTo>
                  <a:pt x="357741" y="381905"/>
                </a:lnTo>
                <a:lnTo>
                  <a:pt x="345715" y="388117"/>
                </a:lnTo>
                <a:lnTo>
                  <a:pt x="334286" y="394287"/>
                </a:lnTo>
                <a:lnTo>
                  <a:pt x="323469" y="400729"/>
                </a:lnTo>
                <a:lnTo>
                  <a:pt x="313167" y="407688"/>
                </a:lnTo>
                <a:lnTo>
                  <a:pt x="303196" y="415309"/>
                </a:lnTo>
                <a:lnTo>
                  <a:pt x="293309" y="423612"/>
                </a:lnTo>
                <a:lnTo>
                  <a:pt x="283233" y="432489"/>
                </a:lnTo>
                <a:lnTo>
                  <a:pt x="272704" y="441708"/>
                </a:lnTo>
                <a:lnTo>
                  <a:pt x="261506" y="450936"/>
                </a:lnTo>
                <a:lnTo>
                  <a:pt x="249493" y="459774"/>
                </a:lnTo>
                <a:lnTo>
                  <a:pt x="236607" y="467791"/>
                </a:lnTo>
                <a:lnTo>
                  <a:pt x="222887" y="474571"/>
                </a:lnTo>
                <a:lnTo>
                  <a:pt x="208457" y="479752"/>
                </a:lnTo>
                <a:lnTo>
                  <a:pt x="193513" y="483055"/>
                </a:lnTo>
                <a:lnTo>
                  <a:pt x="178298" y="484314"/>
                </a:lnTo>
                <a:lnTo>
                  <a:pt x="163071" y="483474"/>
                </a:lnTo>
                <a:lnTo>
                  <a:pt x="148079" y="480597"/>
                </a:lnTo>
                <a:lnTo>
                  <a:pt x="133538" y="475841"/>
                </a:lnTo>
                <a:lnTo>
                  <a:pt x="119606" y="469431"/>
                </a:lnTo>
                <a:lnTo>
                  <a:pt x="106387" y="461636"/>
                </a:lnTo>
                <a:lnTo>
                  <a:pt x="93921" y="452730"/>
                </a:lnTo>
                <a:lnTo>
                  <a:pt x="82204" y="442965"/>
                </a:lnTo>
                <a:lnTo>
                  <a:pt x="71199" y="432548"/>
                </a:lnTo>
                <a:lnTo>
                  <a:pt x="60860" y="421631"/>
                </a:lnTo>
                <a:lnTo>
                  <a:pt x="51151" y="410303"/>
                </a:lnTo>
                <a:lnTo>
                  <a:pt x="42063" y="398603"/>
                </a:lnTo>
                <a:lnTo>
                  <a:pt x="33623" y="386527"/>
                </a:lnTo>
                <a:lnTo>
                  <a:pt x="25901" y="374056"/>
                </a:lnTo>
                <a:lnTo>
                  <a:pt x="18995" y="361171"/>
                </a:lnTo>
                <a:lnTo>
                  <a:pt x="13025" y="347873"/>
                </a:lnTo>
                <a:lnTo>
                  <a:pt x="8106" y="334196"/>
                </a:lnTo>
                <a:lnTo>
                  <a:pt x="4329" y="320210"/>
                </a:lnTo>
                <a:lnTo>
                  <a:pt x="1742" y="306020"/>
                </a:lnTo>
                <a:lnTo>
                  <a:pt x="328" y="291754"/>
                </a:lnTo>
                <a:lnTo>
                  <a:pt x="0" y="277545"/>
                </a:lnTo>
                <a:lnTo>
                  <a:pt x="604" y="263508"/>
                </a:lnTo>
                <a:lnTo>
                  <a:pt x="1929" y="249724"/>
                </a:lnTo>
                <a:lnTo>
                  <a:pt x="3727" y="236220"/>
                </a:lnTo>
                <a:lnTo>
                  <a:pt x="5744" y="222967"/>
                </a:lnTo>
                <a:lnTo>
                  <a:pt x="7749" y="209871"/>
                </a:lnTo>
                <a:lnTo>
                  <a:pt x="9569" y="196793"/>
                </a:lnTo>
                <a:lnTo>
                  <a:pt x="11110" y="183563"/>
                </a:lnTo>
                <a:lnTo>
                  <a:pt x="12378" y="170012"/>
                </a:lnTo>
                <a:lnTo>
                  <a:pt x="13481" y="155997"/>
                </a:lnTo>
                <a:lnTo>
                  <a:pt x="14629" y="141435"/>
                </a:lnTo>
                <a:lnTo>
                  <a:pt x="16105" y="126327"/>
                </a:lnTo>
                <a:lnTo>
                  <a:pt x="18246" y="110775"/>
                </a:lnTo>
                <a:lnTo>
                  <a:pt x="21398" y="94984"/>
                </a:lnTo>
                <a:lnTo>
                  <a:pt x="25882" y="79258"/>
                </a:lnTo>
                <a:lnTo>
                  <a:pt x="31955" y="63974"/>
                </a:lnTo>
                <a:lnTo>
                  <a:pt x="39782" y="49556"/>
                </a:lnTo>
                <a:lnTo>
                  <a:pt x="49413" y="36431"/>
                </a:lnTo>
                <a:lnTo>
                  <a:pt x="60780" y="24990"/>
                </a:lnTo>
                <a:lnTo>
                  <a:pt x="73699" y="15549"/>
                </a:lnTo>
                <a:lnTo>
                  <a:pt x="87894" y="8318"/>
                </a:lnTo>
                <a:lnTo>
                  <a:pt x="103023" y="3375"/>
                </a:lnTo>
                <a:lnTo>
                  <a:pt x="118713" y="664"/>
                </a:lnTo>
                <a:lnTo>
                  <a:pt x="134600" y="0"/>
                </a:lnTo>
                <a:lnTo>
                  <a:pt x="150363" y="1089"/>
                </a:lnTo>
                <a:lnTo>
                  <a:pt x="165750" y="3562"/>
                </a:lnTo>
                <a:lnTo>
                  <a:pt x="180594" y="7014"/>
                </a:lnTo>
                <a:lnTo>
                  <a:pt x="194825" y="11049"/>
                </a:lnTo>
                <a:lnTo>
                  <a:pt x="208457" y="15313"/>
                </a:lnTo>
                <a:lnTo>
                  <a:pt x="221575" y="19533"/>
                </a:lnTo>
                <a:lnTo>
                  <a:pt x="234311" y="23537"/>
                </a:lnTo>
                <a:lnTo>
                  <a:pt x="246814" y="27261"/>
                </a:lnTo>
                <a:lnTo>
                  <a:pt x="259222" y="30750"/>
                </a:lnTo>
                <a:lnTo>
                  <a:pt x="271641" y="34133"/>
                </a:lnTo>
                <a:lnTo>
                  <a:pt x="284126" y="37607"/>
                </a:lnTo>
                <a:lnTo>
                  <a:pt x="296673" y="41399"/>
                </a:lnTo>
                <a:lnTo>
                  <a:pt x="309223" y="45739"/>
                </a:lnTo>
                <a:lnTo>
                  <a:pt x="321672" y="50826"/>
                </a:lnTo>
                <a:lnTo>
                  <a:pt x="333888" y="56809"/>
                </a:lnTo>
                <a:lnTo>
                  <a:pt x="345733" y="63774"/>
                </a:lnTo>
                <a:lnTo>
                  <a:pt x="357084" y="71742"/>
                </a:lnTo>
                <a:lnTo>
                  <a:pt x="367848" y="80672"/>
                </a:lnTo>
                <a:lnTo>
                  <a:pt x="377976" y="90483"/>
                </a:lnTo>
                <a:lnTo>
                  <a:pt x="387461" y="101066"/>
                </a:lnTo>
                <a:lnTo>
                  <a:pt x="396336" y="112313"/>
                </a:lnTo>
                <a:lnTo>
                  <a:pt x="404658" y="124128"/>
                </a:lnTo>
                <a:lnTo>
                  <a:pt x="412485" y="136447"/>
                </a:lnTo>
                <a:lnTo>
                  <a:pt x="419859" y="149238"/>
                </a:lnTo>
                <a:lnTo>
                  <a:pt x="426782" y="162500"/>
                </a:lnTo>
                <a:lnTo>
                  <a:pt x="433200" y="176253"/>
                </a:lnTo>
                <a:lnTo>
                  <a:pt x="438997" y="190518"/>
                </a:lnTo>
                <a:lnTo>
                  <a:pt x="443993" y="205298"/>
                </a:lnTo>
                <a:lnTo>
                  <a:pt x="447960" y="220561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93" name="nature-spatial-mechanism-v2-92">
            <a:extLst xmlns:a="http://schemas.openxmlformats.org/drawingml/2006/main">
              <a:ext uri="{FF2B5EF4-FFF2-40B4-BE49-F238E27FC236}">
                <a16:creationId xmlns:a16="http://schemas.microsoft.com/office/drawing/2014/main" id="{B2BE36ED-359F-4FE9-B091-F1A12FB7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223" y="3976989"/>
            <a:ext cx="179737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94" name="nature-spatial-mechanism-v2-93">
            <a:extLst xmlns:a="http://schemas.openxmlformats.org/drawingml/2006/main">
              <a:ext uri="{FF2B5EF4-FFF2-40B4-BE49-F238E27FC236}">
                <a16:creationId xmlns:a16="http://schemas.microsoft.com/office/drawing/2014/main" id="{CE44D68E-FF23-4D2D-BAE8-98739BD6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05" y="4047664"/>
            <a:ext cx="48578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nature-spatial-mechanism-v2-94">
            <a:extLst xmlns:a="http://schemas.openxmlformats.org/drawingml/2006/main">
              <a:ext uri="{FF2B5EF4-FFF2-40B4-BE49-F238E27FC236}">
                <a16:creationId xmlns:a16="http://schemas.microsoft.com/office/drawing/2014/main" id="{16D6DFE7-52F2-49EC-B7BF-B0C9F2AE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067" y="4000369"/>
            <a:ext cx="480580" cy="482387"/>
          </a:xfrm>
          <a:custGeom xmlns:a="http://schemas.openxmlformats.org/drawingml/2006/main">
            <a:pathLst>
              <a:path w="480580" h="482387">
                <a:moveTo>
                  <a:pt x="475524" y="224080"/>
                </a:moveTo>
                <a:lnTo>
                  <a:pt x="472733" y="238581"/>
                </a:lnTo>
                <a:lnTo>
                  <a:pt x="469471" y="252792"/>
                </a:lnTo>
                <a:lnTo>
                  <a:pt x="465694" y="266728"/>
                </a:lnTo>
                <a:lnTo>
                  <a:pt x="461319" y="280380"/>
                </a:lnTo>
                <a:lnTo>
                  <a:pt x="456245" y="293708"/>
                </a:lnTo>
                <a:lnTo>
                  <a:pt x="450380" y="306646"/>
                </a:lnTo>
                <a:lnTo>
                  <a:pt x="443659" y="319106"/>
                </a:lnTo>
                <a:lnTo>
                  <a:pt x="436068" y="331002"/>
                </a:lnTo>
                <a:lnTo>
                  <a:pt x="427644" y="342260"/>
                </a:lnTo>
                <a:lnTo>
                  <a:pt x="418479" y="352843"/>
                </a:lnTo>
                <a:lnTo>
                  <a:pt x="408706" y="362760"/>
                </a:lnTo>
                <a:lnTo>
                  <a:pt x="398480" y="372075"/>
                </a:lnTo>
                <a:lnTo>
                  <a:pt x="387957" y="380907"/>
                </a:lnTo>
                <a:lnTo>
                  <a:pt x="377264" y="389413"/>
                </a:lnTo>
                <a:lnTo>
                  <a:pt x="366486" y="397775"/>
                </a:lnTo>
                <a:lnTo>
                  <a:pt x="355643" y="406166"/>
                </a:lnTo>
                <a:lnTo>
                  <a:pt x="344693" y="414725"/>
                </a:lnTo>
                <a:lnTo>
                  <a:pt x="333531" y="423527"/>
                </a:lnTo>
                <a:lnTo>
                  <a:pt x="322008" y="432559"/>
                </a:lnTo>
                <a:lnTo>
                  <a:pt x="309954" y="441708"/>
                </a:lnTo>
                <a:lnTo>
                  <a:pt x="297206" y="450753"/>
                </a:lnTo>
                <a:lnTo>
                  <a:pt x="283641" y="459382"/>
                </a:lnTo>
                <a:lnTo>
                  <a:pt x="269202" y="467212"/>
                </a:lnTo>
                <a:lnTo>
                  <a:pt x="253917" y="473820"/>
                </a:lnTo>
                <a:lnTo>
                  <a:pt x="237908" y="478787"/>
                </a:lnTo>
                <a:lnTo>
                  <a:pt x="221392" y="481740"/>
                </a:lnTo>
                <a:lnTo>
                  <a:pt x="204661" y="482387"/>
                </a:lnTo>
                <a:lnTo>
                  <a:pt x="188060" y="480555"/>
                </a:lnTo>
                <a:lnTo>
                  <a:pt x="171951" y="476208"/>
                </a:lnTo>
                <a:lnTo>
                  <a:pt x="156678" y="469450"/>
                </a:lnTo>
                <a:lnTo>
                  <a:pt x="142528" y="460523"/>
                </a:lnTo>
                <a:lnTo>
                  <a:pt x="129700" y="449776"/>
                </a:lnTo>
                <a:lnTo>
                  <a:pt x="118289" y="437637"/>
                </a:lnTo>
                <a:lnTo>
                  <a:pt x="108273" y="424570"/>
                </a:lnTo>
                <a:lnTo>
                  <a:pt x="99519" y="411029"/>
                </a:lnTo>
                <a:lnTo>
                  <a:pt x="91806" y="397417"/>
                </a:lnTo>
                <a:lnTo>
                  <a:pt x="84847" y="384055"/>
                </a:lnTo>
                <a:lnTo>
                  <a:pt x="78334" y="371155"/>
                </a:lnTo>
                <a:lnTo>
                  <a:pt x="71969" y="358814"/>
                </a:lnTo>
                <a:lnTo>
                  <a:pt x="65507" y="347018"/>
                </a:lnTo>
                <a:lnTo>
                  <a:pt x="58779" y="335654"/>
                </a:lnTo>
                <a:lnTo>
                  <a:pt x="51718" y="324543"/>
                </a:lnTo>
                <a:lnTo>
                  <a:pt x="44361" y="313470"/>
                </a:lnTo>
                <a:lnTo>
                  <a:pt x="36844" y="302213"/>
                </a:lnTo>
                <a:lnTo>
                  <a:pt x="29383" y="290580"/>
                </a:lnTo>
                <a:lnTo>
                  <a:pt x="22244" y="278428"/>
                </a:lnTo>
                <a:lnTo>
                  <a:pt x="15718" y="265680"/>
                </a:lnTo>
                <a:lnTo>
                  <a:pt x="10078" y="252329"/>
                </a:lnTo>
                <a:lnTo>
                  <a:pt x="5557" y="238428"/>
                </a:lnTo>
                <a:lnTo>
                  <a:pt x="2322" y="224080"/>
                </a:lnTo>
                <a:lnTo>
                  <a:pt x="465" y="209418"/>
                </a:lnTo>
                <a:lnTo>
                  <a:pt x="0" y="194582"/>
                </a:lnTo>
                <a:lnTo>
                  <a:pt x="873" y="179701"/>
                </a:lnTo>
                <a:lnTo>
                  <a:pt x="2983" y="164879"/>
                </a:lnTo>
                <a:lnTo>
                  <a:pt x="6203" y="150189"/>
                </a:lnTo>
                <a:lnTo>
                  <a:pt x="10408" y="135674"/>
                </a:lnTo>
                <a:lnTo>
                  <a:pt x="15493" y="121358"/>
                </a:lnTo>
                <a:lnTo>
                  <a:pt x="21398" y="107257"/>
                </a:lnTo>
                <a:lnTo>
                  <a:pt x="28106" y="93401"/>
                </a:lnTo>
                <a:lnTo>
                  <a:pt x="35650" y="79853"/>
                </a:lnTo>
                <a:lnTo>
                  <a:pt x="44098" y="66715"/>
                </a:lnTo>
                <a:lnTo>
                  <a:pt x="53531" y="54145"/>
                </a:lnTo>
                <a:lnTo>
                  <a:pt x="64028" y="42345"/>
                </a:lnTo>
                <a:lnTo>
                  <a:pt x="75634" y="31557"/>
                </a:lnTo>
                <a:lnTo>
                  <a:pt x="88344" y="22036"/>
                </a:lnTo>
                <a:lnTo>
                  <a:pt x="102089" y="14027"/>
                </a:lnTo>
                <a:lnTo>
                  <a:pt x="116727" y="7734"/>
                </a:lnTo>
                <a:lnTo>
                  <a:pt x="132052" y="3290"/>
                </a:lnTo>
                <a:lnTo>
                  <a:pt x="147811" y="735"/>
                </a:lnTo>
                <a:lnTo>
                  <a:pt x="163726" y="0"/>
                </a:lnTo>
                <a:lnTo>
                  <a:pt x="179525" y="905"/>
                </a:lnTo>
                <a:lnTo>
                  <a:pt x="194972" y="3170"/>
                </a:lnTo>
                <a:lnTo>
                  <a:pt x="209894" y="6435"/>
                </a:lnTo>
                <a:lnTo>
                  <a:pt x="224204" y="10297"/>
                </a:lnTo>
                <a:lnTo>
                  <a:pt x="237908" y="14348"/>
                </a:lnTo>
                <a:lnTo>
                  <a:pt x="251104" y="18217"/>
                </a:lnTo>
                <a:lnTo>
                  <a:pt x="263969" y="21610"/>
                </a:lnTo>
                <a:lnTo>
                  <a:pt x="276729" y="24343"/>
                </a:lnTo>
                <a:lnTo>
                  <a:pt x="289632" y="26360"/>
                </a:lnTo>
                <a:lnTo>
                  <a:pt x="302906" y="27743"/>
                </a:lnTo>
                <a:lnTo>
                  <a:pt x="316725" y="28698"/>
                </a:lnTo>
                <a:lnTo>
                  <a:pt x="331180" y="29539"/>
                </a:lnTo>
                <a:lnTo>
                  <a:pt x="346256" y="30646"/>
                </a:lnTo>
                <a:lnTo>
                  <a:pt x="361827" y="32431"/>
                </a:lnTo>
                <a:lnTo>
                  <a:pt x="377660" y="35290"/>
                </a:lnTo>
                <a:lnTo>
                  <a:pt x="393436" y="39561"/>
                </a:lnTo>
                <a:lnTo>
                  <a:pt x="408776" y="45493"/>
                </a:lnTo>
                <a:lnTo>
                  <a:pt x="423284" y="53225"/>
                </a:lnTo>
                <a:lnTo>
                  <a:pt x="436578" y="62770"/>
                </a:lnTo>
                <a:lnTo>
                  <a:pt x="448335" y="74027"/>
                </a:lnTo>
                <a:lnTo>
                  <a:pt x="458317" y="86795"/>
                </a:lnTo>
                <a:lnTo>
                  <a:pt x="466388" y="100798"/>
                </a:lnTo>
                <a:lnTo>
                  <a:pt x="472527" y="115721"/>
                </a:lnTo>
                <a:lnTo>
                  <a:pt x="476816" y="131241"/>
                </a:lnTo>
                <a:lnTo>
                  <a:pt x="479424" y="147060"/>
                </a:lnTo>
                <a:lnTo>
                  <a:pt x="480580" y="162927"/>
                </a:lnTo>
                <a:lnTo>
                  <a:pt x="480538" y="178653"/>
                </a:lnTo>
                <a:lnTo>
                  <a:pt x="479548" y="194119"/>
                </a:lnTo>
                <a:lnTo>
                  <a:pt x="477825" y="209265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96" name="nature-spatial-mechanism-v2-95">
            <a:extLst xmlns:a="http://schemas.openxmlformats.org/drawingml/2006/main">
              <a:ext uri="{FF2B5EF4-FFF2-40B4-BE49-F238E27FC236}">
                <a16:creationId xmlns:a16="http://schemas.microsoft.com/office/drawing/2014/main" id="{8299461B-36BA-40C6-9942-1D832F63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392" y="4123484"/>
            <a:ext cx="190310" cy="1968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11430">
            <a:solidFill>
              <a:srgbClr val="9380B4"/>
            </a:solidFill>
            <a:prstDash val="solid"/>
          </a:ln>
        </p:spPr>
      </p:sp>
      <p:sp>
        <p:nvSpPr>
          <p:cNvPr id="97" name="nature-spatial-mechanism-v2-96">
            <a:extLst xmlns:a="http://schemas.openxmlformats.org/drawingml/2006/main">
              <a:ext uri="{FF2B5EF4-FFF2-40B4-BE49-F238E27FC236}">
                <a16:creationId xmlns:a16="http://schemas.microsoft.com/office/drawing/2014/main" id="{6808DFCD-AFEC-465F-95E6-8D79B50B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832" y="4194159"/>
            <a:ext cx="51435" cy="555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nature-spatial-mechanism-v2-97">
            <a:extLst xmlns:a="http://schemas.openxmlformats.org/drawingml/2006/main">
              <a:ext uri="{FF2B5EF4-FFF2-40B4-BE49-F238E27FC236}">
                <a16:creationId xmlns:a16="http://schemas.microsoft.com/office/drawing/2014/main" id="{CC0D9C96-7BF7-4D5C-90EF-21A1F925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05075"/>
            <a:ext cx="9620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53747"/>
            </a:solidFill>
            <a:prstDash val="dash"/>
          </a:ln>
        </p:spPr>
      </p:sp>
      <p:sp>
        <p:nvSpPr>
          <p:cNvPr id="99" name="nature-spatial-mechanism-v2-98">
            <a:extLst xmlns:a="http://schemas.openxmlformats.org/drawingml/2006/main">
              <a:ext uri="{FF2B5EF4-FFF2-40B4-BE49-F238E27FC236}">
                <a16:creationId xmlns:a16="http://schemas.microsoft.com/office/drawing/2014/main" id="{26505706-942C-45B6-87E1-BCB73883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00450"/>
            <a:ext cx="819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ROI</a:t>
            </a:r>
          </a:p>
        </p:txBody>
      </p:sp>
      <p:sp>
        <p:nvSpPr>
          <p:cNvPr id="100" name="nature-spatial-mechanism-v2-99-start-1">
            <a:extLst xmlns:a="http://schemas.openxmlformats.org/drawingml/2006/main">
              <a:ext uri="{FF2B5EF4-FFF2-40B4-BE49-F238E27FC236}">
                <a16:creationId xmlns:a16="http://schemas.microsoft.com/office/drawing/2014/main" id="{DA58D744-3EEC-4478-A643-CD23814A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146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nature-spatial-mechanism-v2-99-end-1">
            <a:extLst xmlns:a="http://schemas.openxmlformats.org/drawingml/2006/main">
              <a:ext uri="{FF2B5EF4-FFF2-40B4-BE49-F238E27FC236}">
                <a16:creationId xmlns:a16="http://schemas.microsoft.com/office/drawing/2014/main" id="{71FC71D2-4E8B-4742-9AA6-FF783776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811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1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 flipV="1">
            <a:off x="3991070" y="1781223"/>
            <a:ext cx="1885855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57887"/>
            </a:solidFill>
            <a:prstDash val="dash"/>
          </a:ln>
        </p:spPr>
      </p:cxnSp>
      <p:sp>
        <p:nvSpPr>
          <p:cNvPr id="103" name="nature-spatial-mechanism-v2-100-start-1">
            <a:extLst xmlns:a="http://schemas.openxmlformats.org/drawingml/2006/main">
              <a:ext uri="{FF2B5EF4-FFF2-40B4-BE49-F238E27FC236}">
                <a16:creationId xmlns:a16="http://schemas.microsoft.com/office/drawing/2014/main" id="{175B1098-C409-46D5-A38C-044D0450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562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nature-spatial-mechanism-v2-100-end-1">
            <a:extLst xmlns:a="http://schemas.openxmlformats.org/drawingml/2006/main">
              <a:ext uri="{FF2B5EF4-FFF2-40B4-BE49-F238E27FC236}">
                <a16:creationId xmlns:a16="http://schemas.microsoft.com/office/drawing/2014/main" id="{41643C45-4EE9-4DBB-B8DF-045092F9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333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4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3991070" y="3562398"/>
            <a:ext cx="1885855" cy="7715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57887"/>
            </a:solidFill>
            <a:prstDash val="dash"/>
          </a:ln>
        </p:spPr>
      </p:cxnSp>
      <p:sp>
        <p:nvSpPr>
          <p:cNvPr id="106" name="nature-spatial-mechanism-v2-101">
            <a:extLst xmlns:a="http://schemas.openxmlformats.org/drawingml/2006/main">
              <a:ext uri="{FF2B5EF4-FFF2-40B4-BE49-F238E27FC236}">
                <a16:creationId xmlns:a16="http://schemas.microsoft.com/office/drawing/2014/main" id="{022AB8B5-37C9-4985-9251-6290275E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14300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Region-resolved cell</a:t>
            </a:r>
          </a:p>
        </p:txBody>
      </p:sp>
      <p:sp>
        <p:nvSpPr>
          <p:cNvPr id="107" name="nature-spatial-mechanism-v2-102">
            <a:extLst xmlns:a="http://schemas.openxmlformats.org/drawingml/2006/main">
              <a:ext uri="{FF2B5EF4-FFF2-40B4-BE49-F238E27FC236}">
                <a16:creationId xmlns:a16="http://schemas.microsoft.com/office/drawing/2014/main" id="{479BF5E2-F47C-4B7F-8A52-13B13585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159" y="1792427"/>
            <a:ext cx="2373928" cy="2401969"/>
          </a:xfrm>
          <a:custGeom xmlns:a="http://schemas.openxmlformats.org/drawingml/2006/main">
            <a:pathLst>
              <a:path w="2373928" h="2401969">
                <a:moveTo>
                  <a:pt x="2350360" y="1255573"/>
                </a:moveTo>
                <a:lnTo>
                  <a:pt x="2367898" y="1338734"/>
                </a:lnTo>
                <a:lnTo>
                  <a:pt x="2373928" y="1423366"/>
                </a:lnTo>
                <a:lnTo>
                  <a:pt x="2367790" y="1507701"/>
                </a:lnTo>
                <a:lnTo>
                  <a:pt x="2349516" y="1589945"/>
                </a:lnTo>
                <a:lnTo>
                  <a:pt x="2319810" y="1668464"/>
                </a:lnTo>
                <a:lnTo>
                  <a:pt x="2279961" y="1741941"/>
                </a:lnTo>
                <a:lnTo>
                  <a:pt x="2231689" y="1809503"/>
                </a:lnTo>
                <a:lnTo>
                  <a:pt x="2176965" y="1870772"/>
                </a:lnTo>
                <a:lnTo>
                  <a:pt x="2117810" y="1925871"/>
                </a:lnTo>
                <a:lnTo>
                  <a:pt x="2056106" y="1975351"/>
                </a:lnTo>
                <a:lnTo>
                  <a:pt x="1993436" y="2020082"/>
                </a:lnTo>
                <a:lnTo>
                  <a:pt x="1930974" y="2061099"/>
                </a:lnTo>
                <a:lnTo>
                  <a:pt x="1869437" y="2099441"/>
                </a:lnTo>
                <a:lnTo>
                  <a:pt x="1809088" y="2136001"/>
                </a:lnTo>
                <a:lnTo>
                  <a:pt x="1749800" y="2171401"/>
                </a:lnTo>
                <a:lnTo>
                  <a:pt x="1691157" y="2205919"/>
                </a:lnTo>
                <a:lnTo>
                  <a:pt x="1632583" y="2239470"/>
                </a:lnTo>
                <a:lnTo>
                  <a:pt x="1573470" y="2271637"/>
                </a:lnTo>
                <a:lnTo>
                  <a:pt x="1513291" y="2301755"/>
                </a:lnTo>
                <a:lnTo>
                  <a:pt x="1451686" y="2329030"/>
                </a:lnTo>
                <a:lnTo>
                  <a:pt x="1388504" y="2352670"/>
                </a:lnTo>
                <a:lnTo>
                  <a:pt x="1323801" y="2372008"/>
                </a:lnTo>
                <a:lnTo>
                  <a:pt x="1257806" y="2386609"/>
                </a:lnTo>
                <a:lnTo>
                  <a:pt x="1190845" y="2396324"/>
                </a:lnTo>
                <a:lnTo>
                  <a:pt x="1123266" y="2401307"/>
                </a:lnTo>
                <a:lnTo>
                  <a:pt x="1055353" y="2401969"/>
                </a:lnTo>
                <a:lnTo>
                  <a:pt x="987265" y="2398899"/>
                </a:lnTo>
                <a:lnTo>
                  <a:pt x="919007" y="2392743"/>
                </a:lnTo>
                <a:lnTo>
                  <a:pt x="850436" y="2384073"/>
                </a:lnTo>
                <a:lnTo>
                  <a:pt x="781312" y="2373267"/>
                </a:lnTo>
                <a:lnTo>
                  <a:pt x="711373" y="2360412"/>
                </a:lnTo>
                <a:lnTo>
                  <a:pt x="640446" y="2345247"/>
                </a:lnTo>
                <a:lnTo>
                  <a:pt x="568552" y="2327170"/>
                </a:lnTo>
                <a:lnTo>
                  <a:pt x="495999" y="2305284"/>
                </a:lnTo>
                <a:lnTo>
                  <a:pt x="423455" y="2278514"/>
                </a:lnTo>
                <a:lnTo>
                  <a:pt x="351962" y="2245739"/>
                </a:lnTo>
                <a:lnTo>
                  <a:pt x="282907" y="2205961"/>
                </a:lnTo>
                <a:lnTo>
                  <a:pt x="217936" y="2158457"/>
                </a:lnTo>
                <a:lnTo>
                  <a:pt x="158821" y="2102910"/>
                </a:lnTo>
                <a:lnTo>
                  <a:pt x="107293" y="2039497"/>
                </a:lnTo>
                <a:lnTo>
                  <a:pt x="64863" y="1968911"/>
                </a:lnTo>
                <a:lnTo>
                  <a:pt x="32648" y="1892328"/>
                </a:lnTo>
                <a:lnTo>
                  <a:pt x="11232" y="1811308"/>
                </a:lnTo>
                <a:lnTo>
                  <a:pt x="579" y="1727642"/>
                </a:lnTo>
                <a:lnTo>
                  <a:pt x="0" y="1643178"/>
                </a:lnTo>
                <a:lnTo>
                  <a:pt x="8203" y="1559627"/>
                </a:lnTo>
                <a:lnTo>
                  <a:pt x="23401" y="1478394"/>
                </a:lnTo>
                <a:lnTo>
                  <a:pt x="43486" y="1400440"/>
                </a:lnTo>
                <a:lnTo>
                  <a:pt x="66230" y="1326200"/>
                </a:lnTo>
                <a:lnTo>
                  <a:pt x="89506" y="1255573"/>
                </a:lnTo>
                <a:lnTo>
                  <a:pt x="111505" y="1187970"/>
                </a:lnTo>
                <a:lnTo>
                  <a:pt x="130902" y="1122433"/>
                </a:lnTo>
                <a:lnTo>
                  <a:pt x="146982" y="1057787"/>
                </a:lnTo>
                <a:lnTo>
                  <a:pt x="159691" y="992825"/>
                </a:lnTo>
                <a:lnTo>
                  <a:pt x="169610" y="926495"/>
                </a:lnTo>
                <a:lnTo>
                  <a:pt x="177872" y="858052"/>
                </a:lnTo>
                <a:lnTo>
                  <a:pt x="186007" y="787180"/>
                </a:lnTo>
                <a:lnTo>
                  <a:pt x="195763" y="714052"/>
                </a:lnTo>
                <a:lnTo>
                  <a:pt x="208908" y="639317"/>
                </a:lnTo>
                <a:lnTo>
                  <a:pt x="227037" y="564042"/>
                </a:lnTo>
                <a:lnTo>
                  <a:pt x="251418" y="489588"/>
                </a:lnTo>
                <a:lnTo>
                  <a:pt x="282883" y="417459"/>
                </a:lnTo>
                <a:lnTo>
                  <a:pt x="321776" y="349142"/>
                </a:lnTo>
                <a:lnTo>
                  <a:pt x="367966" y="285951"/>
                </a:lnTo>
                <a:lnTo>
                  <a:pt x="420903" y="228901"/>
                </a:lnTo>
                <a:lnTo>
                  <a:pt x="479730" y="178636"/>
                </a:lnTo>
                <a:lnTo>
                  <a:pt x="543408" y="135404"/>
                </a:lnTo>
                <a:lnTo>
                  <a:pt x="610845" y="99091"/>
                </a:lnTo>
                <a:lnTo>
                  <a:pt x="681015" y="69304"/>
                </a:lnTo>
                <a:lnTo>
                  <a:pt x="753044" y="45484"/>
                </a:lnTo>
                <a:lnTo>
                  <a:pt x="826252" y="27041"/>
                </a:lnTo>
                <a:lnTo>
                  <a:pt x="900160" y="13476"/>
                </a:lnTo>
                <a:lnTo>
                  <a:pt x="974446" y="4480"/>
                </a:lnTo>
                <a:lnTo>
                  <a:pt x="1048885" y="0"/>
                </a:lnTo>
                <a:lnTo>
                  <a:pt x="1123266" y="245"/>
                </a:lnTo>
                <a:lnTo>
                  <a:pt x="1197313" y="5645"/>
                </a:lnTo>
                <a:lnTo>
                  <a:pt x="1270625" y="16770"/>
                </a:lnTo>
                <a:lnTo>
                  <a:pt x="1342648" y="34210"/>
                </a:lnTo>
                <a:lnTo>
                  <a:pt x="1412688" y="58445"/>
                </a:lnTo>
                <a:lnTo>
                  <a:pt x="1479954" y="89721"/>
                </a:lnTo>
                <a:lnTo>
                  <a:pt x="1543649" y="127961"/>
                </a:lnTo>
                <a:lnTo>
                  <a:pt x="1603071" y="172702"/>
                </a:lnTo>
                <a:lnTo>
                  <a:pt x="1657726" y="223103"/>
                </a:lnTo>
                <a:lnTo>
                  <a:pt x="1707425" y="278001"/>
                </a:lnTo>
                <a:lnTo>
                  <a:pt x="1752352" y="336014"/>
                </a:lnTo>
                <a:lnTo>
                  <a:pt x="1793084" y="395689"/>
                </a:lnTo>
                <a:lnTo>
                  <a:pt x="1830568" y="455663"/>
                </a:lnTo>
                <a:lnTo>
                  <a:pt x="1866028" y="514817"/>
                </a:lnTo>
                <a:lnTo>
                  <a:pt x="1900839" y="572416"/>
                </a:lnTo>
                <a:lnTo>
                  <a:pt x="1936363" y="628188"/>
                </a:lnTo>
                <a:lnTo>
                  <a:pt x="1973765" y="682357"/>
                </a:lnTo>
                <a:lnTo>
                  <a:pt x="2013849" y="735608"/>
                </a:lnTo>
                <a:lnTo>
                  <a:pt x="2056914" y="788985"/>
                </a:lnTo>
                <a:lnTo>
                  <a:pt x="2102668" y="843752"/>
                </a:lnTo>
                <a:lnTo>
                  <a:pt x="2150200" y="901209"/>
                </a:lnTo>
                <a:lnTo>
                  <a:pt x="2198028" y="962507"/>
                </a:lnTo>
                <a:lnTo>
                  <a:pt x="2244210" y="1028480"/>
                </a:lnTo>
                <a:lnTo>
                  <a:pt x="2286513" y="1099507"/>
                </a:lnTo>
                <a:lnTo>
                  <a:pt x="2322623" y="1175436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108" name="nature-spatial-mechanism-v2-103">
            <a:extLst xmlns:a="http://schemas.openxmlformats.org/drawingml/2006/main">
              <a:ext uri="{FF2B5EF4-FFF2-40B4-BE49-F238E27FC236}">
                <a16:creationId xmlns:a16="http://schemas.microsoft.com/office/drawing/2014/main" id="{8420B2A1-6F97-4097-BA91-EA1245CC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084" y="2526030"/>
            <a:ext cx="909256" cy="10178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1430">
            <a:solidFill>
              <a:srgbClr val="4A9086"/>
            </a:solidFill>
            <a:prstDash val="solid"/>
          </a:ln>
        </p:spPr>
      </p:sp>
      <p:sp>
        <p:nvSpPr>
          <p:cNvPr id="109" name="nature-spatial-mechanism-v2-104">
            <a:extLst xmlns:a="http://schemas.openxmlformats.org/drawingml/2006/main">
              <a:ext uri="{FF2B5EF4-FFF2-40B4-BE49-F238E27FC236}">
                <a16:creationId xmlns:a16="http://schemas.microsoft.com/office/drawing/2014/main" id="{EED4AF3E-0892-40C0-986E-E1BC5290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851" y="2891409"/>
            <a:ext cx="245745" cy="2870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nature-spatial-mechanism-v2-105-start-1">
            <a:extLst xmlns:a="http://schemas.openxmlformats.org/drawingml/2006/main">
              <a:ext uri="{FF2B5EF4-FFF2-40B4-BE49-F238E27FC236}">
                <a16:creationId xmlns:a16="http://schemas.microsoft.com/office/drawing/2014/main" id="{60BE1D78-D7EB-4C92-BFA9-27DA89E3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531" y="27870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" name="nature-spatial-mechanism-v2-105-end-1">
            <a:extLst xmlns:a="http://schemas.openxmlformats.org/drawingml/2006/main">
              <a:ext uri="{FF2B5EF4-FFF2-40B4-BE49-F238E27FC236}">
                <a16:creationId xmlns:a16="http://schemas.microsoft.com/office/drawing/2014/main" id="{87E178DD-14F9-4346-87EA-08886B41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191" y="2826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1" name=""/>
          <p:cNvCxnSpPr>
            <a:stCxn xmlns:a="http://schemas.openxmlformats.org/drawingml/2006/main" id="110" idx="2"/>
            <a:endCxn xmlns:a="http://schemas.openxmlformats.org/drawingml/2006/main" id="111" idx="0"/>
          </p:cNvCxnSpPr>
          <p:nvPr/>
        </p:nvCxnSpPr>
        <p:spPr>
          <a:xfrm xmlns:a="http://schemas.openxmlformats.org/drawingml/2006/main">
            <a:off x="6915579" y="2787110"/>
            <a:ext cx="19660" cy="39637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13" name="nature-spatial-mechanism-v2-105-start-2">
            <a:extLst xmlns:a="http://schemas.openxmlformats.org/drawingml/2006/main">
              <a:ext uri="{FF2B5EF4-FFF2-40B4-BE49-F238E27FC236}">
                <a16:creationId xmlns:a16="http://schemas.microsoft.com/office/drawing/2014/main" id="{867BE2B2-59CA-433A-B179-F03F9EBF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191" y="2826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" name="nature-spatial-mechanism-v2-105-end-2">
            <a:extLst xmlns:a="http://schemas.openxmlformats.org/drawingml/2006/main">
              <a:ext uri="{FF2B5EF4-FFF2-40B4-BE49-F238E27FC236}">
                <a16:creationId xmlns:a16="http://schemas.microsoft.com/office/drawing/2014/main" id="{81BAC42E-8BD6-487A-995B-222D1E28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850" y="28585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4" name=""/>
          <p:cNvCxnSpPr>
            <a:stCxn xmlns:a="http://schemas.openxmlformats.org/drawingml/2006/main" id="113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6935239" y="2826842"/>
            <a:ext cx="19659" cy="31726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16" name="nature-spatial-mechanism-v2-105-start-3">
            <a:extLst xmlns:a="http://schemas.openxmlformats.org/drawingml/2006/main">
              <a:ext uri="{FF2B5EF4-FFF2-40B4-BE49-F238E27FC236}">
                <a16:creationId xmlns:a16="http://schemas.microsoft.com/office/drawing/2014/main" id="{55AC2C6C-C1AB-4746-8426-65CDB49A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850" y="28585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nature-spatial-mechanism-v2-105-end-3">
            <a:extLst xmlns:a="http://schemas.openxmlformats.org/drawingml/2006/main">
              <a:ext uri="{FF2B5EF4-FFF2-40B4-BE49-F238E27FC236}">
                <a16:creationId xmlns:a16="http://schemas.microsoft.com/office/drawing/2014/main" id="{BFA51861-5CEC-4222-9EAA-A18D1890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510" y="28761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7" name=""/>
          <p:cNvCxnSpPr>
            <a:stCxn xmlns:a="http://schemas.openxmlformats.org/drawingml/2006/main" id="116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>
            <a:off x="6954945" y="2858616"/>
            <a:ext cx="19565" cy="1757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19" name="nature-spatial-mechanism-v2-105-start-4">
            <a:extLst xmlns:a="http://schemas.openxmlformats.org/drawingml/2006/main">
              <a:ext uri="{FF2B5EF4-FFF2-40B4-BE49-F238E27FC236}">
                <a16:creationId xmlns:a16="http://schemas.microsoft.com/office/drawing/2014/main" id="{4C380AEA-22AC-4135-8513-0B2239FD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510" y="28761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" name="nature-spatial-mechanism-v2-105-end-4">
            <a:extLst xmlns:a="http://schemas.openxmlformats.org/drawingml/2006/main">
              <a:ext uri="{FF2B5EF4-FFF2-40B4-BE49-F238E27FC236}">
                <a16:creationId xmlns:a16="http://schemas.microsoft.com/office/drawing/2014/main" id="{6093D67C-E5D6-46E4-A298-18497305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169" y="28759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0" name=""/>
          <p:cNvCxnSpPr>
            <a:stCxn xmlns:a="http://schemas.openxmlformats.org/drawingml/2006/main" id="119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 flipV="1">
            <a:off x="6974605" y="2876019"/>
            <a:ext cx="19564" cy="17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22" name="nature-spatial-mechanism-v2-105-start-5">
            <a:extLst xmlns:a="http://schemas.openxmlformats.org/drawingml/2006/main">
              <a:ext uri="{FF2B5EF4-FFF2-40B4-BE49-F238E27FC236}">
                <a16:creationId xmlns:a16="http://schemas.microsoft.com/office/drawing/2014/main" id="{78BFF243-ACBA-441D-B7D2-F57D8CF2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169" y="28759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3" name="nature-spatial-mechanism-v2-105-end-5">
            <a:extLst xmlns:a="http://schemas.openxmlformats.org/drawingml/2006/main">
              <a:ext uri="{FF2B5EF4-FFF2-40B4-BE49-F238E27FC236}">
                <a16:creationId xmlns:a16="http://schemas.microsoft.com/office/drawing/2014/main" id="{0FBC4628-3DE4-4F13-9AD2-AB035CCA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829" y="28580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3" name=""/>
          <p:cNvCxnSpPr>
            <a:stCxn xmlns:a="http://schemas.openxmlformats.org/drawingml/2006/main" id="122" idx="3"/>
            <a:endCxn xmlns:a="http://schemas.openxmlformats.org/drawingml/2006/main" id="123" idx="1"/>
          </p:cNvCxnSpPr>
          <p:nvPr/>
        </p:nvCxnSpPr>
        <p:spPr>
          <a:xfrm xmlns:a="http://schemas.openxmlformats.org/drawingml/2006/main" flipV="1">
            <a:off x="6994264" y="2858136"/>
            <a:ext cx="19565" cy="1788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25" name="nature-spatial-mechanism-v2-105-start-6">
            <a:extLst xmlns:a="http://schemas.openxmlformats.org/drawingml/2006/main">
              <a:ext uri="{FF2B5EF4-FFF2-40B4-BE49-F238E27FC236}">
                <a16:creationId xmlns:a16="http://schemas.microsoft.com/office/drawing/2014/main" id="{C11D9566-B9B7-4C9D-8410-F3F6FF20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829" y="28580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6" name="nature-spatial-mechanism-v2-105-end-6">
            <a:extLst xmlns:a="http://schemas.openxmlformats.org/drawingml/2006/main">
              <a:ext uri="{FF2B5EF4-FFF2-40B4-BE49-F238E27FC236}">
                <a16:creationId xmlns:a16="http://schemas.microsoft.com/office/drawing/2014/main" id="{8538E44B-B8E2-4214-8AEF-B5A70775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489" y="28260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6" name=""/>
          <p:cNvCxnSpPr>
            <a:stCxn xmlns:a="http://schemas.openxmlformats.org/drawingml/2006/main" id="125" idx="0"/>
            <a:endCxn xmlns:a="http://schemas.openxmlformats.org/drawingml/2006/main" id="126" idx="2"/>
          </p:cNvCxnSpPr>
          <p:nvPr/>
        </p:nvCxnSpPr>
        <p:spPr>
          <a:xfrm xmlns:a="http://schemas.openxmlformats.org/drawingml/2006/main" flipV="1">
            <a:off x="7013877" y="2826149"/>
            <a:ext cx="19660" cy="31939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28" name="nature-spatial-mechanism-v2-105-start-7">
            <a:extLst xmlns:a="http://schemas.openxmlformats.org/drawingml/2006/main">
              <a:ext uri="{FF2B5EF4-FFF2-40B4-BE49-F238E27FC236}">
                <a16:creationId xmlns:a16="http://schemas.microsoft.com/office/drawing/2014/main" id="{20A377A9-D3E8-4680-9CDD-757C86A5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489" y="28260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nature-spatial-mechanism-v2-105-end-7">
            <a:extLst xmlns:a="http://schemas.openxmlformats.org/drawingml/2006/main">
              <a:ext uri="{FF2B5EF4-FFF2-40B4-BE49-F238E27FC236}">
                <a16:creationId xmlns:a16="http://schemas.microsoft.com/office/drawing/2014/main" id="{A8EBFCE6-246C-4485-B9D7-4B69204C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148" y="27862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9" name=""/>
          <p:cNvCxnSpPr>
            <a:stCxn xmlns:a="http://schemas.openxmlformats.org/drawingml/2006/main" id="128" idx="0"/>
            <a:endCxn xmlns:a="http://schemas.openxmlformats.org/drawingml/2006/main" id="129" idx="2"/>
          </p:cNvCxnSpPr>
          <p:nvPr/>
        </p:nvCxnSpPr>
        <p:spPr>
          <a:xfrm xmlns:a="http://schemas.openxmlformats.org/drawingml/2006/main" flipV="1">
            <a:off x="7033537" y="2786342"/>
            <a:ext cx="19659" cy="39712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31" name="nature-spatial-mechanism-v2-105-start-8">
            <a:extLst xmlns:a="http://schemas.openxmlformats.org/drawingml/2006/main">
              <a:ext uri="{FF2B5EF4-FFF2-40B4-BE49-F238E27FC236}">
                <a16:creationId xmlns:a16="http://schemas.microsoft.com/office/drawing/2014/main" id="{68203B6F-B7DA-4832-ABDC-E4A93398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148" y="27862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nature-spatial-mechanism-v2-105-end-8">
            <a:extLst xmlns:a="http://schemas.openxmlformats.org/drawingml/2006/main">
              <a:ext uri="{FF2B5EF4-FFF2-40B4-BE49-F238E27FC236}">
                <a16:creationId xmlns:a16="http://schemas.microsoft.com/office/drawing/2014/main" id="{9B06C670-F038-4CA4-9E94-2B7E1814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808" y="2746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2" name=""/>
          <p:cNvCxnSpPr>
            <a:stCxn xmlns:a="http://schemas.openxmlformats.org/drawingml/2006/main" id="131" idx="0"/>
            <a:endCxn xmlns:a="http://schemas.openxmlformats.org/drawingml/2006/main" id="132" idx="2"/>
          </p:cNvCxnSpPr>
          <p:nvPr/>
        </p:nvCxnSpPr>
        <p:spPr>
          <a:xfrm xmlns:a="http://schemas.openxmlformats.org/drawingml/2006/main" flipV="1">
            <a:off x="7053196" y="2746688"/>
            <a:ext cx="19660" cy="39559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34" name="nature-spatial-mechanism-v2-105-start-9">
            <a:extLst xmlns:a="http://schemas.openxmlformats.org/drawingml/2006/main">
              <a:ext uri="{FF2B5EF4-FFF2-40B4-BE49-F238E27FC236}">
                <a16:creationId xmlns:a16="http://schemas.microsoft.com/office/drawing/2014/main" id="{A728683D-CA38-4028-9D1C-1866D795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808" y="2746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5" name="nature-spatial-mechanism-v2-105-end-9">
            <a:extLst xmlns:a="http://schemas.openxmlformats.org/drawingml/2006/main">
              <a:ext uri="{FF2B5EF4-FFF2-40B4-BE49-F238E27FC236}">
                <a16:creationId xmlns:a16="http://schemas.microsoft.com/office/drawing/2014/main" id="{680DCB76-F9A8-4694-925E-68330B0B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467" y="27149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5" name=""/>
          <p:cNvCxnSpPr>
            <a:stCxn xmlns:a="http://schemas.openxmlformats.org/drawingml/2006/main" id="134" idx="0"/>
            <a:endCxn xmlns:a="http://schemas.openxmlformats.org/drawingml/2006/main" id="135" idx="2"/>
          </p:cNvCxnSpPr>
          <p:nvPr/>
        </p:nvCxnSpPr>
        <p:spPr>
          <a:xfrm xmlns:a="http://schemas.openxmlformats.org/drawingml/2006/main" flipV="1">
            <a:off x="7072856" y="2715082"/>
            <a:ext cx="19659" cy="3151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37" name="nature-spatial-mechanism-v2-105-start-10">
            <a:extLst xmlns:a="http://schemas.openxmlformats.org/drawingml/2006/main">
              <a:ext uri="{FF2B5EF4-FFF2-40B4-BE49-F238E27FC236}">
                <a16:creationId xmlns:a16="http://schemas.microsoft.com/office/drawing/2014/main" id="{EC10F411-5DEF-4E52-81E8-716842A8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467" y="27149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nature-spatial-mechanism-v2-105-end-10">
            <a:extLst xmlns:a="http://schemas.openxmlformats.org/drawingml/2006/main">
              <a:ext uri="{FF2B5EF4-FFF2-40B4-BE49-F238E27FC236}">
                <a16:creationId xmlns:a16="http://schemas.microsoft.com/office/drawing/2014/main" id="{83427848-903D-47AF-ADA0-E87595BB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127" y="26977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8" name=""/>
          <p:cNvCxnSpPr>
            <a:stCxn xmlns:a="http://schemas.openxmlformats.org/drawingml/2006/main" id="137" idx="3"/>
            <a:endCxn xmlns:a="http://schemas.openxmlformats.org/drawingml/2006/main" id="138" idx="1"/>
          </p:cNvCxnSpPr>
          <p:nvPr/>
        </p:nvCxnSpPr>
        <p:spPr>
          <a:xfrm xmlns:a="http://schemas.openxmlformats.org/drawingml/2006/main" flipV="1">
            <a:off x="7092562" y="2697771"/>
            <a:ext cx="19565" cy="1726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40" name="nature-spatial-mechanism-v2-105-start-11">
            <a:extLst xmlns:a="http://schemas.openxmlformats.org/drawingml/2006/main">
              <a:ext uri="{FF2B5EF4-FFF2-40B4-BE49-F238E27FC236}">
                <a16:creationId xmlns:a16="http://schemas.microsoft.com/office/drawing/2014/main" id="{56CF9DAC-E7B4-4CF7-8872-05D251E0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127" y="26977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nature-spatial-mechanism-v2-105-end-11">
            <a:extLst xmlns:a="http://schemas.openxmlformats.org/drawingml/2006/main">
              <a:ext uri="{FF2B5EF4-FFF2-40B4-BE49-F238E27FC236}">
                <a16:creationId xmlns:a16="http://schemas.microsoft.com/office/drawing/2014/main" id="{92AA24FB-D82F-41ED-85A1-6E34CE44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787" y="2698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1" name=""/>
          <p:cNvCxnSpPr>
            <a:stCxn xmlns:a="http://schemas.openxmlformats.org/drawingml/2006/main" id="140" idx="3"/>
            <a:endCxn xmlns:a="http://schemas.openxmlformats.org/drawingml/2006/main" id="141" idx="1"/>
          </p:cNvCxnSpPr>
          <p:nvPr/>
        </p:nvCxnSpPr>
        <p:spPr>
          <a:xfrm xmlns:a="http://schemas.openxmlformats.org/drawingml/2006/main">
            <a:off x="7112222" y="2697771"/>
            <a:ext cx="19565" cy="51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43" name="nature-spatial-mechanism-v2-105-start-12">
            <a:extLst xmlns:a="http://schemas.openxmlformats.org/drawingml/2006/main">
              <a:ext uri="{FF2B5EF4-FFF2-40B4-BE49-F238E27FC236}">
                <a16:creationId xmlns:a16="http://schemas.microsoft.com/office/drawing/2014/main" id="{9435CE04-F802-4063-B94D-D8F551BD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787" y="2698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nature-spatial-mechanism-v2-105-end-12">
            <a:extLst xmlns:a="http://schemas.openxmlformats.org/drawingml/2006/main">
              <a:ext uri="{FF2B5EF4-FFF2-40B4-BE49-F238E27FC236}">
                <a16:creationId xmlns:a16="http://schemas.microsoft.com/office/drawing/2014/main" id="{C3919807-9354-4AF9-8807-D08A7301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446" y="27164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4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7131882" y="2698285"/>
            <a:ext cx="19564" cy="1819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46" name="nature-spatial-mechanism-v2-105-start-13">
            <a:extLst xmlns:a="http://schemas.openxmlformats.org/drawingml/2006/main">
              <a:ext uri="{FF2B5EF4-FFF2-40B4-BE49-F238E27FC236}">
                <a16:creationId xmlns:a16="http://schemas.microsoft.com/office/drawing/2014/main" id="{97775A73-0997-464A-85B1-18A7F80B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446" y="27164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nature-spatial-mechanism-v2-105-end-13">
            <a:extLst xmlns:a="http://schemas.openxmlformats.org/drawingml/2006/main">
              <a:ext uri="{FF2B5EF4-FFF2-40B4-BE49-F238E27FC236}">
                <a16:creationId xmlns:a16="http://schemas.microsoft.com/office/drawing/2014/main" id="{D7EE9E65-402E-47CF-85DB-9F3E2507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106" y="27486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7" name=""/>
          <p:cNvCxnSpPr>
            <a:stCxn xmlns:a="http://schemas.openxmlformats.org/drawingml/2006/main" id="146" idx="2"/>
            <a:endCxn xmlns:a="http://schemas.openxmlformats.org/drawingml/2006/main" id="147" idx="0"/>
          </p:cNvCxnSpPr>
          <p:nvPr/>
        </p:nvCxnSpPr>
        <p:spPr>
          <a:xfrm xmlns:a="http://schemas.openxmlformats.org/drawingml/2006/main">
            <a:off x="7151494" y="2716522"/>
            <a:ext cx="19660" cy="321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49" name="nature-spatial-mechanism-v2-105-start-14">
            <a:extLst xmlns:a="http://schemas.openxmlformats.org/drawingml/2006/main">
              <a:ext uri="{FF2B5EF4-FFF2-40B4-BE49-F238E27FC236}">
                <a16:creationId xmlns:a16="http://schemas.microsoft.com/office/drawing/2014/main" id="{46104E1B-C0BB-47DD-AA56-B58CC6BD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106" y="27486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nature-spatial-mechanism-v2-105-end-14">
            <a:extLst xmlns:a="http://schemas.openxmlformats.org/drawingml/2006/main">
              <a:ext uri="{FF2B5EF4-FFF2-40B4-BE49-F238E27FC236}">
                <a16:creationId xmlns:a16="http://schemas.microsoft.com/office/drawing/2014/main" id="{4961FA9B-1FD7-477E-B831-E15DD555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765" y="27885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0" name=""/>
          <p:cNvCxnSpPr>
            <a:stCxn xmlns:a="http://schemas.openxmlformats.org/drawingml/2006/main" id="149" idx="2"/>
            <a:endCxn xmlns:a="http://schemas.openxmlformats.org/drawingml/2006/main" id="150" idx="0"/>
          </p:cNvCxnSpPr>
          <p:nvPr/>
        </p:nvCxnSpPr>
        <p:spPr>
          <a:xfrm xmlns:a="http://schemas.openxmlformats.org/drawingml/2006/main">
            <a:off x="7171154" y="2748767"/>
            <a:ext cx="19659" cy="3978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52" name="nature-spatial-mechanism-v2-105-start-15">
            <a:extLst xmlns:a="http://schemas.openxmlformats.org/drawingml/2006/main">
              <a:ext uri="{FF2B5EF4-FFF2-40B4-BE49-F238E27FC236}">
                <a16:creationId xmlns:a16="http://schemas.microsoft.com/office/drawing/2014/main" id="{0AF39FA6-8945-476C-96A5-7F8831C1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765" y="27885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3" name="nature-spatial-mechanism-v2-105-end-15">
            <a:extLst xmlns:a="http://schemas.openxmlformats.org/drawingml/2006/main">
              <a:ext uri="{FF2B5EF4-FFF2-40B4-BE49-F238E27FC236}">
                <a16:creationId xmlns:a16="http://schemas.microsoft.com/office/drawing/2014/main" id="{50920978-9F0D-4871-BC1F-D64E7B18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281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3" name=""/>
          <p:cNvCxnSpPr>
            <a:stCxn xmlns:a="http://schemas.openxmlformats.org/drawingml/2006/main" id="152" idx="2"/>
            <a:endCxn xmlns:a="http://schemas.openxmlformats.org/drawingml/2006/main" id="153" idx="0"/>
          </p:cNvCxnSpPr>
          <p:nvPr/>
        </p:nvCxnSpPr>
        <p:spPr>
          <a:xfrm xmlns:a="http://schemas.openxmlformats.org/drawingml/2006/main">
            <a:off x="7190813" y="2788646"/>
            <a:ext cx="19660" cy="3947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55" name="nature-spatial-mechanism-v2-105-start-16">
            <a:extLst xmlns:a="http://schemas.openxmlformats.org/drawingml/2006/main">
              <a:ext uri="{FF2B5EF4-FFF2-40B4-BE49-F238E27FC236}">
                <a16:creationId xmlns:a16="http://schemas.microsoft.com/office/drawing/2014/main" id="{CA2DE1DD-84F7-4A0F-AF81-1B33DE14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281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6" name="nature-spatial-mechanism-v2-105-end-16">
            <a:extLst xmlns:a="http://schemas.openxmlformats.org/drawingml/2006/main">
              <a:ext uri="{FF2B5EF4-FFF2-40B4-BE49-F238E27FC236}">
                <a16:creationId xmlns:a16="http://schemas.microsoft.com/office/drawing/2014/main" id="{B64184D8-4EE8-49FB-BCFD-8EF7184B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085" y="28595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6" name=""/>
          <p:cNvCxnSpPr>
            <a:stCxn xmlns:a="http://schemas.openxmlformats.org/drawingml/2006/main" id="155" idx="2"/>
            <a:endCxn xmlns:a="http://schemas.openxmlformats.org/drawingml/2006/main" id="156" idx="0"/>
          </p:cNvCxnSpPr>
          <p:nvPr/>
        </p:nvCxnSpPr>
        <p:spPr>
          <a:xfrm xmlns:a="http://schemas.openxmlformats.org/drawingml/2006/main">
            <a:off x="7210473" y="2828219"/>
            <a:ext cx="19660" cy="3129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58" name="nature-spatial-mechanism-v2-105-start-17">
            <a:extLst xmlns:a="http://schemas.openxmlformats.org/drawingml/2006/main">
              <a:ext uri="{FF2B5EF4-FFF2-40B4-BE49-F238E27FC236}">
                <a16:creationId xmlns:a16="http://schemas.microsoft.com/office/drawing/2014/main" id="{2433F35C-3AAC-4019-B809-4F3A8EDD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085" y="28595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9" name="nature-spatial-mechanism-v2-105-end-17">
            <a:extLst xmlns:a="http://schemas.openxmlformats.org/drawingml/2006/main">
              <a:ext uri="{FF2B5EF4-FFF2-40B4-BE49-F238E27FC236}">
                <a16:creationId xmlns:a16="http://schemas.microsoft.com/office/drawing/2014/main" id="{6845A9FF-1D8D-4C71-B55C-A64D0CCF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744" y="28764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9" name=""/>
          <p:cNvCxnSpPr>
            <a:stCxn xmlns:a="http://schemas.openxmlformats.org/drawingml/2006/main" id="158" idx="3"/>
            <a:endCxn xmlns:a="http://schemas.openxmlformats.org/drawingml/2006/main" id="159" idx="1"/>
          </p:cNvCxnSpPr>
          <p:nvPr/>
        </p:nvCxnSpPr>
        <p:spPr>
          <a:xfrm xmlns:a="http://schemas.openxmlformats.org/drawingml/2006/main">
            <a:off x="7230180" y="2859560"/>
            <a:ext cx="19564" cy="1695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61" name="nature-spatial-mechanism-v2-105-start-18">
            <a:extLst xmlns:a="http://schemas.openxmlformats.org/drawingml/2006/main">
              <a:ext uri="{FF2B5EF4-FFF2-40B4-BE49-F238E27FC236}">
                <a16:creationId xmlns:a16="http://schemas.microsoft.com/office/drawing/2014/main" id="{ADFAABFB-120C-4B00-A198-187BE4AA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744" y="28764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2" name="nature-spatial-mechanism-v2-105-end-18">
            <a:extLst xmlns:a="http://schemas.openxmlformats.org/drawingml/2006/main">
              <a:ext uri="{FF2B5EF4-FFF2-40B4-BE49-F238E27FC236}">
                <a16:creationId xmlns:a16="http://schemas.microsoft.com/office/drawing/2014/main" id="{760AB3DC-A81C-4707-9808-91DE0580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04" y="2875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2" name=""/>
          <p:cNvCxnSpPr>
            <a:stCxn xmlns:a="http://schemas.openxmlformats.org/drawingml/2006/main" id="161" idx="3"/>
            <a:endCxn xmlns:a="http://schemas.openxmlformats.org/drawingml/2006/main" id="162" idx="1"/>
          </p:cNvCxnSpPr>
          <p:nvPr/>
        </p:nvCxnSpPr>
        <p:spPr>
          <a:xfrm xmlns:a="http://schemas.openxmlformats.org/drawingml/2006/main" flipV="1">
            <a:off x="7249839" y="2875657"/>
            <a:ext cx="19565" cy="857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64" name="nature-spatial-mechanism-v2-105-start-19">
            <a:extLst xmlns:a="http://schemas.openxmlformats.org/drawingml/2006/main">
              <a:ext uri="{FF2B5EF4-FFF2-40B4-BE49-F238E27FC236}">
                <a16:creationId xmlns:a16="http://schemas.microsoft.com/office/drawing/2014/main" id="{DA154440-9B2E-4666-932B-40C59492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04" y="2875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5" name="nature-spatial-mechanism-v2-105-end-19">
            <a:extLst xmlns:a="http://schemas.openxmlformats.org/drawingml/2006/main">
              <a:ext uri="{FF2B5EF4-FFF2-40B4-BE49-F238E27FC236}">
                <a16:creationId xmlns:a16="http://schemas.microsoft.com/office/drawing/2014/main" id="{B042B670-A600-4E56-AB43-DB55E379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063" y="28571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5" name=""/>
          <p:cNvCxnSpPr>
            <a:stCxn xmlns:a="http://schemas.openxmlformats.org/drawingml/2006/main" id="164" idx="3"/>
            <a:endCxn xmlns:a="http://schemas.openxmlformats.org/drawingml/2006/main" id="165" idx="1"/>
          </p:cNvCxnSpPr>
          <p:nvPr/>
        </p:nvCxnSpPr>
        <p:spPr>
          <a:xfrm xmlns:a="http://schemas.openxmlformats.org/drawingml/2006/main" flipV="1">
            <a:off x="7269499" y="2857161"/>
            <a:ext cx="19564" cy="18496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67" name="nature-spatial-mechanism-v2-105-start-20">
            <a:extLst xmlns:a="http://schemas.openxmlformats.org/drawingml/2006/main">
              <a:ext uri="{FF2B5EF4-FFF2-40B4-BE49-F238E27FC236}">
                <a16:creationId xmlns:a16="http://schemas.microsoft.com/office/drawing/2014/main" id="{E6CC59C1-3E63-4749-A7D2-F04542B8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063" y="28571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8" name="nature-spatial-mechanism-v2-105-end-20">
            <a:extLst xmlns:a="http://schemas.openxmlformats.org/drawingml/2006/main">
              <a:ext uri="{FF2B5EF4-FFF2-40B4-BE49-F238E27FC236}">
                <a16:creationId xmlns:a16="http://schemas.microsoft.com/office/drawing/2014/main" id="{B109EC63-A117-4DD5-B5AF-E9778886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723" y="28246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8" name=""/>
          <p:cNvCxnSpPr>
            <a:stCxn xmlns:a="http://schemas.openxmlformats.org/drawingml/2006/main" id="167" idx="0"/>
            <a:endCxn xmlns:a="http://schemas.openxmlformats.org/drawingml/2006/main" id="168" idx="2"/>
          </p:cNvCxnSpPr>
          <p:nvPr/>
        </p:nvCxnSpPr>
        <p:spPr>
          <a:xfrm xmlns:a="http://schemas.openxmlformats.org/drawingml/2006/main" flipV="1">
            <a:off x="7289110" y="2824755"/>
            <a:ext cx="19660" cy="3235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70" name="nature-spatial-mechanism-v2-105-start-21">
            <a:extLst xmlns:a="http://schemas.openxmlformats.org/drawingml/2006/main">
              <a:ext uri="{FF2B5EF4-FFF2-40B4-BE49-F238E27FC236}">
                <a16:creationId xmlns:a16="http://schemas.microsoft.com/office/drawing/2014/main" id="{18D00356-2A9C-4188-B2B8-08E7E9DF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723" y="28246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1" name="nature-spatial-mechanism-v2-105-end-21">
            <a:extLst xmlns:a="http://schemas.openxmlformats.org/drawingml/2006/main">
              <a:ext uri="{FF2B5EF4-FFF2-40B4-BE49-F238E27FC236}">
                <a16:creationId xmlns:a16="http://schemas.microsoft.com/office/drawing/2014/main" id="{173FBEB9-30FD-4EA8-BD5F-B12DB8FA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383" y="27847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1" name=""/>
          <p:cNvCxnSpPr>
            <a:stCxn xmlns:a="http://schemas.openxmlformats.org/drawingml/2006/main" id="170" idx="0"/>
            <a:endCxn xmlns:a="http://schemas.openxmlformats.org/drawingml/2006/main" id="171" idx="2"/>
          </p:cNvCxnSpPr>
          <p:nvPr/>
        </p:nvCxnSpPr>
        <p:spPr>
          <a:xfrm xmlns:a="http://schemas.openxmlformats.org/drawingml/2006/main" flipV="1">
            <a:off x="7308771" y="2784806"/>
            <a:ext cx="19660" cy="3985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73" name="nature-spatial-mechanism-v2-105-start-22">
            <a:extLst xmlns:a="http://schemas.openxmlformats.org/drawingml/2006/main">
              <a:ext uri="{FF2B5EF4-FFF2-40B4-BE49-F238E27FC236}">
                <a16:creationId xmlns:a16="http://schemas.microsoft.com/office/drawing/2014/main" id="{A83B0FD1-0017-49F5-9C4D-F4C70906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383" y="27847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4" name="nature-spatial-mechanism-v2-105-end-22">
            <a:extLst xmlns:a="http://schemas.openxmlformats.org/drawingml/2006/main">
              <a:ext uri="{FF2B5EF4-FFF2-40B4-BE49-F238E27FC236}">
                <a16:creationId xmlns:a16="http://schemas.microsoft.com/office/drawing/2014/main" id="{79E306A1-F5D6-4155-A614-83B7D7DE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042" y="27452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4" name=""/>
          <p:cNvCxnSpPr>
            <a:stCxn xmlns:a="http://schemas.openxmlformats.org/drawingml/2006/main" id="173" idx="0"/>
            <a:endCxn xmlns:a="http://schemas.openxmlformats.org/drawingml/2006/main" id="174" idx="2"/>
          </p:cNvCxnSpPr>
          <p:nvPr/>
        </p:nvCxnSpPr>
        <p:spPr>
          <a:xfrm xmlns:a="http://schemas.openxmlformats.org/drawingml/2006/main" flipV="1">
            <a:off x="7328430" y="2745316"/>
            <a:ext cx="19659" cy="393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76" name="nature-spatial-mechanism-v2-105-start-23">
            <a:extLst xmlns:a="http://schemas.openxmlformats.org/drawingml/2006/main">
              <a:ext uri="{FF2B5EF4-FFF2-40B4-BE49-F238E27FC236}">
                <a16:creationId xmlns:a16="http://schemas.microsoft.com/office/drawing/2014/main" id="{E30C42D6-4034-49F8-8D25-6AE3EC5A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042" y="27452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7" name="nature-spatial-mechanism-v2-105-end-23">
            <a:extLst xmlns:a="http://schemas.openxmlformats.org/drawingml/2006/main">
              <a:ext uri="{FF2B5EF4-FFF2-40B4-BE49-F238E27FC236}">
                <a16:creationId xmlns:a16="http://schemas.microsoft.com/office/drawing/2014/main" id="{33FE692D-E84C-43D6-B03C-7514830A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702" y="2714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7" name=""/>
          <p:cNvCxnSpPr>
            <a:stCxn xmlns:a="http://schemas.openxmlformats.org/drawingml/2006/main" id="176" idx="0"/>
            <a:endCxn xmlns:a="http://schemas.openxmlformats.org/drawingml/2006/main" id="177" idx="2"/>
          </p:cNvCxnSpPr>
          <p:nvPr/>
        </p:nvCxnSpPr>
        <p:spPr>
          <a:xfrm xmlns:a="http://schemas.openxmlformats.org/drawingml/2006/main" flipV="1">
            <a:off x="7348090" y="2714148"/>
            <a:ext cx="19660" cy="3107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79" name="nature-spatial-mechanism-v2-105-start-24">
            <a:extLst xmlns:a="http://schemas.openxmlformats.org/drawingml/2006/main">
              <a:ext uri="{FF2B5EF4-FFF2-40B4-BE49-F238E27FC236}">
                <a16:creationId xmlns:a16="http://schemas.microsoft.com/office/drawing/2014/main" id="{1DA5CFC2-C99B-4D08-8E8A-5537F704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702" y="2714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0" name="nature-spatial-mechanism-v2-105-end-24">
            <a:extLst xmlns:a="http://schemas.openxmlformats.org/drawingml/2006/main">
              <a:ext uri="{FF2B5EF4-FFF2-40B4-BE49-F238E27FC236}">
                <a16:creationId xmlns:a16="http://schemas.microsoft.com/office/drawing/2014/main" id="{2A258892-D817-495B-9A53-D4EC6610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361" y="26974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0" name=""/>
          <p:cNvCxnSpPr>
            <a:stCxn xmlns:a="http://schemas.openxmlformats.org/drawingml/2006/main" id="179" idx="3"/>
            <a:endCxn xmlns:a="http://schemas.openxmlformats.org/drawingml/2006/main" id="180" idx="1"/>
          </p:cNvCxnSpPr>
          <p:nvPr/>
        </p:nvCxnSpPr>
        <p:spPr>
          <a:xfrm xmlns:a="http://schemas.openxmlformats.org/drawingml/2006/main" flipV="1">
            <a:off x="7367797" y="2697460"/>
            <a:ext cx="19564" cy="1664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82" name="nature-spatial-mechanism-v2-105-start-25">
            <a:extLst xmlns:a="http://schemas.openxmlformats.org/drawingml/2006/main">
              <a:ext uri="{FF2B5EF4-FFF2-40B4-BE49-F238E27FC236}">
                <a16:creationId xmlns:a16="http://schemas.microsoft.com/office/drawing/2014/main" id="{2DAAB87F-1EC1-43E7-B12E-95D8C694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361" y="26974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3" name="nature-spatial-mechanism-v2-105-end-25">
            <a:extLst xmlns:a="http://schemas.openxmlformats.org/drawingml/2006/main">
              <a:ext uri="{FF2B5EF4-FFF2-40B4-BE49-F238E27FC236}">
                <a16:creationId xmlns:a16="http://schemas.microsoft.com/office/drawing/2014/main" id="{32E517AE-9BBD-47AD-855E-684742AE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021" y="26986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3" name=""/>
          <p:cNvCxnSpPr>
            <a:stCxn xmlns:a="http://schemas.openxmlformats.org/drawingml/2006/main" id="182" idx="3"/>
            <a:endCxn xmlns:a="http://schemas.openxmlformats.org/drawingml/2006/main" id="183" idx="1"/>
          </p:cNvCxnSpPr>
          <p:nvPr/>
        </p:nvCxnSpPr>
        <p:spPr>
          <a:xfrm xmlns:a="http://schemas.openxmlformats.org/drawingml/2006/main">
            <a:off x="7387456" y="2697460"/>
            <a:ext cx="19565" cy="1199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85" name="nature-spatial-mechanism-v2-105-start-26">
            <a:extLst xmlns:a="http://schemas.openxmlformats.org/drawingml/2006/main">
              <a:ext uri="{FF2B5EF4-FFF2-40B4-BE49-F238E27FC236}">
                <a16:creationId xmlns:a16="http://schemas.microsoft.com/office/drawing/2014/main" id="{58451224-62A1-4C51-A5E6-07D6D137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021" y="26986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6" name="nature-spatial-mechanism-v2-105-end-26">
            <a:extLst xmlns:a="http://schemas.openxmlformats.org/drawingml/2006/main">
              <a:ext uri="{FF2B5EF4-FFF2-40B4-BE49-F238E27FC236}">
                <a16:creationId xmlns:a16="http://schemas.microsoft.com/office/drawing/2014/main" id="{8CB6BBB3-B66C-4F98-9309-F0272F15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681" y="27174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6" name=""/>
          <p:cNvCxnSpPr>
            <a:stCxn xmlns:a="http://schemas.openxmlformats.org/drawingml/2006/main" id="185" idx="3"/>
            <a:endCxn xmlns:a="http://schemas.openxmlformats.org/drawingml/2006/main" id="186" idx="1"/>
          </p:cNvCxnSpPr>
          <p:nvPr/>
        </p:nvCxnSpPr>
        <p:spPr>
          <a:xfrm xmlns:a="http://schemas.openxmlformats.org/drawingml/2006/main">
            <a:off x="7407116" y="2698659"/>
            <a:ext cx="19565" cy="1880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88" name="nature-spatial-mechanism-v2-105-start-27">
            <a:extLst xmlns:a="http://schemas.openxmlformats.org/drawingml/2006/main">
              <a:ext uri="{FF2B5EF4-FFF2-40B4-BE49-F238E27FC236}">
                <a16:creationId xmlns:a16="http://schemas.microsoft.com/office/drawing/2014/main" id="{E7AAE71A-BED4-4259-8800-C00A9DE0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681" y="27174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9" name="nature-spatial-mechanism-v2-105-end-27">
            <a:extLst xmlns:a="http://schemas.openxmlformats.org/drawingml/2006/main">
              <a:ext uri="{FF2B5EF4-FFF2-40B4-BE49-F238E27FC236}">
                <a16:creationId xmlns:a16="http://schemas.microsoft.com/office/drawing/2014/main" id="{CB8ACC99-4B6E-4B53-8735-06AA7CBE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340" y="27500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9" name=""/>
          <p:cNvCxnSpPr>
            <a:stCxn xmlns:a="http://schemas.openxmlformats.org/drawingml/2006/main" id="188" idx="2"/>
            <a:endCxn xmlns:a="http://schemas.openxmlformats.org/drawingml/2006/main" id="189" idx="0"/>
          </p:cNvCxnSpPr>
          <p:nvPr/>
        </p:nvCxnSpPr>
        <p:spPr>
          <a:xfrm xmlns:a="http://schemas.openxmlformats.org/drawingml/2006/main">
            <a:off x="7426729" y="2717507"/>
            <a:ext cx="19659" cy="3256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91" name="nature-spatial-mechanism-v2-105-start-28">
            <a:extLst xmlns:a="http://schemas.openxmlformats.org/drawingml/2006/main">
              <a:ext uri="{FF2B5EF4-FFF2-40B4-BE49-F238E27FC236}">
                <a16:creationId xmlns:a16="http://schemas.microsoft.com/office/drawing/2014/main" id="{97402B2D-6C3A-4F2B-A377-BBF76BEF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340" y="27500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2" name="nature-spatial-mechanism-v2-105-end-28">
            <a:extLst xmlns:a="http://schemas.openxmlformats.org/drawingml/2006/main">
              <a:ext uri="{FF2B5EF4-FFF2-40B4-BE49-F238E27FC236}">
                <a16:creationId xmlns:a16="http://schemas.microsoft.com/office/drawing/2014/main" id="{18EDED14-A0DD-4869-8F85-885D49FB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000" y="27900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2" name=""/>
          <p:cNvCxnSpPr>
            <a:stCxn xmlns:a="http://schemas.openxmlformats.org/drawingml/2006/main" id="191" idx="2"/>
            <a:endCxn xmlns:a="http://schemas.openxmlformats.org/drawingml/2006/main" id="192" idx="0"/>
          </p:cNvCxnSpPr>
          <p:nvPr/>
        </p:nvCxnSpPr>
        <p:spPr>
          <a:xfrm xmlns:a="http://schemas.openxmlformats.org/drawingml/2006/main">
            <a:off x="7446387" y="2750166"/>
            <a:ext cx="19660" cy="3992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94" name="nature-spatial-mechanism-v2-105-start-29">
            <a:extLst xmlns:a="http://schemas.openxmlformats.org/drawingml/2006/main">
              <a:ext uri="{FF2B5EF4-FFF2-40B4-BE49-F238E27FC236}">
                <a16:creationId xmlns:a16="http://schemas.microsoft.com/office/drawing/2014/main" id="{B90E8472-9510-426F-A0A3-72479999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000" y="27900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5" name="nature-spatial-mechanism-v2-105-end-29">
            <a:extLst xmlns:a="http://schemas.openxmlformats.org/drawingml/2006/main">
              <a:ext uri="{FF2B5EF4-FFF2-40B4-BE49-F238E27FC236}">
                <a16:creationId xmlns:a16="http://schemas.microsoft.com/office/drawing/2014/main" id="{94F876A2-314B-491F-815D-3F4E7F9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659" y="28294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5" name=""/>
          <p:cNvCxnSpPr>
            <a:stCxn xmlns:a="http://schemas.openxmlformats.org/drawingml/2006/main" id="194" idx="2"/>
            <a:endCxn xmlns:a="http://schemas.openxmlformats.org/drawingml/2006/main" id="195" idx="0"/>
          </p:cNvCxnSpPr>
          <p:nvPr/>
        </p:nvCxnSpPr>
        <p:spPr>
          <a:xfrm xmlns:a="http://schemas.openxmlformats.org/drawingml/2006/main">
            <a:off x="7466048" y="2790181"/>
            <a:ext cx="19659" cy="39309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197" name="nature-spatial-mechanism-v2-106-start-1">
            <a:extLst xmlns:a="http://schemas.openxmlformats.org/drawingml/2006/main">
              <a:ext uri="{FF2B5EF4-FFF2-40B4-BE49-F238E27FC236}">
                <a16:creationId xmlns:a16="http://schemas.microsoft.com/office/drawing/2014/main" id="{7BA6AC57-D044-4B1A-A0BD-69A8A73D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531" y="29343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8" name="nature-spatial-mechanism-v2-106-end-1">
            <a:extLst xmlns:a="http://schemas.openxmlformats.org/drawingml/2006/main">
              <a:ext uri="{FF2B5EF4-FFF2-40B4-BE49-F238E27FC236}">
                <a16:creationId xmlns:a16="http://schemas.microsoft.com/office/drawing/2014/main" id="{7A01DBB3-5502-4FAC-9A3A-1E175743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191" y="29481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8" name=""/>
          <p:cNvCxnSpPr>
            <a:stCxn xmlns:a="http://schemas.openxmlformats.org/drawingml/2006/main" id="197" idx="3"/>
            <a:endCxn xmlns:a="http://schemas.openxmlformats.org/drawingml/2006/main" id="198" idx="1"/>
          </p:cNvCxnSpPr>
          <p:nvPr/>
        </p:nvCxnSpPr>
        <p:spPr>
          <a:xfrm xmlns:a="http://schemas.openxmlformats.org/drawingml/2006/main">
            <a:off x="6915626" y="2934393"/>
            <a:ext cx="19565" cy="1381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00" name="nature-spatial-mechanism-v2-106-start-2">
            <a:extLst xmlns:a="http://schemas.openxmlformats.org/drawingml/2006/main">
              <a:ext uri="{FF2B5EF4-FFF2-40B4-BE49-F238E27FC236}">
                <a16:creationId xmlns:a16="http://schemas.microsoft.com/office/drawing/2014/main" id="{70309B5D-69E5-46E9-8019-CE22CE8C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191" y="29481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1" name="nature-spatial-mechanism-v2-106-end-2">
            <a:extLst xmlns:a="http://schemas.openxmlformats.org/drawingml/2006/main">
              <a:ext uri="{FF2B5EF4-FFF2-40B4-BE49-F238E27FC236}">
                <a16:creationId xmlns:a16="http://schemas.microsoft.com/office/drawing/2014/main" id="{D8AD0BDA-FBA2-41D0-BDEA-340DCBCB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850" y="29439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1" name=""/>
          <p:cNvCxnSpPr>
            <a:stCxn xmlns:a="http://schemas.openxmlformats.org/drawingml/2006/main" id="200" idx="3"/>
            <a:endCxn xmlns:a="http://schemas.openxmlformats.org/drawingml/2006/main" id="201" idx="1"/>
          </p:cNvCxnSpPr>
          <p:nvPr/>
        </p:nvCxnSpPr>
        <p:spPr>
          <a:xfrm xmlns:a="http://schemas.openxmlformats.org/drawingml/2006/main" flipV="1">
            <a:off x="6935286" y="2943968"/>
            <a:ext cx="19564" cy="424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03" name="nature-spatial-mechanism-v2-106-start-3">
            <a:extLst xmlns:a="http://schemas.openxmlformats.org/drawingml/2006/main">
              <a:ext uri="{FF2B5EF4-FFF2-40B4-BE49-F238E27FC236}">
                <a16:creationId xmlns:a16="http://schemas.microsoft.com/office/drawing/2014/main" id="{C3FD6C20-164D-4AE6-AF4C-0680A3CF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850" y="29439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4" name="nature-spatial-mechanism-v2-106-end-3">
            <a:extLst xmlns:a="http://schemas.openxmlformats.org/drawingml/2006/main">
              <a:ext uri="{FF2B5EF4-FFF2-40B4-BE49-F238E27FC236}">
                <a16:creationId xmlns:a16="http://schemas.microsoft.com/office/drawing/2014/main" id="{AE69C649-1000-461B-9C25-E3322447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510" y="29224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4" name=""/>
          <p:cNvCxnSpPr>
            <a:stCxn xmlns:a="http://schemas.openxmlformats.org/drawingml/2006/main" id="203" idx="0"/>
            <a:endCxn xmlns:a="http://schemas.openxmlformats.org/drawingml/2006/main" id="204" idx="2"/>
          </p:cNvCxnSpPr>
          <p:nvPr/>
        </p:nvCxnSpPr>
        <p:spPr>
          <a:xfrm xmlns:a="http://schemas.openxmlformats.org/drawingml/2006/main" flipV="1">
            <a:off x="6954898" y="2922565"/>
            <a:ext cx="19660" cy="2135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06" name="nature-spatial-mechanism-v2-106-start-4">
            <a:extLst xmlns:a="http://schemas.openxmlformats.org/drawingml/2006/main">
              <a:ext uri="{FF2B5EF4-FFF2-40B4-BE49-F238E27FC236}">
                <a16:creationId xmlns:a16="http://schemas.microsoft.com/office/drawing/2014/main" id="{03C3A000-4C22-490E-9E12-C50C8564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510" y="29224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7" name="nature-spatial-mechanism-v2-106-end-4">
            <a:extLst xmlns:a="http://schemas.openxmlformats.org/drawingml/2006/main">
              <a:ext uri="{FF2B5EF4-FFF2-40B4-BE49-F238E27FC236}">
                <a16:creationId xmlns:a16="http://schemas.microsoft.com/office/drawing/2014/main" id="{C6075F3C-A074-475F-8562-30434286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169" y="28880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7" name=""/>
          <p:cNvCxnSpPr>
            <a:stCxn xmlns:a="http://schemas.openxmlformats.org/drawingml/2006/main" id="206" idx="0"/>
            <a:endCxn xmlns:a="http://schemas.openxmlformats.org/drawingml/2006/main" id="207" idx="2"/>
          </p:cNvCxnSpPr>
          <p:nvPr/>
        </p:nvCxnSpPr>
        <p:spPr>
          <a:xfrm xmlns:a="http://schemas.openxmlformats.org/drawingml/2006/main" flipV="1">
            <a:off x="6974558" y="2888175"/>
            <a:ext cx="19659" cy="342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09" name="nature-spatial-mechanism-v2-106-start-5">
            <a:extLst xmlns:a="http://schemas.openxmlformats.org/drawingml/2006/main">
              <a:ext uri="{FF2B5EF4-FFF2-40B4-BE49-F238E27FC236}">
                <a16:creationId xmlns:a16="http://schemas.microsoft.com/office/drawing/2014/main" id="{6290C1E3-7F29-465C-8396-EDEE24B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169" y="28880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0" name="nature-spatial-mechanism-v2-106-end-5">
            <a:extLst xmlns:a="http://schemas.openxmlformats.org/drawingml/2006/main">
              <a:ext uri="{FF2B5EF4-FFF2-40B4-BE49-F238E27FC236}">
                <a16:creationId xmlns:a16="http://schemas.microsoft.com/office/drawing/2014/main" id="{735BB3E8-60F0-4F2E-B396-B2012A16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829" y="28475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0" name=""/>
          <p:cNvCxnSpPr>
            <a:stCxn xmlns:a="http://schemas.openxmlformats.org/drawingml/2006/main" id="209" idx="0"/>
            <a:endCxn xmlns:a="http://schemas.openxmlformats.org/drawingml/2006/main" id="210" idx="2"/>
          </p:cNvCxnSpPr>
          <p:nvPr/>
        </p:nvCxnSpPr>
        <p:spPr>
          <a:xfrm xmlns:a="http://schemas.openxmlformats.org/drawingml/2006/main" flipV="1">
            <a:off x="6994217" y="2847693"/>
            <a:ext cx="19660" cy="40387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12" name="nature-spatial-mechanism-v2-106-start-6">
            <a:extLst xmlns:a="http://schemas.openxmlformats.org/drawingml/2006/main">
              <a:ext uri="{FF2B5EF4-FFF2-40B4-BE49-F238E27FC236}">
                <a16:creationId xmlns:a16="http://schemas.microsoft.com/office/drawing/2014/main" id="{BF4B421E-0112-4052-9AB3-46DB0C39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829" y="28475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3" name="nature-spatial-mechanism-v2-106-end-6">
            <a:extLst xmlns:a="http://schemas.openxmlformats.org/drawingml/2006/main">
              <a:ext uri="{FF2B5EF4-FFF2-40B4-BE49-F238E27FC236}">
                <a16:creationId xmlns:a16="http://schemas.microsoft.com/office/drawing/2014/main" id="{4434398B-5B6A-4C04-A9CB-24E2C5BA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489" y="28090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3" name=""/>
          <p:cNvCxnSpPr>
            <a:stCxn xmlns:a="http://schemas.openxmlformats.org/drawingml/2006/main" id="212" idx="0"/>
            <a:endCxn xmlns:a="http://schemas.openxmlformats.org/drawingml/2006/main" id="213" idx="2"/>
          </p:cNvCxnSpPr>
          <p:nvPr/>
        </p:nvCxnSpPr>
        <p:spPr>
          <a:xfrm xmlns:a="http://schemas.openxmlformats.org/drawingml/2006/main" flipV="1">
            <a:off x="7013877" y="2809178"/>
            <a:ext cx="19660" cy="3842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15" name="nature-spatial-mechanism-v2-106-start-7">
            <a:extLst xmlns:a="http://schemas.openxmlformats.org/drawingml/2006/main">
              <a:ext uri="{FF2B5EF4-FFF2-40B4-BE49-F238E27FC236}">
                <a16:creationId xmlns:a16="http://schemas.microsoft.com/office/drawing/2014/main" id="{9FDC71BB-E285-4BBE-86AA-1091BB11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489" y="28090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6" name="nature-spatial-mechanism-v2-106-end-7">
            <a:extLst xmlns:a="http://schemas.openxmlformats.org/drawingml/2006/main">
              <a:ext uri="{FF2B5EF4-FFF2-40B4-BE49-F238E27FC236}">
                <a16:creationId xmlns:a16="http://schemas.microsoft.com/office/drawing/2014/main" id="{A9798801-F7B5-45EA-A476-D55A8979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148" y="27802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6" name=""/>
          <p:cNvCxnSpPr>
            <a:stCxn xmlns:a="http://schemas.openxmlformats.org/drawingml/2006/main" id="215" idx="0"/>
            <a:endCxn xmlns:a="http://schemas.openxmlformats.org/drawingml/2006/main" id="216" idx="2"/>
          </p:cNvCxnSpPr>
          <p:nvPr/>
        </p:nvCxnSpPr>
        <p:spPr>
          <a:xfrm xmlns:a="http://schemas.openxmlformats.org/drawingml/2006/main" flipV="1">
            <a:off x="7033537" y="2780300"/>
            <a:ext cx="19659" cy="2878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18" name="nature-spatial-mechanism-v2-106-start-8">
            <a:extLst xmlns:a="http://schemas.openxmlformats.org/drawingml/2006/main">
              <a:ext uri="{FF2B5EF4-FFF2-40B4-BE49-F238E27FC236}">
                <a16:creationId xmlns:a16="http://schemas.microsoft.com/office/drawing/2014/main" id="{85AAA751-EE98-4FE6-8EB0-7A240399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148" y="27802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9" name="nature-spatial-mechanism-v2-106-end-8">
            <a:extLst xmlns:a="http://schemas.openxmlformats.org/drawingml/2006/main">
              <a:ext uri="{FF2B5EF4-FFF2-40B4-BE49-F238E27FC236}">
                <a16:creationId xmlns:a16="http://schemas.microsoft.com/office/drawing/2014/main" id="{3FE4D828-A987-4B69-A420-3561BBC3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808" y="27667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9" name=""/>
          <p:cNvCxnSpPr>
            <a:stCxn xmlns:a="http://schemas.openxmlformats.org/drawingml/2006/main" id="218" idx="3"/>
            <a:endCxn xmlns:a="http://schemas.openxmlformats.org/drawingml/2006/main" id="219" idx="1"/>
          </p:cNvCxnSpPr>
          <p:nvPr/>
        </p:nvCxnSpPr>
        <p:spPr>
          <a:xfrm xmlns:a="http://schemas.openxmlformats.org/drawingml/2006/main" flipV="1">
            <a:off x="7053243" y="2766760"/>
            <a:ext cx="19565" cy="1349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21" name="nature-spatial-mechanism-v2-106-start-9">
            <a:extLst xmlns:a="http://schemas.openxmlformats.org/drawingml/2006/main">
              <a:ext uri="{FF2B5EF4-FFF2-40B4-BE49-F238E27FC236}">
                <a16:creationId xmlns:a16="http://schemas.microsoft.com/office/drawing/2014/main" id="{1B1E5B5D-6EE7-4496-8640-CD4F84F4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808" y="27667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2" name="nature-spatial-mechanism-v2-106-end-9">
            <a:extLst xmlns:a="http://schemas.openxmlformats.org/drawingml/2006/main">
              <a:ext uri="{FF2B5EF4-FFF2-40B4-BE49-F238E27FC236}">
                <a16:creationId xmlns:a16="http://schemas.microsoft.com/office/drawing/2014/main" id="{644E7578-01A4-47F8-B9D7-709BF7F0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467" y="2771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2" name=""/>
          <p:cNvCxnSpPr>
            <a:stCxn xmlns:a="http://schemas.openxmlformats.org/drawingml/2006/main" id="221" idx="3"/>
            <a:endCxn xmlns:a="http://schemas.openxmlformats.org/drawingml/2006/main" id="222" idx="1"/>
          </p:cNvCxnSpPr>
          <p:nvPr/>
        </p:nvCxnSpPr>
        <p:spPr>
          <a:xfrm xmlns:a="http://schemas.openxmlformats.org/drawingml/2006/main">
            <a:off x="7072903" y="2766760"/>
            <a:ext cx="19564" cy="458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24" name="nature-spatial-mechanism-v2-106-start-10">
            <a:extLst xmlns:a="http://schemas.openxmlformats.org/drawingml/2006/main">
              <a:ext uri="{FF2B5EF4-FFF2-40B4-BE49-F238E27FC236}">
                <a16:creationId xmlns:a16="http://schemas.microsoft.com/office/drawing/2014/main" id="{DE444395-790B-48D9-B9D0-2B7766A7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467" y="2771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5" name="nature-spatial-mechanism-v2-106-end-10">
            <a:extLst xmlns:a="http://schemas.openxmlformats.org/drawingml/2006/main">
              <a:ext uri="{FF2B5EF4-FFF2-40B4-BE49-F238E27FC236}">
                <a16:creationId xmlns:a16="http://schemas.microsoft.com/office/drawing/2014/main" id="{058629AA-B510-4C06-9F08-DAFFBC62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127" y="27930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5" name=""/>
          <p:cNvCxnSpPr>
            <a:stCxn xmlns:a="http://schemas.openxmlformats.org/drawingml/2006/main" id="224" idx="2"/>
            <a:endCxn xmlns:a="http://schemas.openxmlformats.org/drawingml/2006/main" id="225" idx="0"/>
          </p:cNvCxnSpPr>
          <p:nvPr/>
        </p:nvCxnSpPr>
        <p:spPr>
          <a:xfrm xmlns:a="http://schemas.openxmlformats.org/drawingml/2006/main">
            <a:off x="7092515" y="2771388"/>
            <a:ext cx="19660" cy="21646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27" name="nature-spatial-mechanism-v2-106-start-11">
            <a:extLst xmlns:a="http://schemas.openxmlformats.org/drawingml/2006/main">
              <a:ext uri="{FF2B5EF4-FFF2-40B4-BE49-F238E27FC236}">
                <a16:creationId xmlns:a16="http://schemas.microsoft.com/office/drawing/2014/main" id="{C7BEB9AC-730C-445E-BCE3-5A738176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127" y="27930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8" name="nature-spatial-mechanism-v2-106-end-11">
            <a:extLst xmlns:a="http://schemas.openxmlformats.org/drawingml/2006/main">
              <a:ext uri="{FF2B5EF4-FFF2-40B4-BE49-F238E27FC236}">
                <a16:creationId xmlns:a16="http://schemas.microsoft.com/office/drawing/2014/main" id="{3ADB1DE5-E8F1-44F0-894B-23F8E37F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787" y="28276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8" name=""/>
          <p:cNvCxnSpPr>
            <a:stCxn xmlns:a="http://schemas.openxmlformats.org/drawingml/2006/main" id="227" idx="2"/>
            <a:endCxn xmlns:a="http://schemas.openxmlformats.org/drawingml/2006/main" id="228" idx="0"/>
          </p:cNvCxnSpPr>
          <p:nvPr/>
        </p:nvCxnSpPr>
        <p:spPr>
          <a:xfrm xmlns:a="http://schemas.openxmlformats.org/drawingml/2006/main">
            <a:off x="7112175" y="2793129"/>
            <a:ext cx="19660" cy="34477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30" name="nature-spatial-mechanism-v2-106-start-12">
            <a:extLst xmlns:a="http://schemas.openxmlformats.org/drawingml/2006/main">
              <a:ext uri="{FF2B5EF4-FFF2-40B4-BE49-F238E27FC236}">
                <a16:creationId xmlns:a16="http://schemas.microsoft.com/office/drawing/2014/main" id="{97985AAD-BDDB-49DC-99C7-95665521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787" y="28276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1" name="nature-spatial-mechanism-v2-106-end-12">
            <a:extLst xmlns:a="http://schemas.openxmlformats.org/drawingml/2006/main">
              <a:ext uri="{FF2B5EF4-FFF2-40B4-BE49-F238E27FC236}">
                <a16:creationId xmlns:a16="http://schemas.microsoft.com/office/drawing/2014/main" id="{63216EC7-3143-4EB1-983C-7AB6CEB8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446" y="28681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1" name=""/>
          <p:cNvCxnSpPr>
            <a:stCxn xmlns:a="http://schemas.openxmlformats.org/drawingml/2006/main" id="230" idx="2"/>
            <a:endCxn xmlns:a="http://schemas.openxmlformats.org/drawingml/2006/main" id="231" idx="0"/>
          </p:cNvCxnSpPr>
          <p:nvPr/>
        </p:nvCxnSpPr>
        <p:spPr>
          <a:xfrm xmlns:a="http://schemas.openxmlformats.org/drawingml/2006/main">
            <a:off x="7131835" y="2827701"/>
            <a:ext cx="19659" cy="40426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33" name="nature-spatial-mechanism-v2-106-start-13">
            <a:extLst xmlns:a="http://schemas.openxmlformats.org/drawingml/2006/main">
              <a:ext uri="{FF2B5EF4-FFF2-40B4-BE49-F238E27FC236}">
                <a16:creationId xmlns:a16="http://schemas.microsoft.com/office/drawing/2014/main" id="{741C783B-D2EF-470E-86C4-99599F89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446" y="28681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4" name="nature-spatial-mechanism-v2-106-end-13">
            <a:extLst xmlns:a="http://schemas.openxmlformats.org/drawingml/2006/main">
              <a:ext uri="{FF2B5EF4-FFF2-40B4-BE49-F238E27FC236}">
                <a16:creationId xmlns:a16="http://schemas.microsoft.com/office/drawing/2014/main" id="{9B436285-9C7B-40BF-A6F4-38286F58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106" y="29065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4" name=""/>
          <p:cNvCxnSpPr>
            <a:stCxn xmlns:a="http://schemas.openxmlformats.org/drawingml/2006/main" id="233" idx="2"/>
            <a:endCxn xmlns:a="http://schemas.openxmlformats.org/drawingml/2006/main" id="234" idx="0"/>
          </p:cNvCxnSpPr>
          <p:nvPr/>
        </p:nvCxnSpPr>
        <p:spPr>
          <a:xfrm xmlns:a="http://schemas.openxmlformats.org/drawingml/2006/main">
            <a:off x="7151494" y="2868222"/>
            <a:ext cx="19660" cy="38306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36" name="nature-spatial-mechanism-v2-106-start-14">
            <a:extLst xmlns:a="http://schemas.openxmlformats.org/drawingml/2006/main">
              <a:ext uri="{FF2B5EF4-FFF2-40B4-BE49-F238E27FC236}">
                <a16:creationId xmlns:a16="http://schemas.microsoft.com/office/drawing/2014/main" id="{AB6B15E0-117C-489F-9C7D-D7EA782D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106" y="29065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7" name="nature-spatial-mechanism-v2-106-end-14">
            <a:extLst xmlns:a="http://schemas.openxmlformats.org/drawingml/2006/main">
              <a:ext uri="{FF2B5EF4-FFF2-40B4-BE49-F238E27FC236}">
                <a16:creationId xmlns:a16="http://schemas.microsoft.com/office/drawing/2014/main" id="{70C32668-9B5C-4149-B352-E7ABEF69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765" y="29351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7" name=""/>
          <p:cNvCxnSpPr>
            <a:stCxn xmlns:a="http://schemas.openxmlformats.org/drawingml/2006/main" id="236" idx="2"/>
            <a:endCxn xmlns:a="http://schemas.openxmlformats.org/drawingml/2006/main" id="237" idx="0"/>
          </p:cNvCxnSpPr>
          <p:nvPr/>
        </p:nvCxnSpPr>
        <p:spPr>
          <a:xfrm xmlns:a="http://schemas.openxmlformats.org/drawingml/2006/main">
            <a:off x="7171154" y="2906623"/>
            <a:ext cx="19659" cy="2854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39" name="nature-spatial-mechanism-v2-106-start-15">
            <a:extLst xmlns:a="http://schemas.openxmlformats.org/drawingml/2006/main">
              <a:ext uri="{FF2B5EF4-FFF2-40B4-BE49-F238E27FC236}">
                <a16:creationId xmlns:a16="http://schemas.microsoft.com/office/drawing/2014/main" id="{835991EF-C1F6-41D5-B14F-D128C863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765" y="29351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0" name="nature-spatial-mechanism-v2-106-end-15">
            <a:extLst xmlns:a="http://schemas.openxmlformats.org/drawingml/2006/main">
              <a:ext uri="{FF2B5EF4-FFF2-40B4-BE49-F238E27FC236}">
                <a16:creationId xmlns:a16="http://schemas.microsoft.com/office/drawing/2014/main" id="{893DFD63-F226-49DB-96E8-07FA6991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9483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0" name=""/>
          <p:cNvCxnSpPr>
            <a:stCxn xmlns:a="http://schemas.openxmlformats.org/drawingml/2006/main" id="239" idx="3"/>
            <a:endCxn xmlns:a="http://schemas.openxmlformats.org/drawingml/2006/main" id="240" idx="1"/>
          </p:cNvCxnSpPr>
          <p:nvPr/>
        </p:nvCxnSpPr>
        <p:spPr>
          <a:xfrm xmlns:a="http://schemas.openxmlformats.org/drawingml/2006/main">
            <a:off x="7190860" y="2935212"/>
            <a:ext cx="19565" cy="1316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42" name="nature-spatial-mechanism-v2-106-start-16">
            <a:extLst xmlns:a="http://schemas.openxmlformats.org/drawingml/2006/main">
              <a:ext uri="{FF2B5EF4-FFF2-40B4-BE49-F238E27FC236}">
                <a16:creationId xmlns:a16="http://schemas.microsoft.com/office/drawing/2014/main" id="{0B7498AA-99E0-4ED5-80BC-E48CDF41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9483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3" name="nature-spatial-mechanism-v2-106-end-16">
            <a:extLst xmlns:a="http://schemas.openxmlformats.org/drawingml/2006/main">
              <a:ext uri="{FF2B5EF4-FFF2-40B4-BE49-F238E27FC236}">
                <a16:creationId xmlns:a16="http://schemas.microsoft.com/office/drawing/2014/main" id="{2BB5A8EE-A5EA-401F-8FC0-87424715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085" y="29434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3" name=""/>
          <p:cNvCxnSpPr>
            <a:stCxn xmlns:a="http://schemas.openxmlformats.org/drawingml/2006/main" id="242" idx="3"/>
            <a:endCxn xmlns:a="http://schemas.openxmlformats.org/drawingml/2006/main" id="243" idx="1"/>
          </p:cNvCxnSpPr>
          <p:nvPr/>
        </p:nvCxnSpPr>
        <p:spPr>
          <a:xfrm xmlns:a="http://schemas.openxmlformats.org/drawingml/2006/main" flipV="1">
            <a:off x="7210520" y="2943460"/>
            <a:ext cx="19565" cy="492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45" name="nature-spatial-mechanism-v2-106-start-17">
            <a:extLst xmlns:a="http://schemas.openxmlformats.org/drawingml/2006/main">
              <a:ext uri="{FF2B5EF4-FFF2-40B4-BE49-F238E27FC236}">
                <a16:creationId xmlns:a16="http://schemas.microsoft.com/office/drawing/2014/main" id="{9349535F-8837-4767-AFBF-D6E844BC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085" y="29434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6" name="nature-spatial-mechanism-v2-106-end-17">
            <a:extLst xmlns:a="http://schemas.openxmlformats.org/drawingml/2006/main">
              <a:ext uri="{FF2B5EF4-FFF2-40B4-BE49-F238E27FC236}">
                <a16:creationId xmlns:a16="http://schemas.microsoft.com/office/drawing/2014/main" id="{89E95F9F-60DE-4FB9-90E9-41960F4B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744" y="2921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6" name=""/>
          <p:cNvCxnSpPr>
            <a:stCxn xmlns:a="http://schemas.openxmlformats.org/drawingml/2006/main" id="245" idx="0"/>
            <a:endCxn xmlns:a="http://schemas.openxmlformats.org/drawingml/2006/main" id="246" idx="2"/>
          </p:cNvCxnSpPr>
          <p:nvPr/>
        </p:nvCxnSpPr>
        <p:spPr>
          <a:xfrm xmlns:a="http://schemas.openxmlformats.org/drawingml/2006/main" flipV="1">
            <a:off x="7230133" y="2921477"/>
            <a:ext cx="19659" cy="2193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48" name="nature-spatial-mechanism-v2-106-start-18">
            <a:extLst xmlns:a="http://schemas.openxmlformats.org/drawingml/2006/main">
              <a:ext uri="{FF2B5EF4-FFF2-40B4-BE49-F238E27FC236}">
                <a16:creationId xmlns:a16="http://schemas.microsoft.com/office/drawing/2014/main" id="{CEF89613-71D4-4A29-ABCC-8A126739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744" y="2921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9" name="nature-spatial-mechanism-v2-106-end-18">
            <a:extLst xmlns:a="http://schemas.openxmlformats.org/drawingml/2006/main">
              <a:ext uri="{FF2B5EF4-FFF2-40B4-BE49-F238E27FC236}">
                <a16:creationId xmlns:a16="http://schemas.microsoft.com/office/drawing/2014/main" id="{734D8E76-3DD2-4F5B-8E51-26FC5E00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04" y="28866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9" name=""/>
          <p:cNvCxnSpPr>
            <a:stCxn xmlns:a="http://schemas.openxmlformats.org/drawingml/2006/main" id="248" idx="0"/>
            <a:endCxn xmlns:a="http://schemas.openxmlformats.org/drawingml/2006/main" id="249" idx="2"/>
          </p:cNvCxnSpPr>
          <p:nvPr/>
        </p:nvCxnSpPr>
        <p:spPr>
          <a:xfrm xmlns:a="http://schemas.openxmlformats.org/drawingml/2006/main" flipV="1">
            <a:off x="7249792" y="2886724"/>
            <a:ext cx="19660" cy="3465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51" name="nature-spatial-mechanism-v2-106-start-19">
            <a:extLst xmlns:a="http://schemas.openxmlformats.org/drawingml/2006/main">
              <a:ext uri="{FF2B5EF4-FFF2-40B4-BE49-F238E27FC236}">
                <a16:creationId xmlns:a16="http://schemas.microsoft.com/office/drawing/2014/main" id="{30D2A1BB-6BB3-4DDC-B952-20867AFB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04" y="28866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2" name="nature-spatial-mechanism-v2-106-end-19">
            <a:extLst xmlns:a="http://schemas.openxmlformats.org/drawingml/2006/main">
              <a:ext uri="{FF2B5EF4-FFF2-40B4-BE49-F238E27FC236}">
                <a16:creationId xmlns:a16="http://schemas.microsoft.com/office/drawing/2014/main" id="{E791A029-D2EC-431D-8966-90A82CA1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063" y="2846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2" name=""/>
          <p:cNvCxnSpPr>
            <a:stCxn xmlns:a="http://schemas.openxmlformats.org/drawingml/2006/main" id="251" idx="0"/>
            <a:endCxn xmlns:a="http://schemas.openxmlformats.org/drawingml/2006/main" id="252" idx="2"/>
          </p:cNvCxnSpPr>
          <p:nvPr/>
        </p:nvCxnSpPr>
        <p:spPr>
          <a:xfrm xmlns:a="http://schemas.openxmlformats.org/drawingml/2006/main" flipV="1">
            <a:off x="7269452" y="2846167"/>
            <a:ext cx="19659" cy="40462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54" name="nature-spatial-mechanism-v2-106-start-20">
            <a:extLst xmlns:a="http://schemas.openxmlformats.org/drawingml/2006/main">
              <a:ext uri="{FF2B5EF4-FFF2-40B4-BE49-F238E27FC236}">
                <a16:creationId xmlns:a16="http://schemas.microsoft.com/office/drawing/2014/main" id="{E5281861-A4DF-4248-BB59-E43EB4CB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063" y="2846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5" name="nature-spatial-mechanism-v2-106-end-20">
            <a:extLst xmlns:a="http://schemas.openxmlformats.org/drawingml/2006/main">
              <a:ext uri="{FF2B5EF4-FFF2-40B4-BE49-F238E27FC236}">
                <a16:creationId xmlns:a16="http://schemas.microsoft.com/office/drawing/2014/main" id="{4CBE366E-9391-40C1-BE6C-3412E32F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723" y="28077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5" name=""/>
          <p:cNvCxnSpPr>
            <a:stCxn xmlns:a="http://schemas.openxmlformats.org/drawingml/2006/main" id="254" idx="0"/>
            <a:endCxn xmlns:a="http://schemas.openxmlformats.org/drawingml/2006/main" id="255" idx="2"/>
          </p:cNvCxnSpPr>
          <p:nvPr/>
        </p:nvCxnSpPr>
        <p:spPr>
          <a:xfrm xmlns:a="http://schemas.openxmlformats.org/drawingml/2006/main" flipV="1">
            <a:off x="7289110" y="2807882"/>
            <a:ext cx="19660" cy="3819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57" name="nature-spatial-mechanism-v2-106-start-21">
            <a:extLst xmlns:a="http://schemas.openxmlformats.org/drawingml/2006/main">
              <a:ext uri="{FF2B5EF4-FFF2-40B4-BE49-F238E27FC236}">
                <a16:creationId xmlns:a16="http://schemas.microsoft.com/office/drawing/2014/main" id="{842CAA7B-CDF2-407B-B3D3-50EA380E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723" y="28077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8" name="nature-spatial-mechanism-v2-106-end-21">
            <a:extLst xmlns:a="http://schemas.openxmlformats.org/drawingml/2006/main">
              <a:ext uri="{FF2B5EF4-FFF2-40B4-BE49-F238E27FC236}">
                <a16:creationId xmlns:a16="http://schemas.microsoft.com/office/drawing/2014/main" id="{87C6C2A0-D51A-4F3B-BF91-FEB9698A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383" y="27793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8" name=""/>
          <p:cNvCxnSpPr>
            <a:stCxn xmlns:a="http://schemas.openxmlformats.org/drawingml/2006/main" id="257" idx="0"/>
            <a:endCxn xmlns:a="http://schemas.openxmlformats.org/drawingml/2006/main" id="258" idx="2"/>
          </p:cNvCxnSpPr>
          <p:nvPr/>
        </p:nvCxnSpPr>
        <p:spPr>
          <a:xfrm xmlns:a="http://schemas.openxmlformats.org/drawingml/2006/main" flipV="1">
            <a:off x="7308771" y="2779492"/>
            <a:ext cx="19660" cy="282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60" name="nature-spatial-mechanism-v2-106-start-22">
            <a:extLst xmlns:a="http://schemas.openxmlformats.org/drawingml/2006/main">
              <a:ext uri="{FF2B5EF4-FFF2-40B4-BE49-F238E27FC236}">
                <a16:creationId xmlns:a16="http://schemas.microsoft.com/office/drawing/2014/main" id="{5B59A5E8-C743-4EC3-B3AB-8DE24CC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383" y="27793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1" name="nature-spatial-mechanism-v2-106-end-22">
            <a:extLst xmlns:a="http://schemas.openxmlformats.org/drawingml/2006/main">
              <a:ext uri="{FF2B5EF4-FFF2-40B4-BE49-F238E27FC236}">
                <a16:creationId xmlns:a16="http://schemas.microsoft.com/office/drawing/2014/main" id="{60738C6C-B907-4801-A06B-10A4C536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042" y="27665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1" name=""/>
          <p:cNvCxnSpPr>
            <a:stCxn xmlns:a="http://schemas.openxmlformats.org/drawingml/2006/main" id="260" idx="3"/>
            <a:endCxn xmlns:a="http://schemas.openxmlformats.org/drawingml/2006/main" id="261" idx="1"/>
          </p:cNvCxnSpPr>
          <p:nvPr/>
        </p:nvCxnSpPr>
        <p:spPr>
          <a:xfrm xmlns:a="http://schemas.openxmlformats.org/drawingml/2006/main" flipV="1">
            <a:off x="7328478" y="2766601"/>
            <a:ext cx="19564" cy="1284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63" name="nature-spatial-mechanism-v2-106-start-23">
            <a:extLst xmlns:a="http://schemas.openxmlformats.org/drawingml/2006/main">
              <a:ext uri="{FF2B5EF4-FFF2-40B4-BE49-F238E27FC236}">
                <a16:creationId xmlns:a16="http://schemas.microsoft.com/office/drawing/2014/main" id="{3723BB84-B722-454D-8534-A775D97B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042" y="27665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4" name="nature-spatial-mechanism-v2-106-end-23">
            <a:extLst xmlns:a="http://schemas.openxmlformats.org/drawingml/2006/main">
              <a:ext uri="{FF2B5EF4-FFF2-40B4-BE49-F238E27FC236}">
                <a16:creationId xmlns:a16="http://schemas.microsoft.com/office/drawing/2014/main" id="{12F33790-4D58-48EA-854E-6195D359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702" y="2771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4" name=""/>
          <p:cNvCxnSpPr>
            <a:stCxn xmlns:a="http://schemas.openxmlformats.org/drawingml/2006/main" id="263" idx="3"/>
            <a:endCxn xmlns:a="http://schemas.openxmlformats.org/drawingml/2006/main" id="264" idx="1"/>
          </p:cNvCxnSpPr>
          <p:nvPr/>
        </p:nvCxnSpPr>
        <p:spPr>
          <a:xfrm xmlns:a="http://schemas.openxmlformats.org/drawingml/2006/main">
            <a:off x="7348137" y="2766601"/>
            <a:ext cx="19565" cy="526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66" name="nature-spatial-mechanism-v2-106-start-24">
            <a:extLst xmlns:a="http://schemas.openxmlformats.org/drawingml/2006/main">
              <a:ext uri="{FF2B5EF4-FFF2-40B4-BE49-F238E27FC236}">
                <a16:creationId xmlns:a16="http://schemas.microsoft.com/office/drawing/2014/main" id="{E93AB872-7295-4C79-8762-B642032A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702" y="2771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7" name="nature-spatial-mechanism-v2-106-end-24">
            <a:extLst xmlns:a="http://schemas.openxmlformats.org/drawingml/2006/main">
              <a:ext uri="{FF2B5EF4-FFF2-40B4-BE49-F238E27FC236}">
                <a16:creationId xmlns:a16="http://schemas.microsoft.com/office/drawing/2014/main" id="{F46E817D-9566-494C-B3CF-7D572739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361" y="2794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7" name=""/>
          <p:cNvCxnSpPr>
            <a:stCxn xmlns:a="http://schemas.openxmlformats.org/drawingml/2006/main" id="266" idx="2"/>
            <a:endCxn xmlns:a="http://schemas.openxmlformats.org/drawingml/2006/main" id="267" idx="0"/>
          </p:cNvCxnSpPr>
          <p:nvPr/>
        </p:nvCxnSpPr>
        <p:spPr>
          <a:xfrm xmlns:a="http://schemas.openxmlformats.org/drawingml/2006/main">
            <a:off x="7367749" y="2771909"/>
            <a:ext cx="19659" cy="22222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69" name="nature-spatial-mechanism-v2-106-start-25">
            <a:extLst xmlns:a="http://schemas.openxmlformats.org/drawingml/2006/main">
              <a:ext uri="{FF2B5EF4-FFF2-40B4-BE49-F238E27FC236}">
                <a16:creationId xmlns:a16="http://schemas.microsoft.com/office/drawing/2014/main" id="{8DAEE357-FDFA-4707-BA7E-6EBF5A97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361" y="2794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0" name="nature-spatial-mechanism-v2-106-end-25">
            <a:extLst xmlns:a="http://schemas.openxmlformats.org/drawingml/2006/main">
              <a:ext uri="{FF2B5EF4-FFF2-40B4-BE49-F238E27FC236}">
                <a16:creationId xmlns:a16="http://schemas.microsoft.com/office/drawing/2014/main" id="{D33E1682-AC1E-4968-ACDD-A95F9F90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021" y="28290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0" name=""/>
          <p:cNvCxnSpPr>
            <a:stCxn xmlns:a="http://schemas.openxmlformats.org/drawingml/2006/main" id="269" idx="2"/>
            <a:endCxn xmlns:a="http://schemas.openxmlformats.org/drawingml/2006/main" id="270" idx="0"/>
          </p:cNvCxnSpPr>
          <p:nvPr/>
        </p:nvCxnSpPr>
        <p:spPr>
          <a:xfrm xmlns:a="http://schemas.openxmlformats.org/drawingml/2006/main">
            <a:off x="7387409" y="2794226"/>
            <a:ext cx="19660" cy="34836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72" name="nature-spatial-mechanism-v2-106-start-26">
            <a:extLst xmlns:a="http://schemas.openxmlformats.org/drawingml/2006/main">
              <a:ext uri="{FF2B5EF4-FFF2-40B4-BE49-F238E27FC236}">
                <a16:creationId xmlns:a16="http://schemas.microsoft.com/office/drawing/2014/main" id="{80CF454F-782D-418E-8ADA-4C522F68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021" y="28290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3" name="nature-spatial-mechanism-v2-106-end-26">
            <a:extLst xmlns:a="http://schemas.openxmlformats.org/drawingml/2006/main">
              <a:ext uri="{FF2B5EF4-FFF2-40B4-BE49-F238E27FC236}">
                <a16:creationId xmlns:a16="http://schemas.microsoft.com/office/drawing/2014/main" id="{F64E9BE8-AC9C-4D77-8A14-BBB6B695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681" y="28696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3" name=""/>
          <p:cNvCxnSpPr>
            <a:stCxn xmlns:a="http://schemas.openxmlformats.org/drawingml/2006/main" id="272" idx="2"/>
            <a:endCxn xmlns:a="http://schemas.openxmlformats.org/drawingml/2006/main" id="273" idx="0"/>
          </p:cNvCxnSpPr>
          <p:nvPr/>
        </p:nvCxnSpPr>
        <p:spPr>
          <a:xfrm xmlns:a="http://schemas.openxmlformats.org/drawingml/2006/main">
            <a:off x="7407068" y="2829157"/>
            <a:ext cx="19660" cy="4049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75" name="nature-spatial-mechanism-v2-106-start-27">
            <a:extLst xmlns:a="http://schemas.openxmlformats.org/drawingml/2006/main">
              <a:ext uri="{FF2B5EF4-FFF2-40B4-BE49-F238E27FC236}">
                <a16:creationId xmlns:a16="http://schemas.microsoft.com/office/drawing/2014/main" id="{D093A44F-46A9-410C-9704-E22D6BBD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681" y="28696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6" name="nature-spatial-mechanism-v2-106-end-27">
            <a:extLst xmlns:a="http://schemas.openxmlformats.org/drawingml/2006/main">
              <a:ext uri="{FF2B5EF4-FFF2-40B4-BE49-F238E27FC236}">
                <a16:creationId xmlns:a16="http://schemas.microsoft.com/office/drawing/2014/main" id="{975457FF-8096-404A-AF85-6779C650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340" y="29078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6" name=""/>
          <p:cNvCxnSpPr>
            <a:stCxn xmlns:a="http://schemas.openxmlformats.org/drawingml/2006/main" id="275" idx="2"/>
            <a:endCxn xmlns:a="http://schemas.openxmlformats.org/drawingml/2006/main" id="276" idx="0"/>
          </p:cNvCxnSpPr>
          <p:nvPr/>
        </p:nvCxnSpPr>
        <p:spPr>
          <a:xfrm xmlns:a="http://schemas.openxmlformats.org/drawingml/2006/main">
            <a:off x="7426729" y="2869746"/>
            <a:ext cx="19659" cy="3807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78" name="nature-spatial-mechanism-v2-106-start-28">
            <a:extLst xmlns:a="http://schemas.openxmlformats.org/drawingml/2006/main">
              <a:ext uri="{FF2B5EF4-FFF2-40B4-BE49-F238E27FC236}">
                <a16:creationId xmlns:a16="http://schemas.microsoft.com/office/drawing/2014/main" id="{6C8A8286-0C04-4557-B1AD-9DBED422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340" y="29078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9" name="nature-spatial-mechanism-v2-106-end-28">
            <a:extLst xmlns:a="http://schemas.openxmlformats.org/drawingml/2006/main">
              <a:ext uri="{FF2B5EF4-FFF2-40B4-BE49-F238E27FC236}">
                <a16:creationId xmlns:a16="http://schemas.microsoft.com/office/drawing/2014/main" id="{3B09E9B6-9714-40B7-9857-8B18CFC3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000" y="2935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9" name=""/>
          <p:cNvCxnSpPr>
            <a:stCxn xmlns:a="http://schemas.openxmlformats.org/drawingml/2006/main" id="278" idx="2"/>
            <a:endCxn xmlns:a="http://schemas.openxmlformats.org/drawingml/2006/main" id="279" idx="0"/>
          </p:cNvCxnSpPr>
          <p:nvPr/>
        </p:nvCxnSpPr>
        <p:spPr>
          <a:xfrm xmlns:a="http://schemas.openxmlformats.org/drawingml/2006/main">
            <a:off x="7446387" y="2907912"/>
            <a:ext cx="19660" cy="28049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81" name="nature-spatial-mechanism-v2-106-start-29">
            <a:extLst xmlns:a="http://schemas.openxmlformats.org/drawingml/2006/main">
              <a:ext uri="{FF2B5EF4-FFF2-40B4-BE49-F238E27FC236}">
                <a16:creationId xmlns:a16="http://schemas.microsoft.com/office/drawing/2014/main" id="{8C4E117F-8492-4979-809A-959BD609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000" y="2935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2" name="nature-spatial-mechanism-v2-106-end-29">
            <a:extLst xmlns:a="http://schemas.openxmlformats.org/drawingml/2006/main">
              <a:ext uri="{FF2B5EF4-FFF2-40B4-BE49-F238E27FC236}">
                <a16:creationId xmlns:a16="http://schemas.microsoft.com/office/drawing/2014/main" id="{6AC1A361-5ABE-478A-B699-2B502954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659" y="29484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2" name=""/>
          <p:cNvCxnSpPr>
            <a:stCxn xmlns:a="http://schemas.openxmlformats.org/drawingml/2006/main" id="281" idx="3"/>
            <a:endCxn xmlns:a="http://schemas.openxmlformats.org/drawingml/2006/main" id="282" idx="1"/>
          </p:cNvCxnSpPr>
          <p:nvPr/>
        </p:nvCxnSpPr>
        <p:spPr>
          <a:xfrm xmlns:a="http://schemas.openxmlformats.org/drawingml/2006/main">
            <a:off x="7466095" y="2936009"/>
            <a:ext cx="19564" cy="1251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84" name="nature-spatial-mechanism-v2-107-start-1">
            <a:extLst xmlns:a="http://schemas.openxmlformats.org/drawingml/2006/main">
              <a:ext uri="{FF2B5EF4-FFF2-40B4-BE49-F238E27FC236}">
                <a16:creationId xmlns:a16="http://schemas.microsoft.com/office/drawing/2014/main" id="{CB66C19E-6FE5-414F-9713-607246A6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531" y="30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5" name="nature-spatial-mechanism-v2-107-end-1">
            <a:extLst xmlns:a="http://schemas.openxmlformats.org/drawingml/2006/main">
              <a:ext uri="{FF2B5EF4-FFF2-40B4-BE49-F238E27FC236}">
                <a16:creationId xmlns:a16="http://schemas.microsoft.com/office/drawing/2014/main" id="{32B0A1D4-38FD-4097-81D9-9890E20D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191" y="29862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5" name=""/>
          <p:cNvCxnSpPr>
            <a:stCxn xmlns:a="http://schemas.openxmlformats.org/drawingml/2006/main" id="284" idx="0"/>
            <a:endCxn xmlns:a="http://schemas.openxmlformats.org/drawingml/2006/main" id="285" idx="2"/>
          </p:cNvCxnSpPr>
          <p:nvPr/>
        </p:nvCxnSpPr>
        <p:spPr>
          <a:xfrm xmlns:a="http://schemas.openxmlformats.org/drawingml/2006/main" flipV="1">
            <a:off x="6915579" y="2986298"/>
            <a:ext cx="19660" cy="2470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87" name="nature-spatial-mechanism-v2-107-start-2">
            <a:extLst xmlns:a="http://schemas.openxmlformats.org/drawingml/2006/main">
              <a:ext uri="{FF2B5EF4-FFF2-40B4-BE49-F238E27FC236}">
                <a16:creationId xmlns:a16="http://schemas.microsoft.com/office/drawing/2014/main" id="{22A49229-4754-41A2-A543-78E0A5A8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191" y="29862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8" name="nature-spatial-mechanism-v2-107-end-2">
            <a:extLst xmlns:a="http://schemas.openxmlformats.org/drawingml/2006/main">
              <a:ext uri="{FF2B5EF4-FFF2-40B4-BE49-F238E27FC236}">
                <a16:creationId xmlns:a16="http://schemas.microsoft.com/office/drawing/2014/main" id="{5A89F912-82C4-4EF3-B7F7-AF2F38A6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850" y="29498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8" name=""/>
          <p:cNvCxnSpPr>
            <a:stCxn xmlns:a="http://schemas.openxmlformats.org/drawingml/2006/main" id="287" idx="0"/>
            <a:endCxn xmlns:a="http://schemas.openxmlformats.org/drawingml/2006/main" id="288" idx="2"/>
          </p:cNvCxnSpPr>
          <p:nvPr/>
        </p:nvCxnSpPr>
        <p:spPr>
          <a:xfrm xmlns:a="http://schemas.openxmlformats.org/drawingml/2006/main" flipV="1">
            <a:off x="6935239" y="2949896"/>
            <a:ext cx="19659" cy="36307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90" name="nature-spatial-mechanism-v2-107-start-3">
            <a:extLst xmlns:a="http://schemas.openxmlformats.org/drawingml/2006/main">
              <a:ext uri="{FF2B5EF4-FFF2-40B4-BE49-F238E27FC236}">
                <a16:creationId xmlns:a16="http://schemas.microsoft.com/office/drawing/2014/main" id="{A394B204-8D95-4B1B-A255-BB0D91B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850" y="29498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1" name="nature-spatial-mechanism-v2-107-end-3">
            <a:extLst xmlns:a="http://schemas.openxmlformats.org/drawingml/2006/main">
              <a:ext uri="{FF2B5EF4-FFF2-40B4-BE49-F238E27FC236}">
                <a16:creationId xmlns:a16="http://schemas.microsoft.com/office/drawing/2014/main" id="{F2EB825B-558C-46C9-A86A-E053BE95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510" y="29090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1" name=""/>
          <p:cNvCxnSpPr>
            <a:stCxn xmlns:a="http://schemas.openxmlformats.org/drawingml/2006/main" id="290" idx="0"/>
            <a:endCxn xmlns:a="http://schemas.openxmlformats.org/drawingml/2006/main" id="291" idx="2"/>
          </p:cNvCxnSpPr>
          <p:nvPr/>
        </p:nvCxnSpPr>
        <p:spPr>
          <a:xfrm xmlns:a="http://schemas.openxmlformats.org/drawingml/2006/main" flipV="1">
            <a:off x="6954898" y="2909142"/>
            <a:ext cx="19660" cy="40659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93" name="nature-spatial-mechanism-v2-107-start-4">
            <a:extLst xmlns:a="http://schemas.openxmlformats.org/drawingml/2006/main">
              <a:ext uri="{FF2B5EF4-FFF2-40B4-BE49-F238E27FC236}">
                <a16:creationId xmlns:a16="http://schemas.microsoft.com/office/drawing/2014/main" id="{FA35F3C9-AEC9-4F7A-B6DC-BED6B289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510" y="29090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4" name="nature-spatial-mechanism-v2-107-end-4">
            <a:extLst xmlns:a="http://schemas.openxmlformats.org/drawingml/2006/main">
              <a:ext uri="{FF2B5EF4-FFF2-40B4-BE49-F238E27FC236}">
                <a16:creationId xmlns:a16="http://schemas.microsoft.com/office/drawing/2014/main" id="{3F51C745-9BA2-445B-AD1F-01682644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169" y="28720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4" name=""/>
          <p:cNvCxnSpPr>
            <a:stCxn xmlns:a="http://schemas.openxmlformats.org/drawingml/2006/main" id="293" idx="0"/>
            <a:endCxn xmlns:a="http://schemas.openxmlformats.org/drawingml/2006/main" id="294" idx="2"/>
          </p:cNvCxnSpPr>
          <p:nvPr/>
        </p:nvCxnSpPr>
        <p:spPr>
          <a:xfrm xmlns:a="http://schemas.openxmlformats.org/drawingml/2006/main" flipV="1">
            <a:off x="6974558" y="2872152"/>
            <a:ext cx="19659" cy="368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96" name="nature-spatial-mechanism-v2-107-start-5">
            <a:extLst xmlns:a="http://schemas.openxmlformats.org/drawingml/2006/main">
              <a:ext uri="{FF2B5EF4-FFF2-40B4-BE49-F238E27FC236}">
                <a16:creationId xmlns:a16="http://schemas.microsoft.com/office/drawing/2014/main" id="{6E3B807E-52A5-4B46-A4FD-7E0B9FF3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169" y="28720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7" name="nature-spatial-mechanism-v2-107-end-5">
            <a:extLst xmlns:a="http://schemas.openxmlformats.org/drawingml/2006/main">
              <a:ext uri="{FF2B5EF4-FFF2-40B4-BE49-F238E27FC236}">
                <a16:creationId xmlns:a16="http://schemas.microsoft.com/office/drawing/2014/main" id="{47D2F7E5-D358-4CAB-BAFD-C7C79769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829" y="28461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7" name=""/>
          <p:cNvCxnSpPr>
            <a:stCxn xmlns:a="http://schemas.openxmlformats.org/drawingml/2006/main" id="296" idx="0"/>
            <a:endCxn xmlns:a="http://schemas.openxmlformats.org/drawingml/2006/main" id="297" idx="2"/>
          </p:cNvCxnSpPr>
          <p:nvPr/>
        </p:nvCxnSpPr>
        <p:spPr>
          <a:xfrm xmlns:a="http://schemas.openxmlformats.org/drawingml/2006/main" flipV="1">
            <a:off x="6994217" y="2846289"/>
            <a:ext cx="19660" cy="2576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299" name="nature-spatial-mechanism-v2-107-start-6">
            <a:extLst xmlns:a="http://schemas.openxmlformats.org/drawingml/2006/main">
              <a:ext uri="{FF2B5EF4-FFF2-40B4-BE49-F238E27FC236}">
                <a16:creationId xmlns:a16="http://schemas.microsoft.com/office/drawing/2014/main" id="{E9F86DA7-9D6D-413C-A825-8705B945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829" y="28461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0" name="nature-spatial-mechanism-v2-107-end-6">
            <a:extLst xmlns:a="http://schemas.openxmlformats.org/drawingml/2006/main">
              <a:ext uri="{FF2B5EF4-FFF2-40B4-BE49-F238E27FC236}">
                <a16:creationId xmlns:a16="http://schemas.microsoft.com/office/drawing/2014/main" id="{66657C4F-280A-44BA-9832-855DFA88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489" y="2836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0" name=""/>
          <p:cNvCxnSpPr>
            <a:stCxn xmlns:a="http://schemas.openxmlformats.org/drawingml/2006/main" id="299" idx="3"/>
            <a:endCxn xmlns:a="http://schemas.openxmlformats.org/drawingml/2006/main" id="300" idx="1"/>
          </p:cNvCxnSpPr>
          <p:nvPr/>
        </p:nvCxnSpPr>
        <p:spPr>
          <a:xfrm xmlns:a="http://schemas.openxmlformats.org/drawingml/2006/main" flipV="1">
            <a:off x="7013924" y="2836657"/>
            <a:ext cx="19565" cy="958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02" name="nature-spatial-mechanism-v2-107-start-7">
            <a:extLst xmlns:a="http://schemas.openxmlformats.org/drawingml/2006/main">
              <a:ext uri="{FF2B5EF4-FFF2-40B4-BE49-F238E27FC236}">
                <a16:creationId xmlns:a16="http://schemas.microsoft.com/office/drawing/2014/main" id="{FC8A193C-BCB1-416D-8910-93006720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489" y="2836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3" name="nature-spatial-mechanism-v2-107-end-7">
            <a:extLst xmlns:a="http://schemas.openxmlformats.org/drawingml/2006/main">
              <a:ext uri="{FF2B5EF4-FFF2-40B4-BE49-F238E27FC236}">
                <a16:creationId xmlns:a16="http://schemas.microsoft.com/office/drawing/2014/main" id="{4475260E-39C7-4E76-B560-2754E423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148" y="28452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3" name=""/>
          <p:cNvCxnSpPr>
            <a:stCxn xmlns:a="http://schemas.openxmlformats.org/drawingml/2006/main" id="302" idx="3"/>
            <a:endCxn xmlns:a="http://schemas.openxmlformats.org/drawingml/2006/main" id="303" idx="1"/>
          </p:cNvCxnSpPr>
          <p:nvPr/>
        </p:nvCxnSpPr>
        <p:spPr>
          <a:xfrm xmlns:a="http://schemas.openxmlformats.org/drawingml/2006/main">
            <a:off x="7033584" y="2836657"/>
            <a:ext cx="19564" cy="860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05" name="nature-spatial-mechanism-v2-107-start-8">
            <a:extLst xmlns:a="http://schemas.openxmlformats.org/drawingml/2006/main">
              <a:ext uri="{FF2B5EF4-FFF2-40B4-BE49-F238E27FC236}">
                <a16:creationId xmlns:a16="http://schemas.microsoft.com/office/drawing/2014/main" id="{9782F4D8-7780-4B4C-9021-04FED479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148" y="28452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6" name="nature-spatial-mechanism-v2-107-end-8">
            <a:extLst xmlns:a="http://schemas.openxmlformats.org/drawingml/2006/main">
              <a:ext uri="{FF2B5EF4-FFF2-40B4-BE49-F238E27FC236}">
                <a16:creationId xmlns:a16="http://schemas.microsoft.com/office/drawing/2014/main" id="{7015DD2A-B273-44F8-B535-5BE85CE2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808" y="28702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6" name=""/>
          <p:cNvCxnSpPr>
            <a:stCxn xmlns:a="http://schemas.openxmlformats.org/drawingml/2006/main" id="305" idx="2"/>
            <a:endCxn xmlns:a="http://schemas.openxmlformats.org/drawingml/2006/main" id="306" idx="0"/>
          </p:cNvCxnSpPr>
          <p:nvPr/>
        </p:nvCxnSpPr>
        <p:spPr>
          <a:xfrm xmlns:a="http://schemas.openxmlformats.org/drawingml/2006/main">
            <a:off x="7053196" y="2845305"/>
            <a:ext cx="19660" cy="24979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08" name="nature-spatial-mechanism-v2-107-start-9">
            <a:extLst xmlns:a="http://schemas.openxmlformats.org/drawingml/2006/main">
              <a:ext uri="{FF2B5EF4-FFF2-40B4-BE49-F238E27FC236}">
                <a16:creationId xmlns:a16="http://schemas.microsoft.com/office/drawing/2014/main" id="{0552F441-B634-453E-827A-3862E50C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808" y="28702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9" name="nature-spatial-mechanism-v2-107-end-9">
            <a:extLst xmlns:a="http://schemas.openxmlformats.org/drawingml/2006/main">
              <a:ext uri="{FF2B5EF4-FFF2-40B4-BE49-F238E27FC236}">
                <a16:creationId xmlns:a16="http://schemas.microsoft.com/office/drawing/2014/main" id="{19C20F88-A189-457C-83C0-3E525AC2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467" y="2906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9" name=""/>
          <p:cNvCxnSpPr>
            <a:stCxn xmlns:a="http://schemas.openxmlformats.org/drawingml/2006/main" id="308" idx="2"/>
            <a:endCxn xmlns:a="http://schemas.openxmlformats.org/drawingml/2006/main" id="309" idx="0"/>
          </p:cNvCxnSpPr>
          <p:nvPr/>
        </p:nvCxnSpPr>
        <p:spPr>
          <a:xfrm xmlns:a="http://schemas.openxmlformats.org/drawingml/2006/main">
            <a:off x="7072856" y="2870379"/>
            <a:ext cx="19659" cy="3646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11" name="nature-spatial-mechanism-v2-107-start-10">
            <a:extLst xmlns:a="http://schemas.openxmlformats.org/drawingml/2006/main">
              <a:ext uri="{FF2B5EF4-FFF2-40B4-BE49-F238E27FC236}">
                <a16:creationId xmlns:a16="http://schemas.microsoft.com/office/drawing/2014/main" id="{17C732E0-DA73-4708-A371-5B8703CD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467" y="2906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2" name="nature-spatial-mechanism-v2-107-end-10">
            <a:extLst xmlns:a="http://schemas.openxmlformats.org/drawingml/2006/main">
              <a:ext uri="{FF2B5EF4-FFF2-40B4-BE49-F238E27FC236}">
                <a16:creationId xmlns:a16="http://schemas.microsoft.com/office/drawing/2014/main" id="{618E26A5-B546-421A-86AF-18EB494B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127" y="29475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2" name=""/>
          <p:cNvCxnSpPr>
            <a:stCxn xmlns:a="http://schemas.openxmlformats.org/drawingml/2006/main" id="311" idx="2"/>
            <a:endCxn xmlns:a="http://schemas.openxmlformats.org/drawingml/2006/main" id="312" idx="0"/>
          </p:cNvCxnSpPr>
          <p:nvPr/>
        </p:nvCxnSpPr>
        <p:spPr>
          <a:xfrm xmlns:a="http://schemas.openxmlformats.org/drawingml/2006/main">
            <a:off x="7092515" y="2906934"/>
            <a:ext cx="19660" cy="4066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14" name="nature-spatial-mechanism-v2-107-start-11">
            <a:extLst xmlns:a="http://schemas.openxmlformats.org/drawingml/2006/main">
              <a:ext uri="{FF2B5EF4-FFF2-40B4-BE49-F238E27FC236}">
                <a16:creationId xmlns:a16="http://schemas.microsoft.com/office/drawing/2014/main" id="{BE423F1D-DB1F-4CC2-B4FF-992A1D0A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127" y="29475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5" name="nature-spatial-mechanism-v2-107-end-11">
            <a:extLst xmlns:a="http://schemas.openxmlformats.org/drawingml/2006/main">
              <a:ext uri="{FF2B5EF4-FFF2-40B4-BE49-F238E27FC236}">
                <a16:creationId xmlns:a16="http://schemas.microsoft.com/office/drawing/2014/main" id="{0EC1FC4F-A097-4641-9E48-391469BA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787" y="2984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5" name=""/>
          <p:cNvCxnSpPr>
            <a:stCxn xmlns:a="http://schemas.openxmlformats.org/drawingml/2006/main" id="314" idx="2"/>
            <a:endCxn xmlns:a="http://schemas.openxmlformats.org/drawingml/2006/main" id="315" idx="0"/>
          </p:cNvCxnSpPr>
          <p:nvPr/>
        </p:nvCxnSpPr>
        <p:spPr>
          <a:xfrm xmlns:a="http://schemas.openxmlformats.org/drawingml/2006/main">
            <a:off x="7112175" y="2947692"/>
            <a:ext cx="19660" cy="367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17" name="nature-spatial-mechanism-v2-107-start-12">
            <a:extLst xmlns:a="http://schemas.openxmlformats.org/drawingml/2006/main">
              <a:ext uri="{FF2B5EF4-FFF2-40B4-BE49-F238E27FC236}">
                <a16:creationId xmlns:a16="http://schemas.microsoft.com/office/drawing/2014/main" id="{BC84A341-5C47-4576-B926-BB8F91E3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787" y="2984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8" name="nature-spatial-mechanism-v2-107-end-12">
            <a:extLst xmlns:a="http://schemas.openxmlformats.org/drawingml/2006/main">
              <a:ext uri="{FF2B5EF4-FFF2-40B4-BE49-F238E27FC236}">
                <a16:creationId xmlns:a16="http://schemas.microsoft.com/office/drawing/2014/main" id="{8B48675D-A3D1-427F-93D7-BB974DA4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446" y="30100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8" name=""/>
          <p:cNvCxnSpPr>
            <a:stCxn xmlns:a="http://schemas.openxmlformats.org/drawingml/2006/main" id="317" idx="2"/>
            <a:endCxn xmlns:a="http://schemas.openxmlformats.org/drawingml/2006/main" id="318" idx="0"/>
          </p:cNvCxnSpPr>
          <p:nvPr/>
        </p:nvCxnSpPr>
        <p:spPr>
          <a:xfrm xmlns:a="http://schemas.openxmlformats.org/drawingml/2006/main">
            <a:off x="7131835" y="2984537"/>
            <a:ext cx="19659" cy="25502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20" name="nature-spatial-mechanism-v2-107-start-13">
            <a:extLst xmlns:a="http://schemas.openxmlformats.org/drawingml/2006/main">
              <a:ext uri="{FF2B5EF4-FFF2-40B4-BE49-F238E27FC236}">
                <a16:creationId xmlns:a16="http://schemas.microsoft.com/office/drawing/2014/main" id="{FA574A01-30D9-4FA6-8F43-2115D453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446" y="30100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1" name="nature-spatial-mechanism-v2-107-end-13">
            <a:extLst xmlns:a="http://schemas.openxmlformats.org/drawingml/2006/main">
              <a:ext uri="{FF2B5EF4-FFF2-40B4-BE49-F238E27FC236}">
                <a16:creationId xmlns:a16="http://schemas.microsoft.com/office/drawing/2014/main" id="{6FEF5F2D-6D9F-4119-9C3D-960A1C7E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106" y="30192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1" name=""/>
          <p:cNvCxnSpPr>
            <a:stCxn xmlns:a="http://schemas.openxmlformats.org/drawingml/2006/main" id="320" idx="3"/>
            <a:endCxn xmlns:a="http://schemas.openxmlformats.org/drawingml/2006/main" id="321" idx="1"/>
          </p:cNvCxnSpPr>
          <p:nvPr/>
        </p:nvCxnSpPr>
        <p:spPr>
          <a:xfrm xmlns:a="http://schemas.openxmlformats.org/drawingml/2006/main">
            <a:off x="7151541" y="3010087"/>
            <a:ext cx="19565" cy="9252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23" name="nature-spatial-mechanism-v2-107-start-14">
            <a:extLst xmlns:a="http://schemas.openxmlformats.org/drawingml/2006/main">
              <a:ext uri="{FF2B5EF4-FFF2-40B4-BE49-F238E27FC236}">
                <a16:creationId xmlns:a16="http://schemas.microsoft.com/office/drawing/2014/main" id="{DB2679E9-7F81-4F72-A85D-E2926D58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106" y="30192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4" name="nature-spatial-mechanism-v2-107-end-14">
            <a:extLst xmlns:a="http://schemas.openxmlformats.org/drawingml/2006/main">
              <a:ext uri="{FF2B5EF4-FFF2-40B4-BE49-F238E27FC236}">
                <a16:creationId xmlns:a16="http://schemas.microsoft.com/office/drawing/2014/main" id="{4B4F4A68-7B32-4756-8664-179036B8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765" y="30103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4" name=""/>
          <p:cNvCxnSpPr>
            <a:stCxn xmlns:a="http://schemas.openxmlformats.org/drawingml/2006/main" id="323" idx="3"/>
            <a:endCxn xmlns:a="http://schemas.openxmlformats.org/drawingml/2006/main" id="324" idx="1"/>
          </p:cNvCxnSpPr>
          <p:nvPr/>
        </p:nvCxnSpPr>
        <p:spPr>
          <a:xfrm xmlns:a="http://schemas.openxmlformats.org/drawingml/2006/main" flipV="1">
            <a:off x="7171201" y="3010404"/>
            <a:ext cx="19564" cy="893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26" name="nature-spatial-mechanism-v2-107-start-15">
            <a:extLst xmlns:a="http://schemas.openxmlformats.org/drawingml/2006/main">
              <a:ext uri="{FF2B5EF4-FFF2-40B4-BE49-F238E27FC236}">
                <a16:creationId xmlns:a16="http://schemas.microsoft.com/office/drawing/2014/main" id="{28D48C5A-F954-43E1-ACF0-B330FDBC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765" y="30103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7" name="nature-spatial-mechanism-v2-107-end-15">
            <a:extLst xmlns:a="http://schemas.openxmlformats.org/drawingml/2006/main">
              <a:ext uri="{FF2B5EF4-FFF2-40B4-BE49-F238E27FC236}">
                <a16:creationId xmlns:a16="http://schemas.microsoft.com/office/drawing/2014/main" id="{13794FDF-6A13-4395-BB09-144A2E9E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985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7" name=""/>
          <p:cNvCxnSpPr>
            <a:stCxn xmlns:a="http://schemas.openxmlformats.org/drawingml/2006/main" id="326" idx="0"/>
            <a:endCxn xmlns:a="http://schemas.openxmlformats.org/drawingml/2006/main" id="327" idx="2"/>
          </p:cNvCxnSpPr>
          <p:nvPr/>
        </p:nvCxnSpPr>
        <p:spPr>
          <a:xfrm xmlns:a="http://schemas.openxmlformats.org/drawingml/2006/main" flipV="1">
            <a:off x="7190813" y="2985107"/>
            <a:ext cx="19660" cy="25249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29" name="nature-spatial-mechanism-v2-107-start-16">
            <a:extLst xmlns:a="http://schemas.openxmlformats.org/drawingml/2006/main">
              <a:ext uri="{FF2B5EF4-FFF2-40B4-BE49-F238E27FC236}">
                <a16:creationId xmlns:a16="http://schemas.microsoft.com/office/drawing/2014/main" id="{179EA6D7-C907-40D5-8AAA-6DAA4817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985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0" name="nature-spatial-mechanism-v2-107-end-16">
            <a:extLst xmlns:a="http://schemas.openxmlformats.org/drawingml/2006/main">
              <a:ext uri="{FF2B5EF4-FFF2-40B4-BE49-F238E27FC236}">
                <a16:creationId xmlns:a16="http://schemas.microsoft.com/office/drawing/2014/main" id="{482FD85F-EFBE-4EBB-85D6-AB1A0D19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085" y="29483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0" name=""/>
          <p:cNvCxnSpPr>
            <a:stCxn xmlns:a="http://schemas.openxmlformats.org/drawingml/2006/main" id="329" idx="0"/>
            <a:endCxn xmlns:a="http://schemas.openxmlformats.org/drawingml/2006/main" id="330" idx="2"/>
          </p:cNvCxnSpPr>
          <p:nvPr/>
        </p:nvCxnSpPr>
        <p:spPr>
          <a:xfrm xmlns:a="http://schemas.openxmlformats.org/drawingml/2006/main" flipV="1">
            <a:off x="7210473" y="2948402"/>
            <a:ext cx="19660" cy="3661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32" name="nature-spatial-mechanism-v2-107-start-17">
            <a:extLst xmlns:a="http://schemas.openxmlformats.org/drawingml/2006/main">
              <a:ext uri="{FF2B5EF4-FFF2-40B4-BE49-F238E27FC236}">
                <a16:creationId xmlns:a16="http://schemas.microsoft.com/office/drawing/2014/main" id="{1A0F6EB8-6679-4F1C-A2FD-C1DEFEFD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085" y="29483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3" name="nature-spatial-mechanism-v2-107-end-17">
            <a:extLst xmlns:a="http://schemas.openxmlformats.org/drawingml/2006/main">
              <a:ext uri="{FF2B5EF4-FFF2-40B4-BE49-F238E27FC236}">
                <a16:creationId xmlns:a16="http://schemas.microsoft.com/office/drawing/2014/main" id="{49339D05-484A-46A9-B9DF-1D5B0A2C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744" y="29075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3" name=""/>
          <p:cNvCxnSpPr>
            <a:stCxn xmlns:a="http://schemas.openxmlformats.org/drawingml/2006/main" id="332" idx="0"/>
            <a:endCxn xmlns:a="http://schemas.openxmlformats.org/drawingml/2006/main" id="333" idx="2"/>
          </p:cNvCxnSpPr>
          <p:nvPr/>
        </p:nvCxnSpPr>
        <p:spPr>
          <a:xfrm xmlns:a="http://schemas.openxmlformats.org/drawingml/2006/main" flipV="1">
            <a:off x="7230133" y="2907643"/>
            <a:ext cx="19659" cy="4066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35" name="nature-spatial-mechanism-v2-107-start-18">
            <a:extLst xmlns:a="http://schemas.openxmlformats.org/drawingml/2006/main">
              <a:ext uri="{FF2B5EF4-FFF2-40B4-BE49-F238E27FC236}">
                <a16:creationId xmlns:a16="http://schemas.microsoft.com/office/drawing/2014/main" id="{8B37BA99-1C69-4B00-B1CF-920B6B9C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744" y="29075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6" name="nature-spatial-mechanism-v2-107-end-18">
            <a:extLst xmlns:a="http://schemas.openxmlformats.org/drawingml/2006/main">
              <a:ext uri="{FF2B5EF4-FFF2-40B4-BE49-F238E27FC236}">
                <a16:creationId xmlns:a16="http://schemas.microsoft.com/office/drawing/2014/main" id="{89E678C6-DA5A-4431-934C-D1F5E9C4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04" y="2870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6" name=""/>
          <p:cNvCxnSpPr>
            <a:stCxn xmlns:a="http://schemas.openxmlformats.org/drawingml/2006/main" id="335" idx="0"/>
            <a:endCxn xmlns:a="http://schemas.openxmlformats.org/drawingml/2006/main" id="336" idx="2"/>
          </p:cNvCxnSpPr>
          <p:nvPr/>
        </p:nvCxnSpPr>
        <p:spPr>
          <a:xfrm xmlns:a="http://schemas.openxmlformats.org/drawingml/2006/main" flipV="1">
            <a:off x="7249792" y="2870945"/>
            <a:ext cx="19660" cy="3660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38" name="nature-spatial-mechanism-v2-107-start-19">
            <a:extLst xmlns:a="http://schemas.openxmlformats.org/drawingml/2006/main">
              <a:ext uri="{FF2B5EF4-FFF2-40B4-BE49-F238E27FC236}">
                <a16:creationId xmlns:a16="http://schemas.microsoft.com/office/drawing/2014/main" id="{EDB5F414-A00F-4550-8C4A-00FC8CC9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04" y="2870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9" name="nature-spatial-mechanism-v2-107-end-19">
            <a:extLst xmlns:a="http://schemas.openxmlformats.org/drawingml/2006/main">
              <a:ext uri="{FF2B5EF4-FFF2-40B4-BE49-F238E27FC236}">
                <a16:creationId xmlns:a16="http://schemas.microsoft.com/office/drawing/2014/main" id="{35A0A51A-39D7-452B-9B85-DA7027A8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063" y="28455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9" name=""/>
          <p:cNvCxnSpPr>
            <a:stCxn xmlns:a="http://schemas.openxmlformats.org/drawingml/2006/main" id="338" idx="0"/>
            <a:endCxn xmlns:a="http://schemas.openxmlformats.org/drawingml/2006/main" id="339" idx="2"/>
          </p:cNvCxnSpPr>
          <p:nvPr/>
        </p:nvCxnSpPr>
        <p:spPr>
          <a:xfrm xmlns:a="http://schemas.openxmlformats.org/drawingml/2006/main" flipV="1">
            <a:off x="7269452" y="2845616"/>
            <a:ext cx="19659" cy="25234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41" name="nature-spatial-mechanism-v2-107-start-20">
            <a:extLst xmlns:a="http://schemas.openxmlformats.org/drawingml/2006/main">
              <a:ext uri="{FF2B5EF4-FFF2-40B4-BE49-F238E27FC236}">
                <a16:creationId xmlns:a16="http://schemas.microsoft.com/office/drawing/2014/main" id="{767300A0-DFBE-4F2C-8C59-9651C379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063" y="28455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2" name="nature-spatial-mechanism-v2-107-end-20">
            <a:extLst xmlns:a="http://schemas.openxmlformats.org/drawingml/2006/main">
              <a:ext uri="{FF2B5EF4-FFF2-40B4-BE49-F238E27FC236}">
                <a16:creationId xmlns:a16="http://schemas.microsoft.com/office/drawing/2014/main" id="{9E411825-3B97-476C-BE27-4C6139F7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723" y="28366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2" name=""/>
          <p:cNvCxnSpPr>
            <a:stCxn xmlns:a="http://schemas.openxmlformats.org/drawingml/2006/main" id="341" idx="3"/>
            <a:endCxn xmlns:a="http://schemas.openxmlformats.org/drawingml/2006/main" id="342" idx="1"/>
          </p:cNvCxnSpPr>
          <p:nvPr/>
        </p:nvCxnSpPr>
        <p:spPr>
          <a:xfrm xmlns:a="http://schemas.openxmlformats.org/drawingml/2006/main" flipV="1">
            <a:off x="7289158" y="2836651"/>
            <a:ext cx="19565" cy="891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44" name="nature-spatial-mechanism-v2-107-start-21">
            <a:extLst xmlns:a="http://schemas.openxmlformats.org/drawingml/2006/main">
              <a:ext uri="{FF2B5EF4-FFF2-40B4-BE49-F238E27FC236}">
                <a16:creationId xmlns:a16="http://schemas.microsoft.com/office/drawing/2014/main" id="{AE7D4E85-2CF5-49CE-A849-8E5DB181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723" y="28366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5" name="nature-spatial-mechanism-v2-107-end-21">
            <a:extLst xmlns:a="http://schemas.openxmlformats.org/drawingml/2006/main">
              <a:ext uri="{FF2B5EF4-FFF2-40B4-BE49-F238E27FC236}">
                <a16:creationId xmlns:a16="http://schemas.microsoft.com/office/drawing/2014/main" id="{CA889A5E-DF04-43B9-A84B-B74E5D10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383" y="2845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5" name=""/>
          <p:cNvCxnSpPr>
            <a:stCxn xmlns:a="http://schemas.openxmlformats.org/drawingml/2006/main" id="344" idx="3"/>
            <a:endCxn xmlns:a="http://schemas.openxmlformats.org/drawingml/2006/main" id="345" idx="1"/>
          </p:cNvCxnSpPr>
          <p:nvPr/>
        </p:nvCxnSpPr>
        <p:spPr>
          <a:xfrm xmlns:a="http://schemas.openxmlformats.org/drawingml/2006/main">
            <a:off x="7308818" y="2836651"/>
            <a:ext cx="19565" cy="9269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47" name="nature-spatial-mechanism-v2-107-start-22">
            <a:extLst xmlns:a="http://schemas.openxmlformats.org/drawingml/2006/main">
              <a:ext uri="{FF2B5EF4-FFF2-40B4-BE49-F238E27FC236}">
                <a16:creationId xmlns:a16="http://schemas.microsoft.com/office/drawing/2014/main" id="{5934C826-C1D1-4CA1-A456-3D9F4B17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383" y="2845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8" name="nature-spatial-mechanism-v2-107-end-22">
            <a:extLst xmlns:a="http://schemas.openxmlformats.org/drawingml/2006/main">
              <a:ext uri="{FF2B5EF4-FFF2-40B4-BE49-F238E27FC236}">
                <a16:creationId xmlns:a16="http://schemas.microsoft.com/office/drawing/2014/main" id="{30589E02-3ECE-49C3-8190-8462F2EA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042" y="28714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8" name=""/>
          <p:cNvCxnSpPr>
            <a:stCxn xmlns:a="http://schemas.openxmlformats.org/drawingml/2006/main" id="347" idx="2"/>
            <a:endCxn xmlns:a="http://schemas.openxmlformats.org/drawingml/2006/main" id="348" idx="0"/>
          </p:cNvCxnSpPr>
          <p:nvPr/>
        </p:nvCxnSpPr>
        <p:spPr>
          <a:xfrm xmlns:a="http://schemas.openxmlformats.org/drawingml/2006/main">
            <a:off x="7328430" y="2845967"/>
            <a:ext cx="19659" cy="25516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50" name="nature-spatial-mechanism-v2-107-start-23">
            <a:extLst xmlns:a="http://schemas.openxmlformats.org/drawingml/2006/main">
              <a:ext uri="{FF2B5EF4-FFF2-40B4-BE49-F238E27FC236}">
                <a16:creationId xmlns:a16="http://schemas.microsoft.com/office/drawing/2014/main" id="{FEB8AAEE-E887-4006-84D0-FC4AFDCA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042" y="28714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1" name="nature-spatial-mechanism-v2-107-end-23">
            <a:extLst xmlns:a="http://schemas.openxmlformats.org/drawingml/2006/main">
              <a:ext uri="{FF2B5EF4-FFF2-40B4-BE49-F238E27FC236}">
                <a16:creationId xmlns:a16="http://schemas.microsoft.com/office/drawing/2014/main" id="{C8FE3EE0-A2A8-48F5-A05C-20272120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702" y="29083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1" name=""/>
          <p:cNvCxnSpPr>
            <a:stCxn xmlns:a="http://schemas.openxmlformats.org/drawingml/2006/main" id="350" idx="2"/>
            <a:endCxn xmlns:a="http://schemas.openxmlformats.org/drawingml/2006/main" id="351" idx="0"/>
          </p:cNvCxnSpPr>
          <p:nvPr/>
        </p:nvCxnSpPr>
        <p:spPr>
          <a:xfrm xmlns:a="http://schemas.openxmlformats.org/drawingml/2006/main">
            <a:off x="7348090" y="2871578"/>
            <a:ext cx="19660" cy="36758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53" name="nature-spatial-mechanism-v2-107-start-24">
            <a:extLst xmlns:a="http://schemas.openxmlformats.org/drawingml/2006/main">
              <a:ext uri="{FF2B5EF4-FFF2-40B4-BE49-F238E27FC236}">
                <a16:creationId xmlns:a16="http://schemas.microsoft.com/office/drawing/2014/main" id="{791AC151-5024-46DF-851A-FB301423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702" y="29083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4" name="nature-spatial-mechanism-v2-107-end-24">
            <a:extLst xmlns:a="http://schemas.openxmlformats.org/drawingml/2006/main">
              <a:ext uri="{FF2B5EF4-FFF2-40B4-BE49-F238E27FC236}">
                <a16:creationId xmlns:a16="http://schemas.microsoft.com/office/drawing/2014/main" id="{52746CA7-7DFD-4D19-864C-6B66CE27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361" y="29490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4" name=""/>
          <p:cNvCxnSpPr>
            <a:stCxn xmlns:a="http://schemas.openxmlformats.org/drawingml/2006/main" id="353" idx="2"/>
            <a:endCxn xmlns:a="http://schemas.openxmlformats.org/drawingml/2006/main" id="354" idx="0"/>
          </p:cNvCxnSpPr>
          <p:nvPr/>
        </p:nvCxnSpPr>
        <p:spPr>
          <a:xfrm xmlns:a="http://schemas.openxmlformats.org/drawingml/2006/main">
            <a:off x="7367749" y="2908431"/>
            <a:ext cx="19659" cy="4066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56" name="nature-spatial-mechanism-v2-107-start-25">
            <a:extLst xmlns:a="http://schemas.openxmlformats.org/drawingml/2006/main">
              <a:ext uri="{FF2B5EF4-FFF2-40B4-BE49-F238E27FC236}">
                <a16:creationId xmlns:a16="http://schemas.microsoft.com/office/drawing/2014/main" id="{9B91E609-3272-4343-A85D-0FE46AFE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361" y="29490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7" name="nature-spatial-mechanism-v2-107-end-25">
            <a:extLst xmlns:a="http://schemas.openxmlformats.org/drawingml/2006/main">
              <a:ext uri="{FF2B5EF4-FFF2-40B4-BE49-F238E27FC236}">
                <a16:creationId xmlns:a16="http://schemas.microsoft.com/office/drawing/2014/main" id="{18C1ECBA-96F6-47EC-82CC-737001DE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021" y="29856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7" name=""/>
          <p:cNvCxnSpPr>
            <a:stCxn xmlns:a="http://schemas.openxmlformats.org/drawingml/2006/main" id="356" idx="2"/>
            <a:endCxn xmlns:a="http://schemas.openxmlformats.org/drawingml/2006/main" id="357" idx="0"/>
          </p:cNvCxnSpPr>
          <p:nvPr/>
        </p:nvCxnSpPr>
        <p:spPr>
          <a:xfrm xmlns:a="http://schemas.openxmlformats.org/drawingml/2006/main">
            <a:off x="7387409" y="2949189"/>
            <a:ext cx="19660" cy="36452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59" name="nature-spatial-mechanism-v2-107-start-26">
            <a:extLst xmlns:a="http://schemas.openxmlformats.org/drawingml/2006/main">
              <a:ext uri="{FF2B5EF4-FFF2-40B4-BE49-F238E27FC236}">
                <a16:creationId xmlns:a16="http://schemas.microsoft.com/office/drawing/2014/main" id="{7A38DB71-1978-487D-A657-284DB615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021" y="29856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0" name="nature-spatial-mechanism-v2-107-end-26">
            <a:extLst xmlns:a="http://schemas.openxmlformats.org/drawingml/2006/main">
              <a:ext uri="{FF2B5EF4-FFF2-40B4-BE49-F238E27FC236}">
                <a16:creationId xmlns:a16="http://schemas.microsoft.com/office/drawing/2014/main" id="{58259D78-F47F-4B0C-9FD6-2859ECDF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681" y="30107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0" name=""/>
          <p:cNvCxnSpPr>
            <a:stCxn xmlns:a="http://schemas.openxmlformats.org/drawingml/2006/main" id="359" idx="2"/>
            <a:endCxn xmlns:a="http://schemas.openxmlformats.org/drawingml/2006/main" id="360" idx="0"/>
          </p:cNvCxnSpPr>
          <p:nvPr/>
        </p:nvCxnSpPr>
        <p:spPr>
          <a:xfrm xmlns:a="http://schemas.openxmlformats.org/drawingml/2006/main">
            <a:off x="7407068" y="2985736"/>
            <a:ext cx="19660" cy="2496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62" name="nature-spatial-mechanism-v2-107-start-27">
            <a:extLst xmlns:a="http://schemas.openxmlformats.org/drawingml/2006/main">
              <a:ext uri="{FF2B5EF4-FFF2-40B4-BE49-F238E27FC236}">
                <a16:creationId xmlns:a16="http://schemas.microsoft.com/office/drawing/2014/main" id="{CC7B8FBA-ED61-49B0-86AA-50344791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681" y="30107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3" name="nature-spatial-mechanism-v2-107-end-27">
            <a:extLst xmlns:a="http://schemas.openxmlformats.org/drawingml/2006/main">
              <a:ext uri="{FF2B5EF4-FFF2-40B4-BE49-F238E27FC236}">
                <a16:creationId xmlns:a16="http://schemas.microsoft.com/office/drawing/2014/main" id="{686807C3-B283-45E1-9AC1-3F0F2559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340" y="30192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3" name=""/>
          <p:cNvCxnSpPr>
            <a:stCxn xmlns:a="http://schemas.openxmlformats.org/drawingml/2006/main" id="362" idx="3"/>
            <a:endCxn xmlns:a="http://schemas.openxmlformats.org/drawingml/2006/main" id="363" idx="1"/>
          </p:cNvCxnSpPr>
          <p:nvPr/>
        </p:nvCxnSpPr>
        <p:spPr>
          <a:xfrm xmlns:a="http://schemas.openxmlformats.org/drawingml/2006/main">
            <a:off x="7426776" y="3010749"/>
            <a:ext cx="19564" cy="858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65" name="nature-spatial-mechanism-v2-107-start-28">
            <a:extLst xmlns:a="http://schemas.openxmlformats.org/drawingml/2006/main">
              <a:ext uri="{FF2B5EF4-FFF2-40B4-BE49-F238E27FC236}">
                <a16:creationId xmlns:a16="http://schemas.microsoft.com/office/drawing/2014/main" id="{98CA6C04-77A4-4097-84A9-9A9899F4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340" y="30192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6" name="nature-spatial-mechanism-v2-107-end-28">
            <a:extLst xmlns:a="http://schemas.openxmlformats.org/drawingml/2006/main">
              <a:ext uri="{FF2B5EF4-FFF2-40B4-BE49-F238E27FC236}">
                <a16:creationId xmlns:a16="http://schemas.microsoft.com/office/drawing/2014/main" id="{D63B7F39-B8F0-4538-A924-F7443B14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000" y="30096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6" name=""/>
          <p:cNvCxnSpPr>
            <a:stCxn xmlns:a="http://schemas.openxmlformats.org/drawingml/2006/main" id="365" idx="3"/>
            <a:endCxn xmlns:a="http://schemas.openxmlformats.org/drawingml/2006/main" id="366" idx="1"/>
          </p:cNvCxnSpPr>
          <p:nvPr/>
        </p:nvCxnSpPr>
        <p:spPr>
          <a:xfrm xmlns:a="http://schemas.openxmlformats.org/drawingml/2006/main" flipV="1">
            <a:off x="7446435" y="3009729"/>
            <a:ext cx="19565" cy="960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68" name="nature-spatial-mechanism-v2-107-start-29">
            <a:extLst xmlns:a="http://schemas.openxmlformats.org/drawingml/2006/main">
              <a:ext uri="{FF2B5EF4-FFF2-40B4-BE49-F238E27FC236}">
                <a16:creationId xmlns:a16="http://schemas.microsoft.com/office/drawing/2014/main" id="{E0C1FADD-8102-4000-A96D-93BA1267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000" y="30096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9" name="nature-spatial-mechanism-v2-107-end-29">
            <a:extLst xmlns:a="http://schemas.openxmlformats.org/drawingml/2006/main">
              <a:ext uri="{FF2B5EF4-FFF2-40B4-BE49-F238E27FC236}">
                <a16:creationId xmlns:a16="http://schemas.microsoft.com/office/drawing/2014/main" id="{9D9223A4-0200-4063-BCD0-AAACB0A8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659" y="29838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9" name=""/>
          <p:cNvCxnSpPr>
            <a:stCxn xmlns:a="http://schemas.openxmlformats.org/drawingml/2006/main" id="368" idx="0"/>
            <a:endCxn xmlns:a="http://schemas.openxmlformats.org/drawingml/2006/main" id="369" idx="2"/>
          </p:cNvCxnSpPr>
          <p:nvPr/>
        </p:nvCxnSpPr>
        <p:spPr>
          <a:xfrm xmlns:a="http://schemas.openxmlformats.org/drawingml/2006/main" flipV="1">
            <a:off x="7466048" y="2983900"/>
            <a:ext cx="19659" cy="25781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9086"/>
            </a:solidFill>
            <a:prstDash val="solid"/>
          </a:ln>
        </p:spPr>
      </p:cxnSp>
      <p:sp>
        <p:nvSpPr>
          <p:cNvPr id="371" name="nature-spatial-mechanism-v2-108-start-1">
            <a:extLst xmlns:a="http://schemas.openxmlformats.org/drawingml/2006/main">
              <a:ext uri="{FF2B5EF4-FFF2-40B4-BE49-F238E27FC236}">
                <a16:creationId xmlns:a16="http://schemas.microsoft.com/office/drawing/2014/main" id="{9A3CF580-5029-48AC-91C8-0FE67741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190" y="37787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2" name="nature-spatial-mechanism-v2-108-end-1">
            <a:extLst xmlns:a="http://schemas.openxmlformats.org/drawingml/2006/main">
              <a:ext uri="{FF2B5EF4-FFF2-40B4-BE49-F238E27FC236}">
                <a16:creationId xmlns:a16="http://schemas.microsoft.com/office/drawing/2014/main" id="{C30C4588-60C6-4BC9-AFD7-67555B70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626" y="36952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2" name=""/>
          <p:cNvCxnSpPr>
            <a:stCxn xmlns:a="http://schemas.openxmlformats.org/drawingml/2006/main" id="371" idx="0"/>
            <a:endCxn xmlns:a="http://schemas.openxmlformats.org/drawingml/2006/main" id="372" idx="2"/>
          </p:cNvCxnSpPr>
          <p:nvPr/>
        </p:nvCxnSpPr>
        <p:spPr>
          <a:xfrm xmlns:a="http://schemas.openxmlformats.org/drawingml/2006/main" flipV="1">
            <a:off x="6473238" y="3695338"/>
            <a:ext cx="61436" cy="8342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4A9086"/>
            </a:solidFill>
            <a:prstDash val="solid"/>
          </a:ln>
        </p:spPr>
      </p:cxnSp>
      <p:sp>
        <p:nvSpPr>
          <p:cNvPr id="374" name="nature-spatial-mechanism-v2-108-start-2">
            <a:extLst xmlns:a="http://schemas.openxmlformats.org/drawingml/2006/main">
              <a:ext uri="{FF2B5EF4-FFF2-40B4-BE49-F238E27FC236}">
                <a16:creationId xmlns:a16="http://schemas.microsoft.com/office/drawing/2014/main" id="{CA01FEDC-EC6D-42A1-8337-62FDDE3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626" y="36952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5" name="nature-spatial-mechanism-v2-108-end-2">
            <a:extLst xmlns:a="http://schemas.openxmlformats.org/drawingml/2006/main">
              <a:ext uri="{FF2B5EF4-FFF2-40B4-BE49-F238E27FC236}">
                <a16:creationId xmlns:a16="http://schemas.microsoft.com/office/drawing/2014/main" id="{4993F6B8-D3B5-4F1F-95FE-10AB1679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350" y="3810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5" name=""/>
          <p:cNvCxnSpPr>
            <a:stCxn xmlns:a="http://schemas.openxmlformats.org/drawingml/2006/main" id="374" idx="2"/>
            <a:endCxn xmlns:a="http://schemas.openxmlformats.org/drawingml/2006/main" id="375" idx="0"/>
          </p:cNvCxnSpPr>
          <p:nvPr/>
        </p:nvCxnSpPr>
        <p:spPr>
          <a:xfrm xmlns:a="http://schemas.openxmlformats.org/drawingml/2006/main">
            <a:off x="6534673" y="3695338"/>
            <a:ext cx="73724" cy="114738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4A9086"/>
            </a:solidFill>
            <a:prstDash val="solid"/>
          </a:ln>
        </p:spPr>
      </p:cxnSp>
      <p:sp>
        <p:nvSpPr>
          <p:cNvPr id="377" name="nature-spatial-mechanism-v2-109-start-1">
            <a:extLst xmlns:a="http://schemas.openxmlformats.org/drawingml/2006/main">
              <a:ext uri="{FF2B5EF4-FFF2-40B4-BE49-F238E27FC236}">
                <a16:creationId xmlns:a16="http://schemas.microsoft.com/office/drawing/2014/main" id="{F3D89481-66F7-4B94-BB2C-9C46DC35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371" y="37135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8" name="nature-spatial-mechanism-v2-109-end-1">
            <a:extLst xmlns:a="http://schemas.openxmlformats.org/drawingml/2006/main">
              <a:ext uri="{FF2B5EF4-FFF2-40B4-BE49-F238E27FC236}">
                <a16:creationId xmlns:a16="http://schemas.microsoft.com/office/drawing/2014/main" id="{D0FDF127-74D3-4ECD-A58C-8A62CF43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808" y="36299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8" name=""/>
          <p:cNvCxnSpPr>
            <a:stCxn xmlns:a="http://schemas.openxmlformats.org/drawingml/2006/main" id="377" idx="0"/>
            <a:endCxn xmlns:a="http://schemas.openxmlformats.org/drawingml/2006/main" id="378" idx="2"/>
          </p:cNvCxnSpPr>
          <p:nvPr/>
        </p:nvCxnSpPr>
        <p:spPr>
          <a:xfrm xmlns:a="http://schemas.openxmlformats.org/drawingml/2006/main" flipV="1">
            <a:off x="6780419" y="3630092"/>
            <a:ext cx="61437" cy="8342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4A9086"/>
            </a:solidFill>
            <a:prstDash val="solid"/>
          </a:ln>
        </p:spPr>
      </p:cxnSp>
      <p:sp>
        <p:nvSpPr>
          <p:cNvPr id="380" name="nature-spatial-mechanism-v2-109-start-2">
            <a:extLst xmlns:a="http://schemas.openxmlformats.org/drawingml/2006/main">
              <a:ext uri="{FF2B5EF4-FFF2-40B4-BE49-F238E27FC236}">
                <a16:creationId xmlns:a16="http://schemas.microsoft.com/office/drawing/2014/main" id="{91F8FDDA-31FB-4C98-9355-6FFDDB0C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808" y="36299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1" name="nature-spatial-mechanism-v2-109-end-2">
            <a:extLst xmlns:a="http://schemas.openxmlformats.org/drawingml/2006/main">
              <a:ext uri="{FF2B5EF4-FFF2-40B4-BE49-F238E27FC236}">
                <a16:creationId xmlns:a16="http://schemas.microsoft.com/office/drawing/2014/main" id="{755FFF8F-753F-4852-A57E-4857D5A9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531" y="3744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1" name=""/>
          <p:cNvCxnSpPr>
            <a:stCxn xmlns:a="http://schemas.openxmlformats.org/drawingml/2006/main" id="380" idx="2"/>
            <a:endCxn xmlns:a="http://schemas.openxmlformats.org/drawingml/2006/main" id="381" idx="0"/>
          </p:cNvCxnSpPr>
          <p:nvPr/>
        </p:nvCxnSpPr>
        <p:spPr>
          <a:xfrm xmlns:a="http://schemas.openxmlformats.org/drawingml/2006/main">
            <a:off x="6841856" y="3630092"/>
            <a:ext cx="73723" cy="114738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4A9086"/>
            </a:solidFill>
            <a:prstDash val="solid"/>
          </a:ln>
        </p:spPr>
      </p:cxnSp>
      <p:sp>
        <p:nvSpPr>
          <p:cNvPr id="383" name="nature-spatial-mechanism-v2-110-start-1">
            <a:extLst xmlns:a="http://schemas.openxmlformats.org/drawingml/2006/main">
              <a:ext uri="{FF2B5EF4-FFF2-40B4-BE49-F238E27FC236}">
                <a16:creationId xmlns:a16="http://schemas.microsoft.com/office/drawing/2014/main" id="{80534C35-D039-48EE-BE23-467D6FB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553" y="37787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4" name="nature-spatial-mechanism-v2-110-end-1">
            <a:extLst xmlns:a="http://schemas.openxmlformats.org/drawingml/2006/main">
              <a:ext uri="{FF2B5EF4-FFF2-40B4-BE49-F238E27FC236}">
                <a16:creationId xmlns:a16="http://schemas.microsoft.com/office/drawing/2014/main" id="{4EC0830D-4CE3-4351-BAAA-7318AD0C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989" y="36952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4" name=""/>
          <p:cNvCxnSpPr>
            <a:stCxn xmlns:a="http://schemas.openxmlformats.org/drawingml/2006/main" id="383" idx="0"/>
            <a:endCxn xmlns:a="http://schemas.openxmlformats.org/drawingml/2006/main" id="384" idx="2"/>
          </p:cNvCxnSpPr>
          <p:nvPr/>
        </p:nvCxnSpPr>
        <p:spPr>
          <a:xfrm xmlns:a="http://schemas.openxmlformats.org/drawingml/2006/main" flipV="1">
            <a:off x="7087601" y="3695338"/>
            <a:ext cx="61436" cy="8342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4A9086"/>
            </a:solidFill>
            <a:prstDash val="solid"/>
          </a:ln>
        </p:spPr>
      </p:cxnSp>
      <p:sp>
        <p:nvSpPr>
          <p:cNvPr id="386" name="nature-spatial-mechanism-v2-110-start-2">
            <a:extLst xmlns:a="http://schemas.openxmlformats.org/drawingml/2006/main">
              <a:ext uri="{FF2B5EF4-FFF2-40B4-BE49-F238E27FC236}">
                <a16:creationId xmlns:a16="http://schemas.microsoft.com/office/drawing/2014/main" id="{FD95CD5B-22DB-4A19-B5E6-4CA8309A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989" y="36952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7" name="nature-spatial-mechanism-v2-110-end-2">
            <a:extLst xmlns:a="http://schemas.openxmlformats.org/drawingml/2006/main">
              <a:ext uri="{FF2B5EF4-FFF2-40B4-BE49-F238E27FC236}">
                <a16:creationId xmlns:a16="http://schemas.microsoft.com/office/drawing/2014/main" id="{AFB07190-16BF-4DDA-BE85-8A512BB6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712" y="3810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7" name=""/>
          <p:cNvCxnSpPr>
            <a:stCxn xmlns:a="http://schemas.openxmlformats.org/drawingml/2006/main" id="386" idx="2"/>
            <a:endCxn xmlns:a="http://schemas.openxmlformats.org/drawingml/2006/main" id="387" idx="0"/>
          </p:cNvCxnSpPr>
          <p:nvPr/>
        </p:nvCxnSpPr>
        <p:spPr>
          <a:xfrm xmlns:a="http://schemas.openxmlformats.org/drawingml/2006/main">
            <a:off x="7149037" y="3695338"/>
            <a:ext cx="73723" cy="114738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4A9086"/>
            </a:solidFill>
            <a:prstDash val="solid"/>
          </a:ln>
        </p:spPr>
      </p:cxnSp>
      <p:sp>
        <p:nvSpPr>
          <p:cNvPr id="389" name="nature-spatial-mechanism-v2-111-start-1">
            <a:extLst xmlns:a="http://schemas.openxmlformats.org/drawingml/2006/main">
              <a:ext uri="{FF2B5EF4-FFF2-40B4-BE49-F238E27FC236}">
                <a16:creationId xmlns:a16="http://schemas.microsoft.com/office/drawing/2014/main" id="{4961B579-1E4C-4C37-8B6D-FAA4DC34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734" y="37135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0" name="nature-spatial-mechanism-v2-111-end-1">
            <a:extLst xmlns:a="http://schemas.openxmlformats.org/drawingml/2006/main">
              <a:ext uri="{FF2B5EF4-FFF2-40B4-BE49-F238E27FC236}">
                <a16:creationId xmlns:a16="http://schemas.microsoft.com/office/drawing/2014/main" id="{2187DC49-D884-4833-9B3F-AA641AB8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36299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0" name=""/>
          <p:cNvCxnSpPr>
            <a:stCxn xmlns:a="http://schemas.openxmlformats.org/drawingml/2006/main" id="389" idx="0"/>
            <a:endCxn xmlns:a="http://schemas.openxmlformats.org/drawingml/2006/main" id="390" idx="2"/>
          </p:cNvCxnSpPr>
          <p:nvPr/>
        </p:nvCxnSpPr>
        <p:spPr>
          <a:xfrm xmlns:a="http://schemas.openxmlformats.org/drawingml/2006/main" flipV="1">
            <a:off x="7394781" y="3630092"/>
            <a:ext cx="61436" cy="8342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4A9086"/>
            </a:solidFill>
            <a:prstDash val="solid"/>
          </a:ln>
        </p:spPr>
      </p:cxnSp>
      <p:sp>
        <p:nvSpPr>
          <p:cNvPr id="392" name="nature-spatial-mechanism-v2-111-start-2">
            <a:extLst xmlns:a="http://schemas.openxmlformats.org/drawingml/2006/main">
              <a:ext uri="{FF2B5EF4-FFF2-40B4-BE49-F238E27FC236}">
                <a16:creationId xmlns:a16="http://schemas.microsoft.com/office/drawing/2014/main" id="{FFA67A98-B647-46A5-BE1E-8C08E849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36299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3" name="nature-spatial-mechanism-v2-111-end-2">
            <a:extLst xmlns:a="http://schemas.openxmlformats.org/drawingml/2006/main">
              <a:ext uri="{FF2B5EF4-FFF2-40B4-BE49-F238E27FC236}">
                <a16:creationId xmlns:a16="http://schemas.microsoft.com/office/drawing/2014/main" id="{C0DBD8D5-A5C5-43B3-B6FA-A4675FB0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894" y="3744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3" name=""/>
          <p:cNvCxnSpPr>
            <a:stCxn xmlns:a="http://schemas.openxmlformats.org/drawingml/2006/main" id="392" idx="2"/>
            <a:endCxn xmlns:a="http://schemas.openxmlformats.org/drawingml/2006/main" id="393" idx="0"/>
          </p:cNvCxnSpPr>
          <p:nvPr/>
        </p:nvCxnSpPr>
        <p:spPr>
          <a:xfrm xmlns:a="http://schemas.openxmlformats.org/drawingml/2006/main">
            <a:off x="7456218" y="3630092"/>
            <a:ext cx="73724" cy="114738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4A9086"/>
            </a:solidFill>
            <a:prstDash val="solid"/>
          </a:ln>
        </p:spPr>
      </p:cxnSp>
      <p:sp>
        <p:nvSpPr>
          <p:cNvPr id="395" name="nature-spatial-mechanism-v2-112-start-1">
            <a:extLst xmlns:a="http://schemas.openxmlformats.org/drawingml/2006/main">
              <a:ext uri="{FF2B5EF4-FFF2-40B4-BE49-F238E27FC236}">
                <a16:creationId xmlns:a16="http://schemas.microsoft.com/office/drawing/2014/main" id="{FE84E0DC-6D7E-4061-88A6-E4B3171B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1915" y="37787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6" name="nature-spatial-mechanism-v2-112-end-1">
            <a:extLst xmlns:a="http://schemas.openxmlformats.org/drawingml/2006/main">
              <a:ext uri="{FF2B5EF4-FFF2-40B4-BE49-F238E27FC236}">
                <a16:creationId xmlns:a16="http://schemas.microsoft.com/office/drawing/2014/main" id="{C933067B-0FAC-49A4-BEA0-5759DEB2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351" y="36952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6" name=""/>
          <p:cNvCxnSpPr>
            <a:stCxn xmlns:a="http://schemas.openxmlformats.org/drawingml/2006/main" id="395" idx="0"/>
            <a:endCxn xmlns:a="http://schemas.openxmlformats.org/drawingml/2006/main" id="396" idx="2"/>
          </p:cNvCxnSpPr>
          <p:nvPr/>
        </p:nvCxnSpPr>
        <p:spPr>
          <a:xfrm xmlns:a="http://schemas.openxmlformats.org/drawingml/2006/main" flipV="1">
            <a:off x="7701963" y="3695338"/>
            <a:ext cx="61436" cy="8342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4A9086"/>
            </a:solidFill>
            <a:prstDash val="solid"/>
          </a:ln>
        </p:spPr>
      </p:cxnSp>
      <p:sp>
        <p:nvSpPr>
          <p:cNvPr id="398" name="nature-spatial-mechanism-v2-112-start-2">
            <a:extLst xmlns:a="http://schemas.openxmlformats.org/drawingml/2006/main">
              <a:ext uri="{FF2B5EF4-FFF2-40B4-BE49-F238E27FC236}">
                <a16:creationId xmlns:a16="http://schemas.microsoft.com/office/drawing/2014/main" id="{A7CE8CD8-19F9-48A4-BA17-30DFBC48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351" y="36952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9" name="nature-spatial-mechanism-v2-112-end-2">
            <a:extLst xmlns:a="http://schemas.openxmlformats.org/drawingml/2006/main">
              <a:ext uri="{FF2B5EF4-FFF2-40B4-BE49-F238E27FC236}">
                <a16:creationId xmlns:a16="http://schemas.microsoft.com/office/drawing/2014/main" id="{9CAA914A-AB86-4CF3-B7E2-69ABA31E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075" y="3810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9" name=""/>
          <p:cNvCxnSpPr>
            <a:stCxn xmlns:a="http://schemas.openxmlformats.org/drawingml/2006/main" id="398" idx="2"/>
            <a:endCxn xmlns:a="http://schemas.openxmlformats.org/drawingml/2006/main" id="399" idx="0"/>
          </p:cNvCxnSpPr>
          <p:nvPr/>
        </p:nvCxnSpPr>
        <p:spPr>
          <a:xfrm xmlns:a="http://schemas.openxmlformats.org/drawingml/2006/main">
            <a:off x="7763398" y="3695338"/>
            <a:ext cx="73724" cy="114738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4A9086"/>
            </a:solidFill>
            <a:prstDash val="solid"/>
          </a:ln>
        </p:spPr>
      </p:cxnSp>
      <p:sp>
        <p:nvSpPr>
          <p:cNvPr id="401" name="nature-spatial-mechanism-v2-113">
            <a:extLst xmlns:a="http://schemas.openxmlformats.org/drawingml/2006/main">
              <a:ext uri="{FF2B5EF4-FFF2-40B4-BE49-F238E27FC236}">
                <a16:creationId xmlns:a16="http://schemas.microsoft.com/office/drawing/2014/main" id="{3585322B-D239-49FD-8994-D6FEBBF8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616" y="2238947"/>
            <a:ext cx="41777" cy="417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nature-spatial-mechanism-v2-114">
            <a:extLst xmlns:a="http://schemas.openxmlformats.org/drawingml/2006/main">
              <a:ext uri="{FF2B5EF4-FFF2-40B4-BE49-F238E27FC236}">
                <a16:creationId xmlns:a16="http://schemas.microsoft.com/office/drawing/2014/main" id="{73C6DA29-511C-4795-B40C-AC2321A8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935" y="2304830"/>
            <a:ext cx="41777" cy="417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nature-spatial-mechanism-v2-115">
            <a:extLst xmlns:a="http://schemas.openxmlformats.org/drawingml/2006/main">
              <a:ext uri="{FF2B5EF4-FFF2-40B4-BE49-F238E27FC236}">
                <a16:creationId xmlns:a16="http://schemas.microsoft.com/office/drawing/2014/main" id="{0F66DC6D-D68D-43CE-B28E-8E643034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9255" y="2310140"/>
            <a:ext cx="41777" cy="417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nature-spatial-mechanism-v2-116">
            <a:extLst xmlns:a="http://schemas.openxmlformats.org/drawingml/2006/main">
              <a:ext uri="{FF2B5EF4-FFF2-40B4-BE49-F238E27FC236}">
                <a16:creationId xmlns:a16="http://schemas.microsoft.com/office/drawing/2014/main" id="{7BA4CEF2-245D-4F76-AE78-6FDCDB27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574" y="2249996"/>
            <a:ext cx="41777" cy="417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nature-spatial-mechanism-v2-117">
            <a:extLst xmlns:a="http://schemas.openxmlformats.org/drawingml/2006/main">
              <a:ext uri="{FF2B5EF4-FFF2-40B4-BE49-F238E27FC236}">
                <a16:creationId xmlns:a16="http://schemas.microsoft.com/office/drawing/2014/main" id="{17860579-82FB-42FF-9D39-5887AB22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894" y="2179692"/>
            <a:ext cx="41777" cy="417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nature-spatial-mechanism-v2-118">
            <a:extLst xmlns:a="http://schemas.openxmlformats.org/drawingml/2006/main">
              <a:ext uri="{FF2B5EF4-FFF2-40B4-BE49-F238E27FC236}">
                <a16:creationId xmlns:a16="http://schemas.microsoft.com/office/drawing/2014/main" id="{0513514C-B28F-4A92-9720-A3674173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213" y="2163867"/>
            <a:ext cx="41777" cy="417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nature-spatial-mechanism-v2-119">
            <a:extLst xmlns:a="http://schemas.openxmlformats.org/drawingml/2006/main">
              <a:ext uri="{FF2B5EF4-FFF2-40B4-BE49-F238E27FC236}">
                <a16:creationId xmlns:a16="http://schemas.microsoft.com/office/drawing/2014/main" id="{A5F37321-4844-482F-9DDA-20F6996A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8627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RNA and chromatin</a:t>
            </a:r>
          </a:p>
        </p:txBody>
      </p:sp>
      <p:sp>
        <p:nvSpPr>
          <p:cNvPr id="408" name="nature-spatial-mechanism-v2-120-start-1">
            <a:extLst xmlns:a="http://schemas.openxmlformats.org/drawingml/2006/main">
              <a:ext uri="{FF2B5EF4-FFF2-40B4-BE49-F238E27FC236}">
                <a16:creationId xmlns:a16="http://schemas.microsoft.com/office/drawing/2014/main" id="{DC5CB212-8955-4A2C-B787-B7312C0D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9" name="nature-spatial-mechanism-v2-120-end-1">
            <a:extLst xmlns:a="http://schemas.openxmlformats.org/drawingml/2006/main">
              <a:ext uri="{FF2B5EF4-FFF2-40B4-BE49-F238E27FC236}">
                <a16:creationId xmlns:a16="http://schemas.microsoft.com/office/drawing/2014/main" id="{E779D446-0183-4579-AEC6-54083FCB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9" name=""/>
          <p:cNvCxnSpPr>
            <a:stCxn xmlns:a="http://schemas.openxmlformats.org/drawingml/2006/main" id="408" idx="3"/>
            <a:endCxn xmlns:a="http://schemas.openxmlformats.org/drawingml/2006/main" id="409" idx="1"/>
          </p:cNvCxnSpPr>
          <p:nvPr/>
        </p:nvCxnSpPr>
        <p:spPr>
          <a:xfrm xmlns:a="http://schemas.openxmlformats.org/drawingml/2006/main">
            <a:off x="8534495" y="2800398"/>
            <a:ext cx="3428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3747"/>
            </a:solidFill>
            <a:prstDash val="solid"/>
          </a:ln>
        </p:spPr>
      </p:cxnSp>
      <p:sp>
        <p:nvSpPr>
          <p:cNvPr id="411" name="nature-spatial-mechanism-v2-120-start-2">
            <a:extLst xmlns:a="http://schemas.openxmlformats.org/drawingml/2006/main">
              <a:ext uri="{FF2B5EF4-FFF2-40B4-BE49-F238E27FC236}">
                <a16:creationId xmlns:a16="http://schemas.microsoft.com/office/drawing/2014/main" id="{82A60333-F0B0-444B-8232-AA8A3152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2" name="nature-spatial-mechanism-v2-120-end-2">
            <a:extLst xmlns:a="http://schemas.openxmlformats.org/drawingml/2006/main">
              <a:ext uri="{FF2B5EF4-FFF2-40B4-BE49-F238E27FC236}">
                <a16:creationId xmlns:a16="http://schemas.microsoft.com/office/drawing/2014/main" id="{FE2952BB-019C-484F-AF37-C63C1338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2" name=""/>
          <p:cNvCxnSpPr>
            <a:stCxn xmlns:a="http://schemas.openxmlformats.org/drawingml/2006/main" id="411" idx="0"/>
            <a:endCxn xmlns:a="http://schemas.openxmlformats.org/drawingml/2006/main" id="412" idx="2"/>
          </p:cNvCxnSpPr>
          <p:nvPr/>
        </p:nvCxnSpPr>
        <p:spPr>
          <a:xfrm xmlns:a="http://schemas.openxmlformats.org/drawingml/2006/main" flipV="1">
            <a:off x="8877348" y="2228945"/>
            <a:ext cx="0" cy="5714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3747"/>
            </a:solidFill>
            <a:prstDash val="solid"/>
          </a:ln>
        </p:spPr>
      </p:cxnSp>
      <p:sp>
        <p:nvSpPr>
          <p:cNvPr id="414" name="nature-spatial-mechanism-v2-120-start-3">
            <a:extLst xmlns:a="http://schemas.openxmlformats.org/drawingml/2006/main">
              <a:ext uri="{FF2B5EF4-FFF2-40B4-BE49-F238E27FC236}">
                <a16:creationId xmlns:a16="http://schemas.microsoft.com/office/drawing/2014/main" id="{3591A1B4-74E5-47EF-A48C-CBC3E08D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5" name="nature-spatial-mechanism-v2-120-end-3">
            <a:extLst xmlns:a="http://schemas.openxmlformats.org/drawingml/2006/main">
              <a:ext uri="{FF2B5EF4-FFF2-40B4-BE49-F238E27FC236}">
                <a16:creationId xmlns:a16="http://schemas.microsoft.com/office/drawing/2014/main" id="{23817B05-E41B-465A-9431-9847C976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28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5" name=""/>
          <p:cNvCxnSpPr>
            <a:stCxn xmlns:a="http://schemas.openxmlformats.org/drawingml/2006/main" id="414" idx="3"/>
            <a:endCxn xmlns:a="http://schemas.openxmlformats.org/drawingml/2006/main" id="415" idx="1"/>
          </p:cNvCxnSpPr>
          <p:nvPr/>
        </p:nvCxnSpPr>
        <p:spPr>
          <a:xfrm xmlns:a="http://schemas.openxmlformats.org/drawingml/2006/main">
            <a:off x="8877395" y="2228898"/>
            <a:ext cx="4666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417" name="nature-spatial-mechanism-v2-121-start-1">
            <a:extLst xmlns:a="http://schemas.openxmlformats.org/drawingml/2006/main">
              <a:ext uri="{FF2B5EF4-FFF2-40B4-BE49-F238E27FC236}">
                <a16:creationId xmlns:a16="http://schemas.microsoft.com/office/drawing/2014/main" id="{55C5D389-8F17-4E47-ACAA-8A21046D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62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8" name="nature-spatial-mechanism-v2-121-end-1">
            <a:extLst xmlns:a="http://schemas.openxmlformats.org/drawingml/2006/main">
              <a:ext uri="{FF2B5EF4-FFF2-40B4-BE49-F238E27FC236}">
                <a16:creationId xmlns:a16="http://schemas.microsoft.com/office/drawing/2014/main" id="{D766141E-1059-4CA3-A48C-628365CD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62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8" name=""/>
          <p:cNvCxnSpPr>
            <a:stCxn xmlns:a="http://schemas.openxmlformats.org/drawingml/2006/main" id="417" idx="3"/>
            <a:endCxn xmlns:a="http://schemas.openxmlformats.org/drawingml/2006/main" id="418" idx="1"/>
          </p:cNvCxnSpPr>
          <p:nvPr/>
        </p:nvCxnSpPr>
        <p:spPr>
          <a:xfrm xmlns:a="http://schemas.openxmlformats.org/drawingml/2006/main">
            <a:off x="8534495" y="3362373"/>
            <a:ext cx="3428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3747"/>
            </a:solidFill>
            <a:prstDash val="solid"/>
          </a:ln>
        </p:spPr>
      </p:cxnSp>
      <p:sp>
        <p:nvSpPr>
          <p:cNvPr id="420" name="nature-spatial-mechanism-v2-121-start-2">
            <a:extLst xmlns:a="http://schemas.openxmlformats.org/drawingml/2006/main">
              <a:ext uri="{FF2B5EF4-FFF2-40B4-BE49-F238E27FC236}">
                <a16:creationId xmlns:a16="http://schemas.microsoft.com/office/drawing/2014/main" id="{8A44757D-A2DC-4ADC-B655-EF66812C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62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1" name="nature-spatial-mechanism-v2-121-end-2">
            <a:extLst xmlns:a="http://schemas.openxmlformats.org/drawingml/2006/main">
              <a:ext uri="{FF2B5EF4-FFF2-40B4-BE49-F238E27FC236}">
                <a16:creationId xmlns:a16="http://schemas.microsoft.com/office/drawing/2014/main" id="{4E072B58-3E33-42C8-B470-1935BBD4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43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1" name=""/>
          <p:cNvCxnSpPr>
            <a:stCxn xmlns:a="http://schemas.openxmlformats.org/drawingml/2006/main" id="420" idx="2"/>
            <a:endCxn xmlns:a="http://schemas.openxmlformats.org/drawingml/2006/main" id="421" idx="0"/>
          </p:cNvCxnSpPr>
          <p:nvPr/>
        </p:nvCxnSpPr>
        <p:spPr>
          <a:xfrm xmlns:a="http://schemas.openxmlformats.org/drawingml/2006/main">
            <a:off x="8877348" y="3362420"/>
            <a:ext cx="0" cy="5809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3747"/>
            </a:solidFill>
            <a:prstDash val="solid"/>
          </a:ln>
        </p:spPr>
      </p:cxnSp>
      <p:sp>
        <p:nvSpPr>
          <p:cNvPr id="423" name="nature-spatial-mechanism-v2-121-start-3">
            <a:extLst xmlns:a="http://schemas.openxmlformats.org/drawingml/2006/main">
              <a:ext uri="{FF2B5EF4-FFF2-40B4-BE49-F238E27FC236}">
                <a16:creationId xmlns:a16="http://schemas.microsoft.com/office/drawing/2014/main" id="{5BB6A404-C45C-48D5-9408-9886AEF6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43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4" name="nature-spatial-mechanism-v2-121-end-3">
            <a:extLst xmlns:a="http://schemas.openxmlformats.org/drawingml/2006/main">
              <a:ext uri="{FF2B5EF4-FFF2-40B4-BE49-F238E27FC236}">
                <a16:creationId xmlns:a16="http://schemas.microsoft.com/office/drawing/2014/main" id="{DEB2A844-080F-4487-AE7C-AFD874C9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943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4" name=""/>
          <p:cNvCxnSpPr>
            <a:stCxn xmlns:a="http://schemas.openxmlformats.org/drawingml/2006/main" id="423" idx="3"/>
            <a:endCxn xmlns:a="http://schemas.openxmlformats.org/drawingml/2006/main" id="424" idx="1"/>
          </p:cNvCxnSpPr>
          <p:nvPr/>
        </p:nvCxnSpPr>
        <p:spPr>
          <a:xfrm xmlns:a="http://schemas.openxmlformats.org/drawingml/2006/main">
            <a:off x="8877395" y="3943398"/>
            <a:ext cx="4666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426" name="nature-spatial-mechanism-v2-122">
            <a:extLst xmlns:a="http://schemas.openxmlformats.org/drawingml/2006/main">
              <a:ext uri="{FF2B5EF4-FFF2-40B4-BE49-F238E27FC236}">
                <a16:creationId xmlns:a16="http://schemas.microsoft.com/office/drawing/2014/main" id="{4BB1C596-8383-46A7-9A85-7522C99F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1430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Matched profiles</a:t>
            </a:r>
          </a:p>
        </p:txBody>
      </p:sp>
      <p:sp>
        <p:nvSpPr>
          <p:cNvPr id="427" name="nature-spatial-mechanism-v2-123">
            <a:extLst xmlns:a="http://schemas.openxmlformats.org/drawingml/2006/main">
              <a:ext uri="{FF2B5EF4-FFF2-40B4-BE49-F238E27FC236}">
                <a16:creationId xmlns:a16="http://schemas.microsoft.com/office/drawing/2014/main" id="{5AEB4C2E-1D14-4715-8B33-87F4A501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526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nature-spatial-mechanism-v2-124">
            <a:extLst xmlns:a="http://schemas.openxmlformats.org/drawingml/2006/main">
              <a:ext uri="{FF2B5EF4-FFF2-40B4-BE49-F238E27FC236}">
                <a16:creationId xmlns:a16="http://schemas.microsoft.com/office/drawing/2014/main" id="{E99D5049-833D-4878-8955-828F8918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7526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nature-spatial-mechanism-v2-125">
            <a:extLst xmlns:a="http://schemas.openxmlformats.org/drawingml/2006/main">
              <a:ext uri="{FF2B5EF4-FFF2-40B4-BE49-F238E27FC236}">
                <a16:creationId xmlns:a16="http://schemas.microsoft.com/office/drawing/2014/main" id="{7DA1199A-0B82-4570-B1D3-303BB41A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7526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nature-spatial-mechanism-v2-126">
            <a:extLst xmlns:a="http://schemas.openxmlformats.org/drawingml/2006/main">
              <a:ext uri="{FF2B5EF4-FFF2-40B4-BE49-F238E27FC236}">
                <a16:creationId xmlns:a16="http://schemas.microsoft.com/office/drawing/2014/main" id="{196F04BD-1FC9-47E4-9F92-D3EA8CE3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7526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nature-spatial-mechanism-v2-127">
            <a:extLst xmlns:a="http://schemas.openxmlformats.org/drawingml/2006/main">
              <a:ext uri="{FF2B5EF4-FFF2-40B4-BE49-F238E27FC236}">
                <a16:creationId xmlns:a16="http://schemas.microsoft.com/office/drawing/2014/main" id="{93612E8E-96DA-4A11-A214-EAA66F88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7526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nature-spatial-mechanism-v2-128">
            <a:extLst xmlns:a="http://schemas.openxmlformats.org/drawingml/2006/main">
              <a:ext uri="{FF2B5EF4-FFF2-40B4-BE49-F238E27FC236}">
                <a16:creationId xmlns:a16="http://schemas.microsoft.com/office/drawing/2014/main" id="{B6AD987F-7947-497D-99BF-79184B36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7526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nature-spatial-mechanism-v2-129">
            <a:extLst xmlns:a="http://schemas.openxmlformats.org/drawingml/2006/main">
              <a:ext uri="{FF2B5EF4-FFF2-40B4-BE49-F238E27FC236}">
                <a16:creationId xmlns:a16="http://schemas.microsoft.com/office/drawing/2014/main" id="{2991A82D-0BD1-4894-A9F8-F74523AD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526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nature-spatial-mechanism-v2-130">
            <a:extLst xmlns:a="http://schemas.openxmlformats.org/drawingml/2006/main">
              <a:ext uri="{FF2B5EF4-FFF2-40B4-BE49-F238E27FC236}">
                <a16:creationId xmlns:a16="http://schemas.microsoft.com/office/drawing/2014/main" id="{02A2B0E3-AE39-489F-8C6A-0699336E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90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nature-spatial-mechanism-v2-131">
            <a:extLst xmlns:a="http://schemas.openxmlformats.org/drawingml/2006/main">
              <a:ext uri="{FF2B5EF4-FFF2-40B4-BE49-F238E27FC236}">
                <a16:creationId xmlns:a16="http://schemas.microsoft.com/office/drawing/2014/main" id="{631E8EE0-B0A6-43A0-A3AE-A89C1A9B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90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nature-spatial-mechanism-v2-132">
            <a:extLst xmlns:a="http://schemas.openxmlformats.org/drawingml/2006/main">
              <a:ext uri="{FF2B5EF4-FFF2-40B4-BE49-F238E27FC236}">
                <a16:creationId xmlns:a16="http://schemas.microsoft.com/office/drawing/2014/main" id="{9C55B970-0B35-4C53-8F77-B95204E6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90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nature-spatial-mechanism-v2-133">
            <a:extLst xmlns:a="http://schemas.openxmlformats.org/drawingml/2006/main">
              <a:ext uri="{FF2B5EF4-FFF2-40B4-BE49-F238E27FC236}">
                <a16:creationId xmlns:a16="http://schemas.microsoft.com/office/drawing/2014/main" id="{2155497E-B530-4ABD-9B29-5AE80454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990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nature-spatial-mechanism-v2-134">
            <a:extLst xmlns:a="http://schemas.openxmlformats.org/drawingml/2006/main">
              <a:ext uri="{FF2B5EF4-FFF2-40B4-BE49-F238E27FC236}">
                <a16:creationId xmlns:a16="http://schemas.microsoft.com/office/drawing/2014/main" id="{746D7ACB-77F0-4A03-AAC2-2589B448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990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nature-spatial-mechanism-v2-135">
            <a:extLst xmlns:a="http://schemas.openxmlformats.org/drawingml/2006/main">
              <a:ext uri="{FF2B5EF4-FFF2-40B4-BE49-F238E27FC236}">
                <a16:creationId xmlns:a16="http://schemas.microsoft.com/office/drawing/2014/main" id="{8C4EBFB9-E1FF-4865-830E-2176EB9B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990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nature-spatial-mechanism-v2-136">
            <a:extLst xmlns:a="http://schemas.openxmlformats.org/drawingml/2006/main">
              <a:ext uri="{FF2B5EF4-FFF2-40B4-BE49-F238E27FC236}">
                <a16:creationId xmlns:a16="http://schemas.microsoft.com/office/drawing/2014/main" id="{8D322E55-F44F-44C0-B2BB-58779666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990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nature-spatial-mechanism-v2-137">
            <a:extLst xmlns:a="http://schemas.openxmlformats.org/drawingml/2006/main">
              <a:ext uri="{FF2B5EF4-FFF2-40B4-BE49-F238E27FC236}">
                <a16:creationId xmlns:a16="http://schemas.microsoft.com/office/drawing/2014/main" id="{6577ADF5-023A-4EA0-8CE2-4E8D25EF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288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nature-spatial-mechanism-v2-138">
            <a:extLst xmlns:a="http://schemas.openxmlformats.org/drawingml/2006/main">
              <a:ext uri="{FF2B5EF4-FFF2-40B4-BE49-F238E27FC236}">
                <a16:creationId xmlns:a16="http://schemas.microsoft.com/office/drawing/2014/main" id="{6551EF45-192D-4FF5-8CB3-99D8CA5A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2288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nature-spatial-mechanism-v2-139">
            <a:extLst xmlns:a="http://schemas.openxmlformats.org/drawingml/2006/main">
              <a:ext uri="{FF2B5EF4-FFF2-40B4-BE49-F238E27FC236}">
                <a16:creationId xmlns:a16="http://schemas.microsoft.com/office/drawing/2014/main" id="{EE348840-BC93-42AD-918E-3176B8AC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288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nature-spatial-mechanism-v2-140">
            <a:extLst xmlns:a="http://schemas.openxmlformats.org/drawingml/2006/main">
              <a:ext uri="{FF2B5EF4-FFF2-40B4-BE49-F238E27FC236}">
                <a16:creationId xmlns:a16="http://schemas.microsoft.com/office/drawing/2014/main" id="{80340BE9-634F-40AF-8DFD-0BE36B19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2288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nature-spatial-mechanism-v2-141">
            <a:extLst xmlns:a="http://schemas.openxmlformats.org/drawingml/2006/main">
              <a:ext uri="{FF2B5EF4-FFF2-40B4-BE49-F238E27FC236}">
                <a16:creationId xmlns:a16="http://schemas.microsoft.com/office/drawing/2014/main" id="{F289DD10-D83A-408D-B25B-F555911B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288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nature-spatial-mechanism-v2-142">
            <a:extLst xmlns:a="http://schemas.openxmlformats.org/drawingml/2006/main">
              <a:ext uri="{FF2B5EF4-FFF2-40B4-BE49-F238E27FC236}">
                <a16:creationId xmlns:a16="http://schemas.microsoft.com/office/drawing/2014/main" id="{F71908F8-0FDD-4E56-9450-24D0B6CB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2288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nature-spatial-mechanism-v2-143">
            <a:extLst xmlns:a="http://schemas.openxmlformats.org/drawingml/2006/main">
              <a:ext uri="{FF2B5EF4-FFF2-40B4-BE49-F238E27FC236}">
                <a16:creationId xmlns:a16="http://schemas.microsoft.com/office/drawing/2014/main" id="{0BB6997E-56F1-4708-ABA7-A08F07EF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288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nature-spatial-mechanism-v2-144">
            <a:extLst xmlns:a="http://schemas.openxmlformats.org/drawingml/2006/main">
              <a:ext uri="{FF2B5EF4-FFF2-40B4-BE49-F238E27FC236}">
                <a16:creationId xmlns:a16="http://schemas.microsoft.com/office/drawing/2014/main" id="{2C0F7570-CF4B-40D8-836D-8F3DB58A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669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nature-spatial-mechanism-v2-145">
            <a:extLst xmlns:a="http://schemas.openxmlformats.org/drawingml/2006/main">
              <a:ext uri="{FF2B5EF4-FFF2-40B4-BE49-F238E27FC236}">
                <a16:creationId xmlns:a16="http://schemas.microsoft.com/office/drawing/2014/main" id="{2E12C65A-53FB-4A7B-9C65-D51D9FF7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4669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nature-spatial-mechanism-v2-146">
            <a:extLst xmlns:a="http://schemas.openxmlformats.org/drawingml/2006/main">
              <a:ext uri="{FF2B5EF4-FFF2-40B4-BE49-F238E27FC236}">
                <a16:creationId xmlns:a16="http://schemas.microsoft.com/office/drawing/2014/main" id="{4D5567DC-3EAA-42A9-9EE8-269B38B7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669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nature-spatial-mechanism-v2-147">
            <a:extLst xmlns:a="http://schemas.openxmlformats.org/drawingml/2006/main">
              <a:ext uri="{FF2B5EF4-FFF2-40B4-BE49-F238E27FC236}">
                <a16:creationId xmlns:a16="http://schemas.microsoft.com/office/drawing/2014/main" id="{A8EB9E6C-7009-47D5-A87C-45200958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669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nature-spatial-mechanism-v2-148">
            <a:extLst xmlns:a="http://schemas.openxmlformats.org/drawingml/2006/main">
              <a:ext uri="{FF2B5EF4-FFF2-40B4-BE49-F238E27FC236}">
                <a16:creationId xmlns:a16="http://schemas.microsoft.com/office/drawing/2014/main" id="{0F9A8432-4E5A-475A-AF86-2FDDE238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669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nature-spatial-mechanism-v2-149">
            <a:extLst xmlns:a="http://schemas.openxmlformats.org/drawingml/2006/main">
              <a:ext uri="{FF2B5EF4-FFF2-40B4-BE49-F238E27FC236}">
                <a16:creationId xmlns:a16="http://schemas.microsoft.com/office/drawing/2014/main" id="{B6D2A0F6-EE7E-4751-9EEF-62C33AB0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4669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nature-spatial-mechanism-v2-150">
            <a:extLst xmlns:a="http://schemas.openxmlformats.org/drawingml/2006/main">
              <a:ext uri="{FF2B5EF4-FFF2-40B4-BE49-F238E27FC236}">
                <a16:creationId xmlns:a16="http://schemas.microsoft.com/office/drawing/2014/main" id="{C1AC0963-7E66-4203-B672-0E814E67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669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nature-spatial-mechanism-v2-151">
            <a:extLst xmlns:a="http://schemas.openxmlformats.org/drawingml/2006/main">
              <a:ext uri="{FF2B5EF4-FFF2-40B4-BE49-F238E27FC236}">
                <a16:creationId xmlns:a16="http://schemas.microsoft.com/office/drawing/2014/main" id="{FC923B63-EC9E-4DCA-AF61-17A21CF8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527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RNA</a:t>
            </a:r>
          </a:p>
        </p:txBody>
      </p:sp>
      <p:sp>
        <p:nvSpPr>
          <p:cNvPr id="456" name="nature-spatial-mechanism-v2-152">
            <a:extLst xmlns:a="http://schemas.openxmlformats.org/drawingml/2006/main">
              <a:ext uri="{FF2B5EF4-FFF2-40B4-BE49-F238E27FC236}">
                <a16:creationId xmlns:a16="http://schemas.microsoft.com/office/drawing/2014/main" id="{E3806D9C-06B5-4B74-8CFF-C29A69BC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956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nature-spatial-mechanism-v2-153">
            <a:extLst xmlns:a="http://schemas.openxmlformats.org/drawingml/2006/main">
              <a:ext uri="{FF2B5EF4-FFF2-40B4-BE49-F238E27FC236}">
                <a16:creationId xmlns:a16="http://schemas.microsoft.com/office/drawing/2014/main" id="{7A509191-28EC-4006-8189-73FC8218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4956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nature-spatial-mechanism-v2-154">
            <a:extLst xmlns:a="http://schemas.openxmlformats.org/drawingml/2006/main">
              <a:ext uri="{FF2B5EF4-FFF2-40B4-BE49-F238E27FC236}">
                <a16:creationId xmlns:a16="http://schemas.microsoft.com/office/drawing/2014/main" id="{97849D94-87B8-4D66-9FA1-6E57DBA8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956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nature-spatial-mechanism-v2-155">
            <a:extLst xmlns:a="http://schemas.openxmlformats.org/drawingml/2006/main">
              <a:ext uri="{FF2B5EF4-FFF2-40B4-BE49-F238E27FC236}">
                <a16:creationId xmlns:a16="http://schemas.microsoft.com/office/drawing/2014/main" id="{06E20937-16CF-404D-AC31-5353EA45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4956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nature-spatial-mechanism-v2-156">
            <a:extLst xmlns:a="http://schemas.openxmlformats.org/drawingml/2006/main">
              <a:ext uri="{FF2B5EF4-FFF2-40B4-BE49-F238E27FC236}">
                <a16:creationId xmlns:a16="http://schemas.microsoft.com/office/drawing/2014/main" id="{751FF91B-A462-4ADF-90FF-664B5C9F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956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9C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nature-spatial-mechanism-v2-157">
            <a:extLst xmlns:a="http://schemas.openxmlformats.org/drawingml/2006/main">
              <a:ext uri="{FF2B5EF4-FFF2-40B4-BE49-F238E27FC236}">
                <a16:creationId xmlns:a16="http://schemas.microsoft.com/office/drawing/2014/main" id="{09DAE017-DC51-4753-B085-00981936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4956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nature-spatial-mechanism-v2-158">
            <a:extLst xmlns:a="http://schemas.openxmlformats.org/drawingml/2006/main">
              <a:ext uri="{FF2B5EF4-FFF2-40B4-BE49-F238E27FC236}">
                <a16:creationId xmlns:a16="http://schemas.microsoft.com/office/drawing/2014/main" id="{A1A235E7-A9E1-40F9-86FF-938FA427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956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nature-spatial-mechanism-v2-159">
            <a:extLst xmlns:a="http://schemas.openxmlformats.org/drawingml/2006/main">
              <a:ext uri="{FF2B5EF4-FFF2-40B4-BE49-F238E27FC236}">
                <a16:creationId xmlns:a16="http://schemas.microsoft.com/office/drawing/2014/main" id="{F9848264-C25B-45EE-BBA7-736A20EF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338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9C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nature-spatial-mechanism-v2-160">
            <a:extLst xmlns:a="http://schemas.openxmlformats.org/drawingml/2006/main">
              <a:ext uri="{FF2B5EF4-FFF2-40B4-BE49-F238E27FC236}">
                <a16:creationId xmlns:a16="http://schemas.microsoft.com/office/drawing/2014/main" id="{7D48E820-001A-457E-826B-E280FDD2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338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nature-spatial-mechanism-v2-161">
            <a:extLst xmlns:a="http://schemas.openxmlformats.org/drawingml/2006/main">
              <a:ext uri="{FF2B5EF4-FFF2-40B4-BE49-F238E27FC236}">
                <a16:creationId xmlns:a16="http://schemas.microsoft.com/office/drawing/2014/main" id="{DE48C76C-5D49-461D-9432-1EA5F2CF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338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nature-spatial-mechanism-v2-162">
            <a:extLst xmlns:a="http://schemas.openxmlformats.org/drawingml/2006/main">
              <a:ext uri="{FF2B5EF4-FFF2-40B4-BE49-F238E27FC236}">
                <a16:creationId xmlns:a16="http://schemas.microsoft.com/office/drawing/2014/main" id="{A3309E93-0F10-4859-8CC9-861105B8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7338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nature-spatial-mechanism-v2-163">
            <a:extLst xmlns:a="http://schemas.openxmlformats.org/drawingml/2006/main">
              <a:ext uri="{FF2B5EF4-FFF2-40B4-BE49-F238E27FC236}">
                <a16:creationId xmlns:a16="http://schemas.microsoft.com/office/drawing/2014/main" id="{A3E4DD0A-81B2-417C-A6EF-8ECD8D02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338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nature-spatial-mechanism-v2-164">
            <a:extLst xmlns:a="http://schemas.openxmlformats.org/drawingml/2006/main">
              <a:ext uri="{FF2B5EF4-FFF2-40B4-BE49-F238E27FC236}">
                <a16:creationId xmlns:a16="http://schemas.microsoft.com/office/drawing/2014/main" id="{FEA504AD-DC5B-4910-9C6B-187B4EA6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7338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9C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" name="nature-spatial-mechanism-v2-165">
            <a:extLst xmlns:a="http://schemas.openxmlformats.org/drawingml/2006/main">
              <a:ext uri="{FF2B5EF4-FFF2-40B4-BE49-F238E27FC236}">
                <a16:creationId xmlns:a16="http://schemas.microsoft.com/office/drawing/2014/main" id="{F54F4E19-12B8-4173-970B-8A194AD3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7338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nature-spatial-mechanism-v2-166">
            <a:extLst xmlns:a="http://schemas.openxmlformats.org/drawingml/2006/main">
              <a:ext uri="{FF2B5EF4-FFF2-40B4-BE49-F238E27FC236}">
                <a16:creationId xmlns:a16="http://schemas.microsoft.com/office/drawing/2014/main" id="{13101446-7803-4D71-A9EF-B0B356A6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719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" name="nature-spatial-mechanism-v2-167">
            <a:extLst xmlns:a="http://schemas.openxmlformats.org/drawingml/2006/main">
              <a:ext uri="{FF2B5EF4-FFF2-40B4-BE49-F238E27FC236}">
                <a16:creationId xmlns:a16="http://schemas.microsoft.com/office/drawing/2014/main" id="{93131D04-8096-4547-B653-1906E567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9719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nature-spatial-mechanism-v2-168">
            <a:extLst xmlns:a="http://schemas.openxmlformats.org/drawingml/2006/main">
              <a:ext uri="{FF2B5EF4-FFF2-40B4-BE49-F238E27FC236}">
                <a16:creationId xmlns:a16="http://schemas.microsoft.com/office/drawing/2014/main" id="{6E167895-9AD4-41FF-BC03-5B408977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719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" name="nature-spatial-mechanism-v2-169">
            <a:extLst xmlns:a="http://schemas.openxmlformats.org/drawingml/2006/main">
              <a:ext uri="{FF2B5EF4-FFF2-40B4-BE49-F238E27FC236}">
                <a16:creationId xmlns:a16="http://schemas.microsoft.com/office/drawing/2014/main" id="{A676F52B-0D58-43E0-8827-0AD25ABB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9719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9C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nature-spatial-mechanism-v2-170">
            <a:extLst xmlns:a="http://schemas.openxmlformats.org/drawingml/2006/main">
              <a:ext uri="{FF2B5EF4-FFF2-40B4-BE49-F238E27FC236}">
                <a16:creationId xmlns:a16="http://schemas.microsoft.com/office/drawing/2014/main" id="{81DFE98F-B9D0-4726-B5C5-ADF375E3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719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nature-spatial-mechanism-v2-171">
            <a:extLst xmlns:a="http://schemas.openxmlformats.org/drawingml/2006/main">
              <a:ext uri="{FF2B5EF4-FFF2-40B4-BE49-F238E27FC236}">
                <a16:creationId xmlns:a16="http://schemas.microsoft.com/office/drawing/2014/main" id="{2C7AD4D1-1EEB-40F7-85C7-5EB40FE4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9719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nature-spatial-mechanism-v2-172">
            <a:extLst xmlns:a="http://schemas.openxmlformats.org/drawingml/2006/main">
              <a:ext uri="{FF2B5EF4-FFF2-40B4-BE49-F238E27FC236}">
                <a16:creationId xmlns:a16="http://schemas.microsoft.com/office/drawing/2014/main" id="{8087D22B-FF7C-46B8-8370-6B2B3F3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9719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nature-spatial-mechanism-v2-173">
            <a:extLst xmlns:a="http://schemas.openxmlformats.org/drawingml/2006/main">
              <a:ext uri="{FF2B5EF4-FFF2-40B4-BE49-F238E27FC236}">
                <a16:creationId xmlns:a16="http://schemas.microsoft.com/office/drawing/2014/main" id="{E500D4EF-A35A-4CD3-8C81-BBE03EA2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100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nature-spatial-mechanism-v2-174">
            <a:extLst xmlns:a="http://schemas.openxmlformats.org/drawingml/2006/main">
              <a:ext uri="{FF2B5EF4-FFF2-40B4-BE49-F238E27FC236}">
                <a16:creationId xmlns:a16="http://schemas.microsoft.com/office/drawing/2014/main" id="{DC7D31CC-9CF1-4F58-B393-9E156DBF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2100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nature-spatial-mechanism-v2-175">
            <a:extLst xmlns:a="http://schemas.openxmlformats.org/drawingml/2006/main">
              <a:ext uri="{FF2B5EF4-FFF2-40B4-BE49-F238E27FC236}">
                <a16:creationId xmlns:a16="http://schemas.microsoft.com/office/drawing/2014/main" id="{B0C81CFE-F7D9-4BC4-A2E3-A4C05DA3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100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" name="nature-spatial-mechanism-v2-176">
            <a:extLst xmlns:a="http://schemas.openxmlformats.org/drawingml/2006/main">
              <a:ext uri="{FF2B5EF4-FFF2-40B4-BE49-F238E27FC236}">
                <a16:creationId xmlns:a16="http://schemas.microsoft.com/office/drawing/2014/main" id="{B5BC53B7-DC6D-459D-954F-1DDDD69B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2100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" name="nature-spatial-mechanism-v2-177">
            <a:extLst xmlns:a="http://schemas.openxmlformats.org/drawingml/2006/main">
              <a:ext uri="{FF2B5EF4-FFF2-40B4-BE49-F238E27FC236}">
                <a16:creationId xmlns:a16="http://schemas.microsoft.com/office/drawing/2014/main" id="{4C5CF20E-F8EF-45DC-85E4-E5D05C8B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100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nature-spatial-mechanism-v2-178">
            <a:extLst xmlns:a="http://schemas.openxmlformats.org/drawingml/2006/main">
              <a:ext uri="{FF2B5EF4-FFF2-40B4-BE49-F238E27FC236}">
                <a16:creationId xmlns:a16="http://schemas.microsoft.com/office/drawing/2014/main" id="{0D54D847-70D6-4575-8F86-7C7EDE92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42100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" name="nature-spatial-mechanism-v2-179">
            <a:extLst xmlns:a="http://schemas.openxmlformats.org/drawingml/2006/main">
              <a:ext uri="{FF2B5EF4-FFF2-40B4-BE49-F238E27FC236}">
                <a16:creationId xmlns:a16="http://schemas.microsoft.com/office/drawing/2014/main" id="{9B531D05-9DF3-4C75-9D0B-E0D9CB97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100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nature-spatial-mechanism-v2-180">
            <a:extLst xmlns:a="http://schemas.openxmlformats.org/drawingml/2006/main">
              <a:ext uri="{FF2B5EF4-FFF2-40B4-BE49-F238E27FC236}">
                <a16:creationId xmlns:a16="http://schemas.microsoft.com/office/drawing/2014/main" id="{5C8CF5FD-0DE9-481B-BEF2-14D040EB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9580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Accessibility</a:t>
            </a:r>
          </a:p>
        </p:txBody>
      </p:sp>
      <p:sp>
        <p:nvSpPr>
          <p:cNvPr id="485" name="nature-spatial-mechanism-v2-181">
            <a:extLst xmlns:a="http://schemas.openxmlformats.org/drawingml/2006/main">
              <a:ext uri="{FF2B5EF4-FFF2-40B4-BE49-F238E27FC236}">
                <a16:creationId xmlns:a16="http://schemas.microsoft.com/office/drawing/2014/main" id="{D0099E9F-7ABE-48FB-ABA6-E3493F83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11430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Within-donor pairing</a:t>
            </a:r>
          </a:p>
        </p:txBody>
      </p:sp>
      <p:sp>
        <p:nvSpPr>
          <p:cNvPr id="486" name="nature-spatial-mechanism-v2-182">
            <a:extLst xmlns:a="http://schemas.openxmlformats.org/drawingml/2006/main">
              <a:ext uri="{FF2B5EF4-FFF2-40B4-BE49-F238E27FC236}">
                <a16:creationId xmlns:a16="http://schemas.microsoft.com/office/drawing/2014/main" id="{D24F0398-F7FB-4B89-92AB-CBB64174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17335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747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487" name="nature-spatial-mechanism-v2-183">
            <a:extLst xmlns:a="http://schemas.openxmlformats.org/drawingml/2006/main">
              <a:ext uri="{FF2B5EF4-FFF2-40B4-BE49-F238E27FC236}">
                <a16:creationId xmlns:a16="http://schemas.microsoft.com/office/drawing/2014/main" id="{067FBC14-ED6A-43B0-AFD8-A6A0B8DA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1733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747"/>
                </a:solidFill>
                <a:latin typeface="Arial"/>
                <a:ea typeface="Arial"/>
                <a:cs typeface="Arial"/>
              </a:rPr>
              <a:t>Stimulated</a:t>
            </a:r>
          </a:p>
        </p:txBody>
      </p:sp>
      <p:sp>
        <p:nvSpPr>
          <p:cNvPr id="488" name="nature-spatial-mechanism-v2-184">
            <a:extLst xmlns:a="http://schemas.openxmlformats.org/drawingml/2006/main">
              <a:ext uri="{FF2B5EF4-FFF2-40B4-BE49-F238E27FC236}">
                <a16:creationId xmlns:a16="http://schemas.microsoft.com/office/drawing/2014/main" id="{B94546E2-9407-4833-AB1E-B5B5D1EF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31457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747"/>
                </a:solidFill>
                <a:latin typeface="Arial"/>
                <a:ea typeface="Arial"/>
                <a:cs typeface="Arial"/>
              </a:rPr>
              <a:t>D01</a:t>
            </a:r>
          </a:p>
        </p:txBody>
      </p:sp>
      <p:sp>
        <p:nvSpPr>
          <p:cNvPr id="489" name="nature-spatial-mechanism-v2-185-start-1">
            <a:extLst xmlns:a="http://schemas.openxmlformats.org/drawingml/2006/main">
              <a:ext uri="{FF2B5EF4-FFF2-40B4-BE49-F238E27FC236}">
                <a16:creationId xmlns:a16="http://schemas.microsoft.com/office/drawing/2014/main" id="{35E670A1-61A0-4F2C-BA3D-00FFEB6E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2466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0" name="nature-spatial-mechanism-v2-185-end-1">
            <a:extLst xmlns:a="http://schemas.openxmlformats.org/drawingml/2006/main">
              <a:ext uri="{FF2B5EF4-FFF2-40B4-BE49-F238E27FC236}">
                <a16:creationId xmlns:a16="http://schemas.microsoft.com/office/drawing/2014/main" id="{DDF0054F-B3D4-4030-B9DF-17C1EB21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2466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0" name=""/>
          <p:cNvCxnSpPr>
            <a:stCxn xmlns:a="http://schemas.openxmlformats.org/drawingml/2006/main" id="489" idx="3"/>
            <a:endCxn xmlns:a="http://schemas.openxmlformats.org/drawingml/2006/main" id="490" idx="1"/>
          </p:cNvCxnSpPr>
          <p:nvPr/>
        </p:nvCxnSpPr>
        <p:spPr>
          <a:xfrm xmlns:a="http://schemas.openxmlformats.org/drawingml/2006/main">
            <a:off x="12563570" y="2467023"/>
            <a:ext cx="138103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A8B8C2"/>
            </a:solidFill>
            <a:prstDash val="solid"/>
          </a:ln>
        </p:spPr>
      </p:cxnSp>
      <p:sp>
        <p:nvSpPr>
          <p:cNvPr id="492" name="nature-spatial-mechanism-v2-186">
            <a:extLst xmlns:a="http://schemas.openxmlformats.org/drawingml/2006/main">
              <a:ext uri="{FF2B5EF4-FFF2-40B4-BE49-F238E27FC236}">
                <a16:creationId xmlns:a16="http://schemas.microsoft.com/office/drawing/2014/main" id="{0CCCA539-FB1E-44FC-A308-7A87AAF5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2352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9050">
            <a:solidFill>
              <a:srgbClr val="527FAA"/>
            </a:solidFill>
            <a:prstDash val="solid"/>
          </a:ln>
        </p:spPr>
      </p:sp>
      <p:sp>
        <p:nvSpPr>
          <p:cNvPr id="493" name="nature-spatial-mechanism-v2-187">
            <a:extLst xmlns:a="http://schemas.openxmlformats.org/drawingml/2006/main">
              <a:ext uri="{FF2B5EF4-FFF2-40B4-BE49-F238E27FC236}">
                <a16:creationId xmlns:a16="http://schemas.microsoft.com/office/drawing/2014/main" id="{926941F5-57E3-461D-B608-C8A9177C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333625"/>
            <a:ext cx="266700" cy="266700"/>
          </a:xfrm>
          <a:custGeom xmlns:a="http://schemas.openxmlformats.org/drawingml/2006/main">
            <a:pathLst>
              <a:path w="266700" h="266700">
                <a:moveTo>
                  <a:pt x="133350" y="0"/>
                </a:moveTo>
                <a:lnTo>
                  <a:pt x="266700" y="133350"/>
                </a:lnTo>
                <a:lnTo>
                  <a:pt x="133350" y="26670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D9ECE5"/>
          </a:solidFill>
          <a:ln xmlns:a="http://schemas.openxmlformats.org/drawingml/2006/main" w="19050">
            <a:solidFill>
              <a:srgbClr val="4A9086"/>
            </a:solidFill>
            <a:prstDash val="solid"/>
          </a:ln>
        </p:spPr>
      </p:sp>
      <p:sp>
        <p:nvSpPr>
          <p:cNvPr id="494" name="nature-spatial-mechanism-v2-188">
            <a:extLst xmlns:a="http://schemas.openxmlformats.org/drawingml/2006/main">
              <a:ext uri="{FF2B5EF4-FFF2-40B4-BE49-F238E27FC236}">
                <a16:creationId xmlns:a16="http://schemas.microsoft.com/office/drawing/2014/main" id="{7D4EA5DF-1D20-484E-93E8-1BFBE18E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8670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747"/>
                </a:solidFill>
                <a:latin typeface="Arial"/>
                <a:ea typeface="Arial"/>
                <a:cs typeface="Arial"/>
              </a:rPr>
              <a:t>D02</a:t>
            </a:r>
          </a:p>
        </p:txBody>
      </p:sp>
      <p:sp>
        <p:nvSpPr>
          <p:cNvPr id="495" name="nature-spatial-mechanism-v2-189-start-1">
            <a:extLst xmlns:a="http://schemas.openxmlformats.org/drawingml/2006/main">
              <a:ext uri="{FF2B5EF4-FFF2-40B4-BE49-F238E27FC236}">
                <a16:creationId xmlns:a16="http://schemas.microsoft.com/office/drawing/2014/main" id="{D22848A7-B6B3-41BD-A6D6-4D571A2E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3019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6" name="nature-spatial-mechanism-v2-189-end-1">
            <a:extLst xmlns:a="http://schemas.openxmlformats.org/drawingml/2006/main">
              <a:ext uri="{FF2B5EF4-FFF2-40B4-BE49-F238E27FC236}">
                <a16:creationId xmlns:a16="http://schemas.microsoft.com/office/drawing/2014/main" id="{86064E72-6221-4F1E-8F9F-B30393ED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019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6" name=""/>
          <p:cNvCxnSpPr>
            <a:stCxn xmlns:a="http://schemas.openxmlformats.org/drawingml/2006/main" id="495" idx="3"/>
            <a:endCxn xmlns:a="http://schemas.openxmlformats.org/drawingml/2006/main" id="496" idx="1"/>
          </p:cNvCxnSpPr>
          <p:nvPr/>
        </p:nvCxnSpPr>
        <p:spPr>
          <a:xfrm xmlns:a="http://schemas.openxmlformats.org/drawingml/2006/main">
            <a:off x="12563570" y="3019473"/>
            <a:ext cx="138103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A8B8C2"/>
            </a:solidFill>
            <a:prstDash val="solid"/>
          </a:ln>
        </p:spPr>
      </p:cxnSp>
      <p:sp>
        <p:nvSpPr>
          <p:cNvPr id="498" name="nature-spatial-mechanism-v2-190">
            <a:extLst xmlns:a="http://schemas.openxmlformats.org/drawingml/2006/main">
              <a:ext uri="{FF2B5EF4-FFF2-40B4-BE49-F238E27FC236}">
                <a16:creationId xmlns:a16="http://schemas.microsoft.com/office/drawing/2014/main" id="{3EACD400-BACA-4DE2-96C9-879A6A81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2905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9050">
            <a:solidFill>
              <a:srgbClr val="527FAA"/>
            </a:solidFill>
            <a:prstDash val="solid"/>
          </a:ln>
        </p:spPr>
      </p:sp>
      <p:sp>
        <p:nvSpPr>
          <p:cNvPr id="499" name="nature-spatial-mechanism-v2-191">
            <a:extLst xmlns:a="http://schemas.openxmlformats.org/drawingml/2006/main">
              <a:ext uri="{FF2B5EF4-FFF2-40B4-BE49-F238E27FC236}">
                <a16:creationId xmlns:a16="http://schemas.microsoft.com/office/drawing/2014/main" id="{27D307AC-4A2D-4379-9169-D4DF6555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886075"/>
            <a:ext cx="266700" cy="266700"/>
          </a:xfrm>
          <a:custGeom xmlns:a="http://schemas.openxmlformats.org/drawingml/2006/main">
            <a:pathLst>
              <a:path w="266700" h="266700">
                <a:moveTo>
                  <a:pt x="133350" y="0"/>
                </a:moveTo>
                <a:lnTo>
                  <a:pt x="266700" y="133350"/>
                </a:lnTo>
                <a:lnTo>
                  <a:pt x="133350" y="26670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D9ECE5"/>
          </a:solidFill>
          <a:ln xmlns:a="http://schemas.openxmlformats.org/drawingml/2006/main" w="19050">
            <a:solidFill>
              <a:srgbClr val="4A9086"/>
            </a:solidFill>
            <a:prstDash val="solid"/>
          </a:ln>
        </p:spPr>
      </p:sp>
      <p:sp>
        <p:nvSpPr>
          <p:cNvPr id="500" name="nature-spatial-mechanism-v2-192">
            <a:extLst xmlns:a="http://schemas.openxmlformats.org/drawingml/2006/main">
              <a:ext uri="{FF2B5EF4-FFF2-40B4-BE49-F238E27FC236}">
                <a16:creationId xmlns:a16="http://schemas.microsoft.com/office/drawing/2014/main" id="{6023F999-2236-49F3-8737-0145D299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1947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747"/>
                </a:solidFill>
                <a:latin typeface="Arial"/>
                <a:ea typeface="Arial"/>
                <a:cs typeface="Arial"/>
              </a:rPr>
              <a:t>D03</a:t>
            </a:r>
          </a:p>
        </p:txBody>
      </p:sp>
      <p:sp>
        <p:nvSpPr>
          <p:cNvPr id="501" name="nature-spatial-mechanism-v2-193-start-1">
            <a:extLst xmlns:a="http://schemas.openxmlformats.org/drawingml/2006/main">
              <a:ext uri="{FF2B5EF4-FFF2-40B4-BE49-F238E27FC236}">
                <a16:creationId xmlns:a16="http://schemas.microsoft.com/office/drawing/2014/main" id="{3BEEE14D-6225-40C4-AD66-458717F2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3571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2" name="nature-spatial-mechanism-v2-193-end-1">
            <a:extLst xmlns:a="http://schemas.openxmlformats.org/drawingml/2006/main">
              <a:ext uri="{FF2B5EF4-FFF2-40B4-BE49-F238E27FC236}">
                <a16:creationId xmlns:a16="http://schemas.microsoft.com/office/drawing/2014/main" id="{4237AFDF-EF05-428B-925A-FC36B6EF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571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2" name=""/>
          <p:cNvCxnSpPr>
            <a:stCxn xmlns:a="http://schemas.openxmlformats.org/drawingml/2006/main" id="501" idx="3"/>
            <a:endCxn xmlns:a="http://schemas.openxmlformats.org/drawingml/2006/main" id="502" idx="1"/>
          </p:cNvCxnSpPr>
          <p:nvPr/>
        </p:nvCxnSpPr>
        <p:spPr>
          <a:xfrm xmlns:a="http://schemas.openxmlformats.org/drawingml/2006/main">
            <a:off x="12563570" y="3571923"/>
            <a:ext cx="138103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A8B8C2"/>
            </a:solidFill>
            <a:prstDash val="solid"/>
          </a:ln>
        </p:spPr>
      </p:cxnSp>
      <p:sp>
        <p:nvSpPr>
          <p:cNvPr id="504" name="nature-spatial-mechanism-v2-194">
            <a:extLst xmlns:a="http://schemas.openxmlformats.org/drawingml/2006/main">
              <a:ext uri="{FF2B5EF4-FFF2-40B4-BE49-F238E27FC236}">
                <a16:creationId xmlns:a16="http://schemas.microsoft.com/office/drawing/2014/main" id="{6E64F0DF-2B9B-42B5-BEC0-1498A390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3457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9050">
            <a:solidFill>
              <a:srgbClr val="527FAA"/>
            </a:solidFill>
            <a:prstDash val="solid"/>
          </a:ln>
        </p:spPr>
      </p:sp>
      <p:sp>
        <p:nvSpPr>
          <p:cNvPr id="505" name="nature-spatial-mechanism-v2-195">
            <a:extLst xmlns:a="http://schemas.openxmlformats.org/drawingml/2006/main">
              <a:ext uri="{FF2B5EF4-FFF2-40B4-BE49-F238E27FC236}">
                <a16:creationId xmlns:a16="http://schemas.microsoft.com/office/drawing/2014/main" id="{166C3ABE-9152-4D61-8582-2F8E3E88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438525"/>
            <a:ext cx="266700" cy="266700"/>
          </a:xfrm>
          <a:custGeom xmlns:a="http://schemas.openxmlformats.org/drawingml/2006/main">
            <a:pathLst>
              <a:path w="266700" h="266700">
                <a:moveTo>
                  <a:pt x="133350" y="0"/>
                </a:moveTo>
                <a:lnTo>
                  <a:pt x="266700" y="133350"/>
                </a:lnTo>
                <a:lnTo>
                  <a:pt x="133350" y="26670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D9ECE5"/>
          </a:solidFill>
          <a:ln xmlns:a="http://schemas.openxmlformats.org/drawingml/2006/main" w="19050">
            <a:solidFill>
              <a:srgbClr val="4A9086"/>
            </a:solidFill>
            <a:prstDash val="solid"/>
          </a:ln>
        </p:spPr>
      </p:sp>
      <p:sp>
        <p:nvSpPr>
          <p:cNvPr id="506" name="nature-spatial-mechanism-v2-196">
            <a:extLst xmlns:a="http://schemas.openxmlformats.org/drawingml/2006/main">
              <a:ext uri="{FF2B5EF4-FFF2-40B4-BE49-F238E27FC236}">
                <a16:creationId xmlns:a16="http://schemas.microsoft.com/office/drawing/2014/main" id="{18F29C1D-9980-4A19-AA58-34ED73D2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719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747"/>
                </a:solidFill>
                <a:latin typeface="Arial"/>
                <a:ea typeface="Arial"/>
                <a:cs typeface="Arial"/>
              </a:rPr>
              <a:t>D04</a:t>
            </a:r>
          </a:p>
        </p:txBody>
      </p:sp>
      <p:sp>
        <p:nvSpPr>
          <p:cNvPr id="507" name="nature-spatial-mechanism-v2-197-start-1">
            <a:extLst xmlns:a="http://schemas.openxmlformats.org/drawingml/2006/main">
              <a:ext uri="{FF2B5EF4-FFF2-40B4-BE49-F238E27FC236}">
                <a16:creationId xmlns:a16="http://schemas.microsoft.com/office/drawing/2014/main" id="{81019397-5344-43EF-9C43-A32A2711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4124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8" name="nature-spatial-mechanism-v2-197-end-1">
            <a:extLst xmlns:a="http://schemas.openxmlformats.org/drawingml/2006/main">
              <a:ext uri="{FF2B5EF4-FFF2-40B4-BE49-F238E27FC236}">
                <a16:creationId xmlns:a16="http://schemas.microsoft.com/office/drawing/2014/main" id="{25B31AB0-8065-4E41-A143-7DE42E25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4124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8" name=""/>
          <p:cNvCxnSpPr>
            <a:stCxn xmlns:a="http://schemas.openxmlformats.org/drawingml/2006/main" id="507" idx="3"/>
            <a:endCxn xmlns:a="http://schemas.openxmlformats.org/drawingml/2006/main" id="508" idx="1"/>
          </p:cNvCxnSpPr>
          <p:nvPr/>
        </p:nvCxnSpPr>
        <p:spPr>
          <a:xfrm xmlns:a="http://schemas.openxmlformats.org/drawingml/2006/main">
            <a:off x="12563570" y="4124373"/>
            <a:ext cx="138103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A8B8C2"/>
            </a:solidFill>
            <a:prstDash val="solid"/>
          </a:ln>
        </p:spPr>
      </p:cxnSp>
      <p:sp>
        <p:nvSpPr>
          <p:cNvPr id="510" name="nature-spatial-mechanism-v2-198">
            <a:extLst xmlns:a="http://schemas.openxmlformats.org/drawingml/2006/main">
              <a:ext uri="{FF2B5EF4-FFF2-40B4-BE49-F238E27FC236}">
                <a16:creationId xmlns:a16="http://schemas.microsoft.com/office/drawing/2014/main" id="{C53174AE-AFFE-477B-A514-F60DDDDB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40100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9050">
            <a:solidFill>
              <a:srgbClr val="527FAA"/>
            </a:solidFill>
            <a:prstDash val="solid"/>
          </a:ln>
        </p:spPr>
      </p:sp>
      <p:sp>
        <p:nvSpPr>
          <p:cNvPr id="511" name="nature-spatial-mechanism-v2-199">
            <a:extLst xmlns:a="http://schemas.openxmlformats.org/drawingml/2006/main">
              <a:ext uri="{FF2B5EF4-FFF2-40B4-BE49-F238E27FC236}">
                <a16:creationId xmlns:a16="http://schemas.microsoft.com/office/drawing/2014/main" id="{6E034ACD-DA38-4A3D-B2F0-F5191EE3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990975"/>
            <a:ext cx="266700" cy="266700"/>
          </a:xfrm>
          <a:custGeom xmlns:a="http://schemas.openxmlformats.org/drawingml/2006/main">
            <a:pathLst>
              <a:path w="266700" h="266700">
                <a:moveTo>
                  <a:pt x="133350" y="0"/>
                </a:moveTo>
                <a:lnTo>
                  <a:pt x="266700" y="133350"/>
                </a:lnTo>
                <a:lnTo>
                  <a:pt x="133350" y="26670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D9ECE5"/>
          </a:solidFill>
          <a:ln xmlns:a="http://schemas.openxmlformats.org/drawingml/2006/main" w="19050">
            <a:solidFill>
              <a:srgbClr val="4A9086"/>
            </a:solidFill>
            <a:prstDash val="solid"/>
          </a:ln>
        </p:spPr>
      </p:sp>
      <p:sp>
        <p:nvSpPr>
          <p:cNvPr id="512" name="nature-spatial-mechanism-v2-200">
            <a:extLst xmlns:a="http://schemas.openxmlformats.org/drawingml/2006/main">
              <a:ext uri="{FF2B5EF4-FFF2-40B4-BE49-F238E27FC236}">
                <a16:creationId xmlns:a16="http://schemas.microsoft.com/office/drawing/2014/main" id="{E4F5B02A-351A-4FFF-B22C-3F2454B8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5148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Same donor ID</a:t>
            </a:r>
          </a:p>
        </p:txBody>
      </p:sp>
      <p:sp>
        <p:nvSpPr>
          <p:cNvPr id="513" name="nature-spatial-mechanism-v2-201-start-1">
            <a:extLst xmlns:a="http://schemas.openxmlformats.org/drawingml/2006/main">
              <a:ext uri="{FF2B5EF4-FFF2-40B4-BE49-F238E27FC236}">
                <a16:creationId xmlns:a16="http://schemas.microsoft.com/office/drawing/2014/main" id="{37CC08B1-7571-4C19-90BF-1B4FA365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4" name="nature-spatial-mechanism-v2-201-end-1">
            <a:extLst xmlns:a="http://schemas.openxmlformats.org/drawingml/2006/main">
              <a:ext uri="{FF2B5EF4-FFF2-40B4-BE49-F238E27FC236}">
                <a16:creationId xmlns:a16="http://schemas.microsoft.com/office/drawing/2014/main" id="{F5AE20E6-82BD-4419-A23F-ED577E65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52197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4" name=""/>
          <p:cNvCxnSpPr>
            <a:stCxn xmlns:a="http://schemas.openxmlformats.org/drawingml/2006/main" id="513" idx="3"/>
            <a:endCxn xmlns:a="http://schemas.openxmlformats.org/drawingml/2006/main" id="514" idx="1"/>
          </p:cNvCxnSpPr>
          <p:nvPr/>
        </p:nvCxnSpPr>
        <p:spPr>
          <a:xfrm xmlns:a="http://schemas.openxmlformats.org/drawingml/2006/main">
            <a:off x="523970" y="5219748"/>
            <a:ext cx="1419215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CD8E0"/>
            </a:solidFill>
            <a:prstDash val="solid"/>
          </a:ln>
        </p:spPr>
      </p:cxnSp>
      <p:sp>
        <p:nvSpPr>
          <p:cNvPr id="516" name="nature-spatial-mechanism-v2-202">
            <a:extLst xmlns:a="http://schemas.openxmlformats.org/drawingml/2006/main">
              <a:ext uri="{FF2B5EF4-FFF2-40B4-BE49-F238E27FC236}">
                <a16:creationId xmlns:a16="http://schemas.microsoft.com/office/drawing/2014/main" id="{1146EB7C-AE44-4C7F-B8D2-AFB883E5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483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17" name="nature-spatial-mechanism-v2-203">
            <a:extLst xmlns:a="http://schemas.openxmlformats.org/drawingml/2006/main">
              <a:ext uri="{FF2B5EF4-FFF2-40B4-BE49-F238E27FC236}">
                <a16:creationId xmlns:a16="http://schemas.microsoft.com/office/drawing/2014/main" id="{FB000E16-9A0A-457A-B4F7-160A261B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Conditioned response model</a:t>
            </a:r>
          </a:p>
        </p:txBody>
      </p:sp>
      <p:sp>
        <p:nvSpPr>
          <p:cNvPr id="518" name="nature-spatial-mechanism-v2-204-start-1">
            <a:extLst xmlns:a="http://schemas.openxmlformats.org/drawingml/2006/main">
              <a:ext uri="{FF2B5EF4-FFF2-40B4-BE49-F238E27FC236}">
                <a16:creationId xmlns:a16="http://schemas.microsoft.com/office/drawing/2014/main" id="{AB59B4A6-9457-4017-AA22-6C894CD5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457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9" name="nature-spatial-mechanism-v2-204-end-1">
            <a:extLst xmlns:a="http://schemas.openxmlformats.org/drawingml/2006/main">
              <a:ext uri="{FF2B5EF4-FFF2-40B4-BE49-F238E27FC236}">
                <a16:creationId xmlns:a16="http://schemas.microsoft.com/office/drawing/2014/main" id="{3F2DE034-E344-41B5-B2DE-8C86A68C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8686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9" name=""/>
          <p:cNvCxnSpPr>
            <a:stCxn xmlns:a="http://schemas.openxmlformats.org/drawingml/2006/main" id="518" idx="2"/>
            <a:endCxn xmlns:a="http://schemas.openxmlformats.org/drawingml/2006/main" id="519" idx="0"/>
          </p:cNvCxnSpPr>
          <p:nvPr/>
        </p:nvCxnSpPr>
        <p:spPr>
          <a:xfrm xmlns:a="http://schemas.openxmlformats.org/drawingml/2006/main">
            <a:off x="10334673" y="5457920"/>
            <a:ext cx="0" cy="322888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CD8E0"/>
            </a:solidFill>
            <a:prstDash val="solid"/>
          </a:ln>
        </p:spPr>
      </p:cxnSp>
      <p:sp>
        <p:nvSpPr>
          <p:cNvPr id="521" name="nature-spatial-mechanism-v2-205">
            <a:extLst xmlns:a="http://schemas.openxmlformats.org/drawingml/2006/main">
              <a:ext uri="{FF2B5EF4-FFF2-40B4-BE49-F238E27FC236}">
                <a16:creationId xmlns:a16="http://schemas.microsoft.com/office/drawing/2014/main" id="{A17EBD70-434C-405D-80B1-40E83DFA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03885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F6EB"/>
          </a:solidFill>
          <a:ln xmlns:a="http://schemas.openxmlformats.org/drawingml/2006/main" w="14288">
            <a:solidFill>
              <a:srgbClr val="C99950"/>
            </a:solidFill>
            <a:prstDash val="solid"/>
          </a:ln>
        </p:spPr>
      </p:sp>
      <p:sp>
        <p:nvSpPr>
          <p:cNvPr id="522" name="nature-spatial-mechanism-v2-206">
            <a:extLst xmlns:a="http://schemas.openxmlformats.org/drawingml/2006/main">
              <a:ext uri="{FF2B5EF4-FFF2-40B4-BE49-F238E27FC236}">
                <a16:creationId xmlns:a16="http://schemas.microsoft.com/office/drawing/2014/main" id="{D8D221B6-ADFC-42AC-B451-2B2C49E4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864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Perturbation</a:t>
            </a:r>
          </a:p>
        </p:txBody>
      </p:sp>
      <p:sp>
        <p:nvSpPr>
          <p:cNvPr id="523" name="nature-spatial-mechanism-v2-207">
            <a:extLst xmlns:a="http://schemas.openxmlformats.org/drawingml/2006/main">
              <a:ext uri="{FF2B5EF4-FFF2-40B4-BE49-F238E27FC236}">
                <a16:creationId xmlns:a16="http://schemas.microsoft.com/office/drawing/2014/main" id="{D3DA58B5-58ED-464D-AAC3-7E006C22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038850"/>
            <a:ext cx="1466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14288">
            <a:solidFill>
              <a:srgbClr val="9380B4"/>
            </a:solidFill>
            <a:prstDash val="solid"/>
          </a:ln>
        </p:spPr>
      </p:sp>
      <p:sp>
        <p:nvSpPr>
          <p:cNvPr id="524" name="nature-spatial-mechanism-v2-208">
            <a:extLst xmlns:a="http://schemas.openxmlformats.org/drawingml/2006/main">
              <a:ext uri="{FF2B5EF4-FFF2-40B4-BE49-F238E27FC236}">
                <a16:creationId xmlns:a16="http://schemas.microsoft.com/office/drawing/2014/main" id="{EC508CE7-19B5-4792-A081-5883067C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08647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525" name="nature-spatial-mechanism-v2-209-start-1">
            <a:extLst xmlns:a="http://schemas.openxmlformats.org/drawingml/2006/main">
              <a:ext uri="{FF2B5EF4-FFF2-40B4-BE49-F238E27FC236}">
                <a16:creationId xmlns:a16="http://schemas.microsoft.com/office/drawing/2014/main" id="{65942AB3-3D10-4E2D-8219-E0301974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486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6" name="nature-spatial-mechanism-v2-209-end-1">
            <a:extLst xmlns:a="http://schemas.openxmlformats.org/drawingml/2006/main">
              <a:ext uri="{FF2B5EF4-FFF2-40B4-BE49-F238E27FC236}">
                <a16:creationId xmlns:a16="http://schemas.microsoft.com/office/drawing/2014/main" id="{BE1B4A4B-5519-4C86-8B0F-0FF02CD3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762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6" name=""/>
          <p:cNvCxnSpPr>
            <a:stCxn xmlns:a="http://schemas.openxmlformats.org/drawingml/2006/main" id="525" idx="2"/>
            <a:endCxn xmlns:a="http://schemas.openxmlformats.org/drawingml/2006/main" id="526" idx="0"/>
          </p:cNvCxnSpPr>
          <p:nvPr/>
        </p:nvCxnSpPr>
        <p:spPr>
          <a:xfrm xmlns:a="http://schemas.openxmlformats.org/drawingml/2006/main">
            <a:off x="3619548" y="6486620"/>
            <a:ext cx="0" cy="2761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9950"/>
            </a:solidFill>
            <a:prstDash val="dash"/>
          </a:ln>
        </p:spPr>
      </p:cxnSp>
      <p:sp>
        <p:nvSpPr>
          <p:cNvPr id="528" name="nature-spatial-mechanism-v2-209-start-2">
            <a:extLst xmlns:a="http://schemas.openxmlformats.org/drawingml/2006/main">
              <a:ext uri="{FF2B5EF4-FFF2-40B4-BE49-F238E27FC236}">
                <a16:creationId xmlns:a16="http://schemas.microsoft.com/office/drawing/2014/main" id="{C8C8A6C8-9AD0-4F1A-B68E-4B840C79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762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9" name="nature-spatial-mechanism-v2-209-end-2">
            <a:extLst xmlns:a="http://schemas.openxmlformats.org/drawingml/2006/main">
              <a:ext uri="{FF2B5EF4-FFF2-40B4-BE49-F238E27FC236}">
                <a16:creationId xmlns:a16="http://schemas.microsoft.com/office/drawing/2014/main" id="{D682ED7A-C350-4930-AE9B-A4D91F59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62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9" name=""/>
          <p:cNvCxnSpPr>
            <a:stCxn xmlns:a="http://schemas.openxmlformats.org/drawingml/2006/main" id="528" idx="3"/>
            <a:endCxn xmlns:a="http://schemas.openxmlformats.org/drawingml/2006/main" id="529" idx="1"/>
          </p:cNvCxnSpPr>
          <p:nvPr/>
        </p:nvCxnSpPr>
        <p:spPr>
          <a:xfrm xmlns:a="http://schemas.openxmlformats.org/drawingml/2006/main">
            <a:off x="3619595" y="6762798"/>
            <a:ext cx="8381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9950"/>
            </a:solidFill>
            <a:prstDash val="dash"/>
          </a:ln>
        </p:spPr>
      </p:cxnSp>
      <p:sp>
        <p:nvSpPr>
          <p:cNvPr id="531" name="nature-spatial-mechanism-v2-209-start-3">
            <a:extLst xmlns:a="http://schemas.openxmlformats.org/drawingml/2006/main">
              <a:ext uri="{FF2B5EF4-FFF2-40B4-BE49-F238E27FC236}">
                <a16:creationId xmlns:a16="http://schemas.microsoft.com/office/drawing/2014/main" id="{A5098FCF-5AF9-4880-9948-97B0CC28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762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2" name="nature-spatial-mechanism-v2-209-end-3">
            <a:extLst xmlns:a="http://schemas.openxmlformats.org/drawingml/2006/main">
              <a:ext uri="{FF2B5EF4-FFF2-40B4-BE49-F238E27FC236}">
                <a16:creationId xmlns:a16="http://schemas.microsoft.com/office/drawing/2014/main" id="{15D3E7DB-2130-4341-A761-2B74BE3C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1151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2" name=""/>
          <p:cNvCxnSpPr>
            <a:stCxn xmlns:a="http://schemas.openxmlformats.org/drawingml/2006/main" id="531" idx="2"/>
            <a:endCxn xmlns:a="http://schemas.openxmlformats.org/drawingml/2006/main" id="532" idx="0"/>
          </p:cNvCxnSpPr>
          <p:nvPr/>
        </p:nvCxnSpPr>
        <p:spPr>
          <a:xfrm xmlns:a="http://schemas.openxmlformats.org/drawingml/2006/main">
            <a:off x="4457748" y="6762845"/>
            <a:ext cx="0" cy="3523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9950"/>
            </a:solidFill>
            <a:prstDash val="dash"/>
            <a:tailEnd type="triangle" w="med" len="med"/>
          </a:ln>
        </p:spPr>
      </p:cxnSp>
      <p:sp>
        <p:nvSpPr>
          <p:cNvPr id="534" name="nature-spatial-mechanism-v2-210-start-1">
            <a:extLst xmlns:a="http://schemas.openxmlformats.org/drawingml/2006/main">
              <a:ext uri="{FF2B5EF4-FFF2-40B4-BE49-F238E27FC236}">
                <a16:creationId xmlns:a16="http://schemas.microsoft.com/office/drawing/2014/main" id="{6A8E081A-8FAD-4642-8BEE-479DF1CD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86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5" name="nature-spatial-mechanism-v2-210-end-1">
            <a:extLst xmlns:a="http://schemas.openxmlformats.org/drawingml/2006/main">
              <a:ext uri="{FF2B5EF4-FFF2-40B4-BE49-F238E27FC236}">
                <a16:creationId xmlns:a16="http://schemas.microsoft.com/office/drawing/2014/main" id="{CBC1CA75-43C2-4BB6-97B8-0D18530E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762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5" name=""/>
          <p:cNvCxnSpPr>
            <a:stCxn xmlns:a="http://schemas.openxmlformats.org/drawingml/2006/main" id="534" idx="2"/>
            <a:endCxn xmlns:a="http://schemas.openxmlformats.org/drawingml/2006/main" id="535" idx="0"/>
          </p:cNvCxnSpPr>
          <p:nvPr/>
        </p:nvCxnSpPr>
        <p:spPr>
          <a:xfrm xmlns:a="http://schemas.openxmlformats.org/drawingml/2006/main">
            <a:off x="6038898" y="6486620"/>
            <a:ext cx="0" cy="2761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80B4"/>
            </a:solidFill>
            <a:prstDash val="dash"/>
          </a:ln>
        </p:spPr>
      </p:cxnSp>
      <p:sp>
        <p:nvSpPr>
          <p:cNvPr id="537" name="nature-spatial-mechanism-v2-210-start-2">
            <a:extLst xmlns:a="http://schemas.openxmlformats.org/drawingml/2006/main">
              <a:ext uri="{FF2B5EF4-FFF2-40B4-BE49-F238E27FC236}">
                <a16:creationId xmlns:a16="http://schemas.microsoft.com/office/drawing/2014/main" id="{44C8144B-3F08-4FAE-80DC-C8F02B75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762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8" name="nature-spatial-mechanism-v2-210-end-2">
            <a:extLst xmlns:a="http://schemas.openxmlformats.org/drawingml/2006/main">
              <a:ext uri="{FF2B5EF4-FFF2-40B4-BE49-F238E27FC236}">
                <a16:creationId xmlns:a16="http://schemas.microsoft.com/office/drawing/2014/main" id="{1085B6F7-86DF-46A9-B26C-90E7F42B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762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8" name=""/>
          <p:cNvCxnSpPr>
            <a:stCxn xmlns:a="http://schemas.openxmlformats.org/drawingml/2006/main" id="537" idx="1"/>
            <a:endCxn xmlns:a="http://schemas.openxmlformats.org/drawingml/2006/main" id="538" idx="3"/>
          </p:cNvCxnSpPr>
          <p:nvPr/>
        </p:nvCxnSpPr>
        <p:spPr>
          <a:xfrm xmlns:a="http://schemas.openxmlformats.org/drawingml/2006/main" flipH="1">
            <a:off x="5410295" y="6762798"/>
            <a:ext cx="62855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80B4"/>
            </a:solidFill>
            <a:prstDash val="dash"/>
          </a:ln>
        </p:spPr>
      </p:cxnSp>
      <p:sp>
        <p:nvSpPr>
          <p:cNvPr id="540" name="nature-spatial-mechanism-v2-210-start-3">
            <a:extLst xmlns:a="http://schemas.openxmlformats.org/drawingml/2006/main">
              <a:ext uri="{FF2B5EF4-FFF2-40B4-BE49-F238E27FC236}">
                <a16:creationId xmlns:a16="http://schemas.microsoft.com/office/drawing/2014/main" id="{096BE80B-E0B2-46E7-903E-877A564B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762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1" name="nature-spatial-mechanism-v2-210-end-3">
            <a:extLst xmlns:a="http://schemas.openxmlformats.org/drawingml/2006/main">
              <a:ext uri="{FF2B5EF4-FFF2-40B4-BE49-F238E27FC236}">
                <a16:creationId xmlns:a16="http://schemas.microsoft.com/office/drawing/2014/main" id="{4079EE3A-0A56-409C-9AD9-24DF1A3E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71151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1" name=""/>
          <p:cNvCxnSpPr>
            <a:stCxn xmlns:a="http://schemas.openxmlformats.org/drawingml/2006/main" id="540" idx="2"/>
            <a:endCxn xmlns:a="http://schemas.openxmlformats.org/drawingml/2006/main" id="541" idx="0"/>
          </p:cNvCxnSpPr>
          <p:nvPr/>
        </p:nvCxnSpPr>
        <p:spPr>
          <a:xfrm xmlns:a="http://schemas.openxmlformats.org/drawingml/2006/main">
            <a:off x="5410248" y="6762845"/>
            <a:ext cx="0" cy="3523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80B4"/>
            </a:solidFill>
            <a:prstDash val="dash"/>
            <a:tailEnd type="triangle" w="med" len="med"/>
          </a:ln>
        </p:spPr>
      </p:cxnSp>
      <p:sp>
        <p:nvSpPr>
          <p:cNvPr id="543" name="nature-spatial-mechanism-v2-211">
            <a:extLst xmlns:a="http://schemas.openxmlformats.org/drawingml/2006/main">
              <a:ext uri="{FF2B5EF4-FFF2-40B4-BE49-F238E27FC236}">
                <a16:creationId xmlns:a16="http://schemas.microsoft.com/office/drawing/2014/main" id="{0004DB4A-7006-431A-974B-6837A896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6934200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Cell profile</a:t>
            </a:r>
          </a:p>
        </p:txBody>
      </p:sp>
      <p:sp>
        <p:nvSpPr>
          <p:cNvPr id="544" name="nature-spatial-mechanism-v2-212">
            <a:extLst xmlns:a="http://schemas.openxmlformats.org/drawingml/2006/main">
              <a:ext uri="{FF2B5EF4-FFF2-40B4-BE49-F238E27FC236}">
                <a16:creationId xmlns:a16="http://schemas.microsoft.com/office/drawing/2014/main" id="{E08353E0-4283-4F6A-93D2-6A01171B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81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5" name="nature-spatial-mechanism-v2-213">
            <a:extLst xmlns:a="http://schemas.openxmlformats.org/drawingml/2006/main">
              <a:ext uri="{FF2B5EF4-FFF2-40B4-BE49-F238E27FC236}">
                <a16:creationId xmlns:a16="http://schemas.microsoft.com/office/drawing/2014/main" id="{2D277762-486E-4DB9-9B89-86C89C60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81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nature-spatial-mechanism-v2-214">
            <a:extLst xmlns:a="http://schemas.openxmlformats.org/drawingml/2006/main">
              <a:ext uri="{FF2B5EF4-FFF2-40B4-BE49-F238E27FC236}">
                <a16:creationId xmlns:a16="http://schemas.microsoft.com/office/drawing/2014/main" id="{01BDE0B0-9990-498D-AC58-6CFD16A2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381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nature-spatial-mechanism-v2-215">
            <a:extLst xmlns:a="http://schemas.openxmlformats.org/drawingml/2006/main">
              <a:ext uri="{FF2B5EF4-FFF2-40B4-BE49-F238E27FC236}">
                <a16:creationId xmlns:a16="http://schemas.microsoft.com/office/drawing/2014/main" id="{EF841918-2505-40A2-A4F3-0F5C0775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381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nature-spatial-mechanism-v2-216">
            <a:extLst xmlns:a="http://schemas.openxmlformats.org/drawingml/2006/main">
              <a:ext uri="{FF2B5EF4-FFF2-40B4-BE49-F238E27FC236}">
                <a16:creationId xmlns:a16="http://schemas.microsoft.com/office/drawing/2014/main" id="{20953DBE-5F61-4DDB-BA58-69FF3D66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381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9" name="nature-spatial-mechanism-v2-217">
            <a:extLst xmlns:a="http://schemas.openxmlformats.org/drawingml/2006/main">
              <a:ext uri="{FF2B5EF4-FFF2-40B4-BE49-F238E27FC236}">
                <a16:creationId xmlns:a16="http://schemas.microsoft.com/office/drawing/2014/main" id="{D3BF5FD1-5071-4A9F-B78F-75F194D4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72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nature-spatial-mechanism-v2-218">
            <a:extLst xmlns:a="http://schemas.openxmlformats.org/drawingml/2006/main">
              <a:ext uri="{FF2B5EF4-FFF2-40B4-BE49-F238E27FC236}">
                <a16:creationId xmlns:a16="http://schemas.microsoft.com/office/drawing/2014/main" id="{44D3C7C4-A664-46F4-8ABE-C7E67ADC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572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1" name="nature-spatial-mechanism-v2-219">
            <a:extLst xmlns:a="http://schemas.openxmlformats.org/drawingml/2006/main">
              <a:ext uri="{FF2B5EF4-FFF2-40B4-BE49-F238E27FC236}">
                <a16:creationId xmlns:a16="http://schemas.microsoft.com/office/drawing/2014/main" id="{F5EE200E-F20E-4A90-AA4B-B658C45B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72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nature-spatial-mechanism-v2-220">
            <a:extLst xmlns:a="http://schemas.openxmlformats.org/drawingml/2006/main">
              <a:ext uri="{FF2B5EF4-FFF2-40B4-BE49-F238E27FC236}">
                <a16:creationId xmlns:a16="http://schemas.microsoft.com/office/drawing/2014/main" id="{651CB4E8-05EF-435C-92AA-F3DEF579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572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nature-spatial-mechanism-v2-221">
            <a:extLst xmlns:a="http://schemas.openxmlformats.org/drawingml/2006/main">
              <a:ext uri="{FF2B5EF4-FFF2-40B4-BE49-F238E27FC236}">
                <a16:creationId xmlns:a16="http://schemas.microsoft.com/office/drawing/2014/main" id="{20BF7FA9-3D49-43D6-8054-7C8F92E0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572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nature-spatial-mechanism-v2-222">
            <a:extLst xmlns:a="http://schemas.openxmlformats.org/drawingml/2006/main">
              <a:ext uri="{FF2B5EF4-FFF2-40B4-BE49-F238E27FC236}">
                <a16:creationId xmlns:a16="http://schemas.microsoft.com/office/drawing/2014/main" id="{ED2E6FD5-7DE4-408F-8BB2-2AE5C92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6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5" name="nature-spatial-mechanism-v2-223">
            <a:extLst xmlns:a="http://schemas.openxmlformats.org/drawingml/2006/main">
              <a:ext uri="{FF2B5EF4-FFF2-40B4-BE49-F238E27FC236}">
                <a16:creationId xmlns:a16="http://schemas.microsoft.com/office/drawing/2014/main" id="{A29032A3-5ECA-4CF8-8EDF-A8811DF2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6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nature-spatial-mechanism-v2-224">
            <a:extLst xmlns:a="http://schemas.openxmlformats.org/drawingml/2006/main">
              <a:ext uri="{FF2B5EF4-FFF2-40B4-BE49-F238E27FC236}">
                <a16:creationId xmlns:a16="http://schemas.microsoft.com/office/drawing/2014/main" id="{AA5AE57F-4E99-49B9-B8EA-0ACE3BE6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6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nature-spatial-mechanism-v2-225">
            <a:extLst xmlns:a="http://schemas.openxmlformats.org/drawingml/2006/main">
              <a:ext uri="{FF2B5EF4-FFF2-40B4-BE49-F238E27FC236}">
                <a16:creationId xmlns:a16="http://schemas.microsoft.com/office/drawing/2014/main" id="{B4FBFE17-CF41-4FE5-B0A0-37692A6E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76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8" name="nature-spatial-mechanism-v2-226">
            <a:extLst xmlns:a="http://schemas.openxmlformats.org/drawingml/2006/main">
              <a:ext uri="{FF2B5EF4-FFF2-40B4-BE49-F238E27FC236}">
                <a16:creationId xmlns:a16="http://schemas.microsoft.com/office/drawing/2014/main" id="{A3A31159-AED6-47B4-8C26-C4ED46CB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76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nature-spatial-mechanism-v2-227">
            <a:extLst xmlns:a="http://schemas.openxmlformats.org/drawingml/2006/main">
              <a:ext uri="{FF2B5EF4-FFF2-40B4-BE49-F238E27FC236}">
                <a16:creationId xmlns:a16="http://schemas.microsoft.com/office/drawing/2014/main" id="{C27E0132-03FF-44FB-BAE1-B6CC8132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53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nature-spatial-mechanism-v2-228">
            <a:extLst xmlns:a="http://schemas.openxmlformats.org/drawingml/2006/main">
              <a:ext uri="{FF2B5EF4-FFF2-40B4-BE49-F238E27FC236}">
                <a16:creationId xmlns:a16="http://schemas.microsoft.com/office/drawing/2014/main" id="{3D445E4D-4C35-44CD-934C-E7B93048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953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nature-spatial-mechanism-v2-229">
            <a:extLst xmlns:a="http://schemas.openxmlformats.org/drawingml/2006/main">
              <a:ext uri="{FF2B5EF4-FFF2-40B4-BE49-F238E27FC236}">
                <a16:creationId xmlns:a16="http://schemas.microsoft.com/office/drawing/2014/main" id="{6E5BB5AA-67EE-4F66-82B2-36734BEB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53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nature-spatial-mechanism-v2-230">
            <a:extLst xmlns:a="http://schemas.openxmlformats.org/drawingml/2006/main">
              <a:ext uri="{FF2B5EF4-FFF2-40B4-BE49-F238E27FC236}">
                <a16:creationId xmlns:a16="http://schemas.microsoft.com/office/drawing/2014/main" id="{F561A699-0EB5-4D01-9C7D-42E3810B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953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nature-spatial-mechanism-v2-231">
            <a:extLst xmlns:a="http://schemas.openxmlformats.org/drawingml/2006/main">
              <a:ext uri="{FF2B5EF4-FFF2-40B4-BE49-F238E27FC236}">
                <a16:creationId xmlns:a16="http://schemas.microsoft.com/office/drawing/2014/main" id="{3A15FBD6-9E04-451E-8D09-FECEFF08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953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4" name="nature-spatial-mechanism-v2-232-start-1">
            <a:extLst xmlns:a="http://schemas.openxmlformats.org/drawingml/2006/main">
              <a:ext uri="{FF2B5EF4-FFF2-40B4-BE49-F238E27FC236}">
                <a16:creationId xmlns:a16="http://schemas.microsoft.com/office/drawing/2014/main" id="{2EE76AB9-7EBD-4840-B12B-E2C5475A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7762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5" name="nature-spatial-mechanism-v2-232-end-1">
            <a:extLst xmlns:a="http://schemas.openxmlformats.org/drawingml/2006/main">
              <a:ext uri="{FF2B5EF4-FFF2-40B4-BE49-F238E27FC236}">
                <a16:creationId xmlns:a16="http://schemas.microsoft.com/office/drawing/2014/main" id="{EE53D17B-D927-4648-BFFE-3EBF9790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762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5" name=""/>
          <p:cNvCxnSpPr>
            <a:stCxn xmlns:a="http://schemas.openxmlformats.org/drawingml/2006/main" id="564" idx="3"/>
            <a:endCxn xmlns:a="http://schemas.openxmlformats.org/drawingml/2006/main" id="565" idx="1"/>
          </p:cNvCxnSpPr>
          <p:nvPr/>
        </p:nvCxnSpPr>
        <p:spPr>
          <a:xfrm xmlns:a="http://schemas.openxmlformats.org/drawingml/2006/main">
            <a:off x="1781270" y="7762923"/>
            <a:ext cx="31423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567" name="nature-spatial-mechanism-v2-233">
            <a:extLst xmlns:a="http://schemas.openxmlformats.org/drawingml/2006/main">
              <a:ext uri="{FF2B5EF4-FFF2-40B4-BE49-F238E27FC236}">
                <a16:creationId xmlns:a16="http://schemas.microsoft.com/office/drawing/2014/main" id="{53FE394B-A86E-4523-9F44-BD495A2E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7258050"/>
            <a:ext cx="1209675" cy="1076325"/>
          </a:xfrm>
          <a:custGeom xmlns:a="http://schemas.openxmlformats.org/drawingml/2006/main">
            <a:pathLst>
              <a:path w="1209675" h="1076325">
                <a:moveTo>
                  <a:pt x="0" y="0"/>
                </a:moveTo>
                <a:lnTo>
                  <a:pt x="1209675" y="215265"/>
                </a:lnTo>
                <a:lnTo>
                  <a:pt x="1209675" y="861060"/>
                </a:lnTo>
                <a:lnTo>
                  <a:pt x="0" y="1076325"/>
                </a:lnTo>
                <a:close/>
              </a:path>
            </a:pathLst>
          </a:custGeom>
          <a:solidFill xmlns:a="http://schemas.openxmlformats.org/drawingml/2006/main">
            <a:srgbClr val="D8E5EF"/>
          </a:solidFill>
          <a:ln xmlns:a="http://schemas.openxmlformats.org/drawingml/2006/main" w="19050">
            <a:solidFill>
              <a:srgbClr val="527FAA"/>
            </a:solidFill>
            <a:prstDash val="solid"/>
          </a:ln>
        </p:spPr>
      </p:sp>
      <p:sp>
        <p:nvSpPr>
          <p:cNvPr id="568" name="nature-spatial-mechanism-v2-234">
            <a:extLst xmlns:a="http://schemas.openxmlformats.org/drawingml/2006/main">
              <a:ext uri="{FF2B5EF4-FFF2-40B4-BE49-F238E27FC236}">
                <a16:creationId xmlns:a16="http://schemas.microsoft.com/office/drawing/2014/main" id="{37AB68A4-7D2C-427D-89FF-55DB8518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7645527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569" name="nature-spatial-mechanism-v2-235">
            <a:extLst xmlns:a="http://schemas.openxmlformats.org/drawingml/2006/main">
              <a:ext uri="{FF2B5EF4-FFF2-40B4-BE49-F238E27FC236}">
                <a16:creationId xmlns:a16="http://schemas.microsoft.com/office/drawing/2014/main" id="{AF749CB6-12FD-46BC-A162-B314AB28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744" y="8033004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570" name="nature-spatial-mechanism-v2-236">
            <a:extLst xmlns:a="http://schemas.openxmlformats.org/drawingml/2006/main">
              <a:ext uri="{FF2B5EF4-FFF2-40B4-BE49-F238E27FC236}">
                <a16:creationId xmlns:a16="http://schemas.microsoft.com/office/drawing/2014/main" id="{5F4D261A-CADE-49C2-B743-D74E37DE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619" y="8033004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571" name="nature-spatial-mechanism-v2-237">
            <a:extLst xmlns:a="http://schemas.openxmlformats.org/drawingml/2006/main">
              <a:ext uri="{FF2B5EF4-FFF2-40B4-BE49-F238E27FC236}">
                <a16:creationId xmlns:a16="http://schemas.microsoft.com/office/drawing/2014/main" id="{D82C91C1-80A1-43E7-AF21-2BE2B156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494" y="8033004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572" name="nature-spatial-mechanism-v2-238-start-1">
            <a:extLst xmlns:a="http://schemas.openxmlformats.org/drawingml/2006/main">
              <a:ext uri="{FF2B5EF4-FFF2-40B4-BE49-F238E27FC236}">
                <a16:creationId xmlns:a16="http://schemas.microsoft.com/office/drawing/2014/main" id="{9CDA6951-E343-4215-8780-2A40665C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762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3" name="nature-spatial-mechanism-v2-238-end-1">
            <a:extLst xmlns:a="http://schemas.openxmlformats.org/drawingml/2006/main">
              <a:ext uri="{FF2B5EF4-FFF2-40B4-BE49-F238E27FC236}">
                <a16:creationId xmlns:a16="http://schemas.microsoft.com/office/drawing/2014/main" id="{509255AE-B712-42CD-BB29-8E173E4C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762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3" name=""/>
          <p:cNvCxnSpPr>
            <a:stCxn xmlns:a="http://schemas.openxmlformats.org/drawingml/2006/main" id="572" idx="3"/>
            <a:endCxn xmlns:a="http://schemas.openxmlformats.org/drawingml/2006/main" id="573" idx="1"/>
          </p:cNvCxnSpPr>
          <p:nvPr/>
        </p:nvCxnSpPr>
        <p:spPr>
          <a:xfrm xmlns:a="http://schemas.openxmlformats.org/drawingml/2006/main">
            <a:off x="3524345" y="7762923"/>
            <a:ext cx="41900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575" name="nature-spatial-mechanism-v2-239-start-1">
            <a:extLst xmlns:a="http://schemas.openxmlformats.org/drawingml/2006/main">
              <a:ext uri="{FF2B5EF4-FFF2-40B4-BE49-F238E27FC236}">
                <a16:creationId xmlns:a16="http://schemas.microsoft.com/office/drawing/2014/main" id="{13F8A909-98C7-48EC-A34A-89A59E3F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758" y="78317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6" name="nature-spatial-mechanism-v2-239-end-1">
            <a:extLst xmlns:a="http://schemas.openxmlformats.org/drawingml/2006/main">
              <a:ext uri="{FF2B5EF4-FFF2-40B4-BE49-F238E27FC236}">
                <a16:creationId xmlns:a16="http://schemas.microsoft.com/office/drawing/2014/main" id="{01EFC840-D449-48F3-931A-98529EA8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73841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6" name=""/>
          <p:cNvCxnSpPr>
            <a:stCxn xmlns:a="http://schemas.openxmlformats.org/drawingml/2006/main" id="575" idx="0"/>
            <a:endCxn xmlns:a="http://schemas.openxmlformats.org/drawingml/2006/main" id="576" idx="2"/>
          </p:cNvCxnSpPr>
          <p:nvPr/>
        </p:nvCxnSpPr>
        <p:spPr>
          <a:xfrm xmlns:a="http://schemas.openxmlformats.org/drawingml/2006/main" flipV="1">
            <a:off x="4155806" y="7384256"/>
            <a:ext cx="316230" cy="4474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578" name="nature-spatial-mechanism-v2-240-start-1">
            <a:extLst xmlns:a="http://schemas.openxmlformats.org/drawingml/2006/main">
              <a:ext uri="{FF2B5EF4-FFF2-40B4-BE49-F238E27FC236}">
                <a16:creationId xmlns:a16="http://schemas.microsoft.com/office/drawing/2014/main" id="{72B75410-E070-418D-B8C0-83128369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758" y="78317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9" name="nature-spatial-mechanism-v2-240-end-1">
            <a:extLst xmlns:a="http://schemas.openxmlformats.org/drawingml/2006/main">
              <a:ext uri="{FF2B5EF4-FFF2-40B4-BE49-F238E27FC236}">
                <a16:creationId xmlns:a16="http://schemas.microsoft.com/office/drawing/2014/main" id="{317FF34A-BD3C-49D5-AB67-4FED8BD8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857" y="82914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9" name=""/>
          <p:cNvCxnSpPr>
            <a:stCxn xmlns:a="http://schemas.openxmlformats.org/drawingml/2006/main" id="578" idx="2"/>
            <a:endCxn xmlns:a="http://schemas.openxmlformats.org/drawingml/2006/main" id="579" idx="0"/>
          </p:cNvCxnSpPr>
          <p:nvPr/>
        </p:nvCxnSpPr>
        <p:spPr>
          <a:xfrm xmlns:a="http://schemas.openxmlformats.org/drawingml/2006/main">
            <a:off x="4155806" y="7831836"/>
            <a:ext cx="411099" cy="45958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581" name="nature-spatial-mechanism-v2-241-start-1">
            <a:extLst xmlns:a="http://schemas.openxmlformats.org/drawingml/2006/main">
              <a:ext uri="{FF2B5EF4-FFF2-40B4-BE49-F238E27FC236}">
                <a16:creationId xmlns:a16="http://schemas.microsoft.com/office/drawing/2014/main" id="{23AB259E-3A3A-4BBF-AC6D-CBE275B8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758" y="78317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2" name="nature-spatial-mechanism-v2-241-end-1">
            <a:extLst xmlns:a="http://schemas.openxmlformats.org/drawingml/2006/main">
              <a:ext uri="{FF2B5EF4-FFF2-40B4-BE49-F238E27FC236}">
                <a16:creationId xmlns:a16="http://schemas.microsoft.com/office/drawing/2014/main" id="{B7156330-B2B8-4E41-B5D1-094506C6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087" y="7807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2" name=""/>
          <p:cNvCxnSpPr>
            <a:stCxn xmlns:a="http://schemas.openxmlformats.org/drawingml/2006/main" id="581" idx="3"/>
            <a:endCxn xmlns:a="http://schemas.openxmlformats.org/drawingml/2006/main" id="582" idx="1"/>
          </p:cNvCxnSpPr>
          <p:nvPr/>
        </p:nvCxnSpPr>
        <p:spPr>
          <a:xfrm xmlns:a="http://schemas.openxmlformats.org/drawingml/2006/main" flipV="1">
            <a:off x="4155853" y="7807595"/>
            <a:ext cx="727234" cy="2419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584" name="nature-spatial-mechanism-v2-242-start-1">
            <a:extLst xmlns:a="http://schemas.openxmlformats.org/drawingml/2006/main">
              <a:ext uri="{FF2B5EF4-FFF2-40B4-BE49-F238E27FC236}">
                <a16:creationId xmlns:a16="http://schemas.microsoft.com/office/drawing/2014/main" id="{5CEBEB9D-E414-4381-8010-2E0D33D5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73841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5" name="nature-spatial-mechanism-v2-242-end-1">
            <a:extLst xmlns:a="http://schemas.openxmlformats.org/drawingml/2006/main">
              <a:ext uri="{FF2B5EF4-FFF2-40B4-BE49-F238E27FC236}">
                <a16:creationId xmlns:a16="http://schemas.microsoft.com/office/drawing/2014/main" id="{F289B719-02FD-43E8-AAD3-27270374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087" y="7807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5" name=""/>
          <p:cNvCxnSpPr>
            <a:stCxn xmlns:a="http://schemas.openxmlformats.org/drawingml/2006/main" id="584" idx="2"/>
            <a:endCxn xmlns:a="http://schemas.openxmlformats.org/drawingml/2006/main" id="585" idx="0"/>
          </p:cNvCxnSpPr>
          <p:nvPr/>
        </p:nvCxnSpPr>
        <p:spPr>
          <a:xfrm xmlns:a="http://schemas.openxmlformats.org/drawingml/2006/main">
            <a:off x="4472036" y="7384256"/>
            <a:ext cx="411099" cy="4232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587" name="nature-spatial-mechanism-v2-243-start-1">
            <a:extLst xmlns:a="http://schemas.openxmlformats.org/drawingml/2006/main">
              <a:ext uri="{FF2B5EF4-FFF2-40B4-BE49-F238E27FC236}">
                <a16:creationId xmlns:a16="http://schemas.microsoft.com/office/drawing/2014/main" id="{663C7FD7-409F-4BCD-8A43-052C3AE8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73841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8" name="nature-spatial-mechanism-v2-243-end-1">
            <a:extLst xmlns:a="http://schemas.openxmlformats.org/drawingml/2006/main">
              <a:ext uri="{FF2B5EF4-FFF2-40B4-BE49-F238E27FC236}">
                <a16:creationId xmlns:a16="http://schemas.microsoft.com/office/drawing/2014/main" id="{9A6A2F1F-E253-4955-AE0B-01E93F8F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751" y="73841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8" name=""/>
          <p:cNvCxnSpPr>
            <a:stCxn xmlns:a="http://schemas.openxmlformats.org/drawingml/2006/main" id="587" idx="3"/>
            <a:endCxn xmlns:a="http://schemas.openxmlformats.org/drawingml/2006/main" id="588" idx="1"/>
          </p:cNvCxnSpPr>
          <p:nvPr/>
        </p:nvCxnSpPr>
        <p:spPr>
          <a:xfrm xmlns:a="http://schemas.openxmlformats.org/drawingml/2006/main">
            <a:off x="4472083" y="7384209"/>
            <a:ext cx="77466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590" name="nature-spatial-mechanism-v2-244-start-1">
            <a:extLst xmlns:a="http://schemas.openxmlformats.org/drawingml/2006/main">
              <a:ext uri="{FF2B5EF4-FFF2-40B4-BE49-F238E27FC236}">
                <a16:creationId xmlns:a16="http://schemas.microsoft.com/office/drawing/2014/main" id="{286F58E9-6DE6-487A-9447-563468A6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857" y="82914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1" name="nature-spatial-mechanism-v2-244-end-1">
            <a:extLst xmlns:a="http://schemas.openxmlformats.org/drawingml/2006/main">
              <a:ext uri="{FF2B5EF4-FFF2-40B4-BE49-F238E27FC236}">
                <a16:creationId xmlns:a16="http://schemas.microsoft.com/office/drawing/2014/main" id="{63A10BF3-4165-4A5F-A029-5F63BCC5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087" y="7807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1" name=""/>
          <p:cNvCxnSpPr>
            <a:stCxn xmlns:a="http://schemas.openxmlformats.org/drawingml/2006/main" id="590" idx="0"/>
            <a:endCxn xmlns:a="http://schemas.openxmlformats.org/drawingml/2006/main" id="591" idx="2"/>
          </p:cNvCxnSpPr>
          <p:nvPr/>
        </p:nvCxnSpPr>
        <p:spPr>
          <a:xfrm xmlns:a="http://schemas.openxmlformats.org/drawingml/2006/main" flipV="1">
            <a:off x="4566905" y="7807642"/>
            <a:ext cx="316230" cy="483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593" name="nature-spatial-mechanism-v2-245-start-1">
            <a:extLst xmlns:a="http://schemas.openxmlformats.org/drawingml/2006/main">
              <a:ext uri="{FF2B5EF4-FFF2-40B4-BE49-F238E27FC236}">
                <a16:creationId xmlns:a16="http://schemas.microsoft.com/office/drawing/2014/main" id="{FC24C975-E10E-4858-B62B-328B5E6C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857" y="82914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4" name="nature-spatial-mechanism-v2-245-end-1">
            <a:extLst xmlns:a="http://schemas.openxmlformats.org/drawingml/2006/main">
              <a:ext uri="{FF2B5EF4-FFF2-40B4-BE49-F238E27FC236}">
                <a16:creationId xmlns:a16="http://schemas.microsoft.com/office/drawing/2014/main" id="{FB30CAAD-489C-4FB0-943C-04D19E75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317" y="83519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4" name=""/>
          <p:cNvCxnSpPr>
            <a:stCxn xmlns:a="http://schemas.openxmlformats.org/drawingml/2006/main" id="593" idx="3"/>
            <a:endCxn xmlns:a="http://schemas.openxmlformats.org/drawingml/2006/main" id="594" idx="1"/>
          </p:cNvCxnSpPr>
          <p:nvPr/>
        </p:nvCxnSpPr>
        <p:spPr>
          <a:xfrm xmlns:a="http://schemas.openxmlformats.org/drawingml/2006/main">
            <a:off x="4566952" y="8291465"/>
            <a:ext cx="632365" cy="6048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596" name="nature-spatial-mechanism-v2-246-start-1">
            <a:extLst xmlns:a="http://schemas.openxmlformats.org/drawingml/2006/main">
              <a:ext uri="{FF2B5EF4-FFF2-40B4-BE49-F238E27FC236}">
                <a16:creationId xmlns:a16="http://schemas.microsoft.com/office/drawing/2014/main" id="{15E118F6-481C-4E35-8126-1E6AEAAC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087" y="7807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7" name="nature-spatial-mechanism-v2-246-end-1">
            <a:extLst xmlns:a="http://schemas.openxmlformats.org/drawingml/2006/main">
              <a:ext uri="{FF2B5EF4-FFF2-40B4-BE49-F238E27FC236}">
                <a16:creationId xmlns:a16="http://schemas.microsoft.com/office/drawing/2014/main" id="{9A859DDD-0F08-4BC6-BDB8-335749D3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751" y="73841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7" name=""/>
          <p:cNvCxnSpPr>
            <a:stCxn xmlns:a="http://schemas.openxmlformats.org/drawingml/2006/main" id="596" idx="0"/>
            <a:endCxn xmlns:a="http://schemas.openxmlformats.org/drawingml/2006/main" id="597" idx="2"/>
          </p:cNvCxnSpPr>
          <p:nvPr/>
        </p:nvCxnSpPr>
        <p:spPr>
          <a:xfrm xmlns:a="http://schemas.openxmlformats.org/drawingml/2006/main" flipV="1">
            <a:off x="4883135" y="7384256"/>
            <a:ext cx="363664" cy="4232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599" name="nature-spatial-mechanism-v2-247-start-1">
            <a:extLst xmlns:a="http://schemas.openxmlformats.org/drawingml/2006/main">
              <a:ext uri="{FF2B5EF4-FFF2-40B4-BE49-F238E27FC236}">
                <a16:creationId xmlns:a16="http://schemas.microsoft.com/office/drawing/2014/main" id="{D36BE07C-D84A-4B24-9167-ABDFEF34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087" y="7807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0" name="nature-spatial-mechanism-v2-247-end-1">
            <a:extLst xmlns:a="http://schemas.openxmlformats.org/drawingml/2006/main">
              <a:ext uri="{FF2B5EF4-FFF2-40B4-BE49-F238E27FC236}">
                <a16:creationId xmlns:a16="http://schemas.microsoft.com/office/drawing/2014/main" id="{C29DBD22-57DD-4820-8251-3F946C70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81" y="79769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0" name=""/>
          <p:cNvCxnSpPr>
            <a:stCxn xmlns:a="http://schemas.openxmlformats.org/drawingml/2006/main" id="599" idx="3"/>
            <a:endCxn xmlns:a="http://schemas.openxmlformats.org/drawingml/2006/main" id="600" idx="1"/>
          </p:cNvCxnSpPr>
          <p:nvPr/>
        </p:nvCxnSpPr>
        <p:spPr>
          <a:xfrm xmlns:a="http://schemas.openxmlformats.org/drawingml/2006/main">
            <a:off x="4883182" y="7807595"/>
            <a:ext cx="679799" cy="1693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602" name="nature-spatial-mechanism-v2-248-start-1">
            <a:extLst xmlns:a="http://schemas.openxmlformats.org/drawingml/2006/main">
              <a:ext uri="{FF2B5EF4-FFF2-40B4-BE49-F238E27FC236}">
                <a16:creationId xmlns:a16="http://schemas.microsoft.com/office/drawing/2014/main" id="{2BF69CCF-444B-4151-8CD8-F8B755EB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087" y="7807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3" name="nature-spatial-mechanism-v2-248-end-1">
            <a:extLst xmlns:a="http://schemas.openxmlformats.org/drawingml/2006/main">
              <a:ext uri="{FF2B5EF4-FFF2-40B4-BE49-F238E27FC236}">
                <a16:creationId xmlns:a16="http://schemas.microsoft.com/office/drawing/2014/main" id="{0871AF45-AFC1-4A70-96CD-E441287E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317" y="83519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3" name=""/>
          <p:cNvCxnSpPr>
            <a:stCxn xmlns:a="http://schemas.openxmlformats.org/drawingml/2006/main" id="602" idx="2"/>
            <a:endCxn xmlns:a="http://schemas.openxmlformats.org/drawingml/2006/main" id="603" idx="0"/>
          </p:cNvCxnSpPr>
          <p:nvPr/>
        </p:nvCxnSpPr>
        <p:spPr>
          <a:xfrm xmlns:a="http://schemas.openxmlformats.org/drawingml/2006/main">
            <a:off x="4883135" y="7807642"/>
            <a:ext cx="316230" cy="54425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605" name="nature-spatial-mechanism-v2-249-start-1">
            <a:extLst xmlns:a="http://schemas.openxmlformats.org/drawingml/2006/main">
              <a:ext uri="{FF2B5EF4-FFF2-40B4-BE49-F238E27FC236}">
                <a16:creationId xmlns:a16="http://schemas.microsoft.com/office/drawing/2014/main" id="{62F3F134-ADD3-472D-A53D-3B57C337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751" y="73841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6" name="nature-spatial-mechanism-v2-249-end-1">
            <a:extLst xmlns:a="http://schemas.openxmlformats.org/drawingml/2006/main">
              <a:ext uri="{FF2B5EF4-FFF2-40B4-BE49-F238E27FC236}">
                <a16:creationId xmlns:a16="http://schemas.microsoft.com/office/drawing/2014/main" id="{67E4BE8E-BEBF-4B5B-BE2C-966B1358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81" y="79769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6" name=""/>
          <p:cNvCxnSpPr>
            <a:stCxn xmlns:a="http://schemas.openxmlformats.org/drawingml/2006/main" id="605" idx="2"/>
            <a:endCxn xmlns:a="http://schemas.openxmlformats.org/drawingml/2006/main" id="606" idx="0"/>
          </p:cNvCxnSpPr>
          <p:nvPr/>
        </p:nvCxnSpPr>
        <p:spPr>
          <a:xfrm xmlns:a="http://schemas.openxmlformats.org/drawingml/2006/main">
            <a:off x="5246799" y="7384256"/>
            <a:ext cx="316230" cy="59264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608" name="nature-spatial-mechanism-v2-250-start-1">
            <a:extLst xmlns:a="http://schemas.openxmlformats.org/drawingml/2006/main">
              <a:ext uri="{FF2B5EF4-FFF2-40B4-BE49-F238E27FC236}">
                <a16:creationId xmlns:a16="http://schemas.microsoft.com/office/drawing/2014/main" id="{566D9363-4373-449A-81F3-CAB31FE2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981" y="79769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9" name="nature-spatial-mechanism-v2-250-end-1">
            <a:extLst xmlns:a="http://schemas.openxmlformats.org/drawingml/2006/main">
              <a:ext uri="{FF2B5EF4-FFF2-40B4-BE49-F238E27FC236}">
                <a16:creationId xmlns:a16="http://schemas.microsoft.com/office/drawing/2014/main" id="{E283541F-52DA-48D4-A35C-854B1993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317" y="83519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9" name=""/>
          <p:cNvCxnSpPr>
            <a:stCxn xmlns:a="http://schemas.openxmlformats.org/drawingml/2006/main" id="608" idx="2"/>
            <a:endCxn xmlns:a="http://schemas.openxmlformats.org/drawingml/2006/main" id="609" idx="0"/>
          </p:cNvCxnSpPr>
          <p:nvPr/>
        </p:nvCxnSpPr>
        <p:spPr>
          <a:xfrm xmlns:a="http://schemas.openxmlformats.org/drawingml/2006/main" flipH="1">
            <a:off x="5199365" y="7976997"/>
            <a:ext cx="363664" cy="37490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solid"/>
          </a:ln>
        </p:spPr>
      </p:cxnSp>
      <p:sp>
        <p:nvSpPr>
          <p:cNvPr id="611" name="nature-spatial-mechanism-v2-251">
            <a:extLst xmlns:a="http://schemas.openxmlformats.org/drawingml/2006/main">
              <a:ext uri="{FF2B5EF4-FFF2-40B4-BE49-F238E27FC236}">
                <a16:creationId xmlns:a16="http://schemas.microsoft.com/office/drawing/2014/main" id="{82662723-B6C0-41E0-AB89-FAD5BBEC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983" y="7726966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16193">
            <a:solidFill>
              <a:srgbClr val="4A9086"/>
            </a:solidFill>
            <a:prstDash val="solid"/>
          </a:ln>
        </p:spPr>
      </p:sp>
      <p:sp>
        <p:nvSpPr>
          <p:cNvPr id="612" name="nature-spatial-mechanism-v2-252">
            <a:extLst xmlns:a="http://schemas.openxmlformats.org/drawingml/2006/main">
              <a:ext uri="{FF2B5EF4-FFF2-40B4-BE49-F238E27FC236}">
                <a16:creationId xmlns:a16="http://schemas.microsoft.com/office/drawing/2014/main" id="{8E40DC65-4948-41F3-9E14-863DFC6A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213" y="7279386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6193">
            <a:solidFill>
              <a:srgbClr val="4A9086"/>
            </a:solidFill>
            <a:prstDash val="solid"/>
          </a:ln>
        </p:spPr>
      </p:sp>
      <p:sp>
        <p:nvSpPr>
          <p:cNvPr id="613" name="nature-spatial-mechanism-v2-253">
            <a:extLst xmlns:a="http://schemas.openxmlformats.org/drawingml/2006/main">
              <a:ext uri="{FF2B5EF4-FFF2-40B4-BE49-F238E27FC236}">
                <a16:creationId xmlns:a16="http://schemas.microsoft.com/office/drawing/2014/main" id="{0E94C0F6-6B4F-49C2-9A98-D863A018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082" y="8186642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16193">
            <a:solidFill>
              <a:srgbClr val="4A9086"/>
            </a:solidFill>
            <a:prstDash val="solid"/>
          </a:ln>
        </p:spPr>
      </p:sp>
      <p:sp>
        <p:nvSpPr>
          <p:cNvPr id="614" name="nature-spatial-mechanism-v2-254">
            <a:extLst xmlns:a="http://schemas.openxmlformats.org/drawingml/2006/main">
              <a:ext uri="{FF2B5EF4-FFF2-40B4-BE49-F238E27FC236}">
                <a16:creationId xmlns:a16="http://schemas.microsoft.com/office/drawing/2014/main" id="{DD756B20-0C4D-4893-B5B1-3F4475DF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312" y="7702772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16193">
            <a:solidFill>
              <a:srgbClr val="4A9086"/>
            </a:solidFill>
            <a:prstDash val="solid"/>
          </a:ln>
        </p:spPr>
      </p:sp>
      <p:sp>
        <p:nvSpPr>
          <p:cNvPr id="615" name="nature-spatial-mechanism-v2-255">
            <a:extLst xmlns:a="http://schemas.openxmlformats.org/drawingml/2006/main">
              <a:ext uri="{FF2B5EF4-FFF2-40B4-BE49-F238E27FC236}">
                <a16:creationId xmlns:a16="http://schemas.microsoft.com/office/drawing/2014/main" id="{884A8C4B-C6D8-42B2-B5A6-C74239F7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976" y="7279386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16193">
            <a:solidFill>
              <a:srgbClr val="4A9086"/>
            </a:solidFill>
            <a:prstDash val="solid"/>
          </a:ln>
        </p:spPr>
      </p:sp>
      <p:sp>
        <p:nvSpPr>
          <p:cNvPr id="616" name="nature-spatial-mechanism-v2-256">
            <a:extLst xmlns:a="http://schemas.openxmlformats.org/drawingml/2006/main">
              <a:ext uri="{FF2B5EF4-FFF2-40B4-BE49-F238E27FC236}">
                <a16:creationId xmlns:a16="http://schemas.microsoft.com/office/drawing/2014/main" id="{ED2689B2-26C2-4CEA-A898-4AE5B211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206" y="7872127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16193">
            <a:solidFill>
              <a:srgbClr val="4A9086"/>
            </a:solidFill>
            <a:prstDash val="solid"/>
          </a:ln>
        </p:spPr>
      </p:sp>
      <p:sp>
        <p:nvSpPr>
          <p:cNvPr id="617" name="nature-spatial-mechanism-v2-257">
            <a:extLst xmlns:a="http://schemas.openxmlformats.org/drawingml/2006/main">
              <a:ext uri="{FF2B5EF4-FFF2-40B4-BE49-F238E27FC236}">
                <a16:creationId xmlns:a16="http://schemas.microsoft.com/office/drawing/2014/main" id="{4569FCC8-2E77-49FF-B6C4-E247E820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542" y="8247126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6193">
            <a:solidFill>
              <a:srgbClr val="4A9086"/>
            </a:solidFill>
            <a:prstDash val="solid"/>
          </a:ln>
        </p:spPr>
      </p:sp>
      <p:sp>
        <p:nvSpPr>
          <p:cNvPr id="618" name="nature-spatial-mechanism-v2-258-start-1">
            <a:extLst xmlns:a="http://schemas.openxmlformats.org/drawingml/2006/main">
              <a:ext uri="{FF2B5EF4-FFF2-40B4-BE49-F238E27FC236}">
                <a16:creationId xmlns:a16="http://schemas.microsoft.com/office/drawing/2014/main" id="{4E17387A-05CA-4C45-8312-317DD9B1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7762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9" name="nature-spatial-mechanism-v2-258-end-1">
            <a:extLst xmlns:a="http://schemas.openxmlformats.org/drawingml/2006/main">
              <a:ext uri="{FF2B5EF4-FFF2-40B4-BE49-F238E27FC236}">
                <a16:creationId xmlns:a16="http://schemas.microsoft.com/office/drawing/2014/main" id="{DA4A09A2-447C-4F38-8D59-7560A165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7762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9" name=""/>
          <p:cNvCxnSpPr>
            <a:stCxn xmlns:a="http://schemas.openxmlformats.org/drawingml/2006/main" id="618" idx="3"/>
            <a:endCxn xmlns:a="http://schemas.openxmlformats.org/drawingml/2006/main" id="619" idx="1"/>
          </p:cNvCxnSpPr>
          <p:nvPr/>
        </p:nvCxnSpPr>
        <p:spPr>
          <a:xfrm xmlns:a="http://schemas.openxmlformats.org/drawingml/2006/main">
            <a:off x="5829395" y="7762923"/>
            <a:ext cx="4094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621" name="nature-spatial-mechanism-v2-259">
            <a:extLst xmlns:a="http://schemas.openxmlformats.org/drawingml/2006/main">
              <a:ext uri="{FF2B5EF4-FFF2-40B4-BE49-F238E27FC236}">
                <a16:creationId xmlns:a16="http://schemas.microsoft.com/office/drawing/2014/main" id="{17A598EF-1EEF-425C-BDD4-FB287B9F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258050"/>
            <a:ext cx="1219200" cy="1076325"/>
          </a:xfrm>
          <a:custGeom xmlns:a="http://schemas.openxmlformats.org/drawingml/2006/main">
            <a:pathLst>
              <a:path w="1219200" h="1076325">
                <a:moveTo>
                  <a:pt x="0" y="215265"/>
                </a:moveTo>
                <a:lnTo>
                  <a:pt x="1219200" y="0"/>
                </a:lnTo>
                <a:lnTo>
                  <a:pt x="1219200" y="1076325"/>
                </a:lnTo>
                <a:lnTo>
                  <a:pt x="0" y="861060"/>
                </a:lnTo>
                <a:close/>
              </a:path>
            </a:pathLst>
          </a:custGeom>
          <a:solidFill xmlns:a="http://schemas.openxmlformats.org/drawingml/2006/main">
            <a:srgbClr val="D9ECE5"/>
          </a:solidFill>
          <a:ln xmlns:a="http://schemas.openxmlformats.org/drawingml/2006/main" w="19050">
            <a:solidFill>
              <a:srgbClr val="4A9086"/>
            </a:solidFill>
            <a:prstDash val="solid"/>
          </a:ln>
        </p:spPr>
      </p:sp>
      <p:sp>
        <p:nvSpPr>
          <p:cNvPr id="622" name="nature-spatial-mechanism-v2-260">
            <a:extLst xmlns:a="http://schemas.openxmlformats.org/drawingml/2006/main">
              <a:ext uri="{FF2B5EF4-FFF2-40B4-BE49-F238E27FC236}">
                <a16:creationId xmlns:a16="http://schemas.microsoft.com/office/drawing/2014/main" id="{733E81A2-61D1-4225-9FCE-3845B24D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7645527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623" name="nature-spatial-mechanism-v2-261">
            <a:extLst xmlns:a="http://schemas.openxmlformats.org/drawingml/2006/main">
              <a:ext uri="{FF2B5EF4-FFF2-40B4-BE49-F238E27FC236}">
                <a16:creationId xmlns:a16="http://schemas.microsoft.com/office/drawing/2014/main" id="{EC5026A1-D1E2-4FCD-80D9-DCFB1384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8033004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7620">
            <a:solidFill>
              <a:srgbClr val="4A9086"/>
            </a:solidFill>
            <a:prstDash val="solid"/>
          </a:ln>
        </p:spPr>
      </p:sp>
      <p:sp>
        <p:nvSpPr>
          <p:cNvPr id="624" name="nature-spatial-mechanism-v2-262">
            <a:extLst xmlns:a="http://schemas.openxmlformats.org/drawingml/2006/main">
              <a:ext uri="{FF2B5EF4-FFF2-40B4-BE49-F238E27FC236}">
                <a16:creationId xmlns:a16="http://schemas.microsoft.com/office/drawing/2014/main" id="{E90A6000-C7BD-4276-89ED-D2499994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033004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7620">
            <a:solidFill>
              <a:srgbClr val="4A9086"/>
            </a:solidFill>
            <a:prstDash val="solid"/>
          </a:ln>
        </p:spPr>
      </p:sp>
      <p:sp>
        <p:nvSpPr>
          <p:cNvPr id="625" name="nature-spatial-mechanism-v2-263">
            <a:extLst xmlns:a="http://schemas.openxmlformats.org/drawingml/2006/main">
              <a:ext uri="{FF2B5EF4-FFF2-40B4-BE49-F238E27FC236}">
                <a16:creationId xmlns:a16="http://schemas.microsoft.com/office/drawing/2014/main" id="{16FD2577-91D5-452E-907C-7D786350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8033004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7620">
            <a:solidFill>
              <a:srgbClr val="4A9086"/>
            </a:solidFill>
            <a:prstDash val="solid"/>
          </a:ln>
        </p:spPr>
      </p:sp>
      <p:sp>
        <p:nvSpPr>
          <p:cNvPr id="626" name="nature-spatial-mechanism-v2-264-start-1">
            <a:extLst xmlns:a="http://schemas.openxmlformats.org/drawingml/2006/main">
              <a:ext uri="{FF2B5EF4-FFF2-40B4-BE49-F238E27FC236}">
                <a16:creationId xmlns:a16="http://schemas.microsoft.com/office/drawing/2014/main" id="{AF74B96B-F564-4DCA-944B-8EE17FE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7762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7" name="nature-spatial-mechanism-v2-264-end-1">
            <a:extLst xmlns:a="http://schemas.openxmlformats.org/drawingml/2006/main">
              <a:ext uri="{FF2B5EF4-FFF2-40B4-BE49-F238E27FC236}">
                <a16:creationId xmlns:a16="http://schemas.microsoft.com/office/drawing/2014/main" id="{CEACBAF4-F148-4FDB-9682-55A04040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77628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7" name=""/>
          <p:cNvCxnSpPr>
            <a:stCxn xmlns:a="http://schemas.openxmlformats.org/drawingml/2006/main" id="626" idx="3"/>
            <a:endCxn xmlns:a="http://schemas.openxmlformats.org/drawingml/2006/main" id="627" idx="1"/>
          </p:cNvCxnSpPr>
          <p:nvPr/>
        </p:nvCxnSpPr>
        <p:spPr>
          <a:xfrm xmlns:a="http://schemas.openxmlformats.org/drawingml/2006/main">
            <a:off x="7705820" y="7762923"/>
            <a:ext cx="50473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A9086"/>
            </a:solidFill>
            <a:prstDash val="dash"/>
            <a:tailEnd type="triangle" w="med" len="med"/>
          </a:ln>
        </p:spPr>
      </p:cxnSp>
      <p:sp>
        <p:nvSpPr>
          <p:cNvPr id="629" name="nature-spatial-mechanism-v2-265">
            <a:extLst xmlns:a="http://schemas.openxmlformats.org/drawingml/2006/main">
              <a:ext uri="{FF2B5EF4-FFF2-40B4-BE49-F238E27FC236}">
                <a16:creationId xmlns:a16="http://schemas.microsoft.com/office/drawing/2014/main" id="{0D98ACD2-835E-4B6C-82D3-DF6A0E50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7381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0" name="nature-spatial-mechanism-v2-266">
            <a:extLst xmlns:a="http://schemas.openxmlformats.org/drawingml/2006/main">
              <a:ext uri="{FF2B5EF4-FFF2-40B4-BE49-F238E27FC236}">
                <a16:creationId xmlns:a16="http://schemas.microsoft.com/office/drawing/2014/main" id="{51270FC3-1337-4EE9-BC6F-00CBAF29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381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nature-spatial-mechanism-v2-267">
            <a:extLst xmlns:a="http://schemas.openxmlformats.org/drawingml/2006/main">
              <a:ext uri="{FF2B5EF4-FFF2-40B4-BE49-F238E27FC236}">
                <a16:creationId xmlns:a16="http://schemas.microsoft.com/office/drawing/2014/main" id="{2F4ED98B-A599-4F7C-8BCA-B5F9C52E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381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nature-spatial-mechanism-v2-268">
            <a:extLst xmlns:a="http://schemas.openxmlformats.org/drawingml/2006/main">
              <a:ext uri="{FF2B5EF4-FFF2-40B4-BE49-F238E27FC236}">
                <a16:creationId xmlns:a16="http://schemas.microsoft.com/office/drawing/2014/main" id="{6EC6D150-42F7-49D1-938C-4D22FFE1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381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nature-spatial-mechanism-v2-269">
            <a:extLst xmlns:a="http://schemas.openxmlformats.org/drawingml/2006/main">
              <a:ext uri="{FF2B5EF4-FFF2-40B4-BE49-F238E27FC236}">
                <a16:creationId xmlns:a16="http://schemas.microsoft.com/office/drawing/2014/main" id="{ECDD1BD7-420D-4E90-879A-61053767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381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nature-spatial-mechanism-v2-270">
            <a:extLst xmlns:a="http://schemas.openxmlformats.org/drawingml/2006/main">
              <a:ext uri="{FF2B5EF4-FFF2-40B4-BE49-F238E27FC236}">
                <a16:creationId xmlns:a16="http://schemas.microsoft.com/office/drawing/2014/main" id="{6AB96543-3238-42FC-B43F-EC2B4C0B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7572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nature-spatial-mechanism-v2-271">
            <a:extLst xmlns:a="http://schemas.openxmlformats.org/drawingml/2006/main">
              <a:ext uri="{FF2B5EF4-FFF2-40B4-BE49-F238E27FC236}">
                <a16:creationId xmlns:a16="http://schemas.microsoft.com/office/drawing/2014/main" id="{5822AB90-CFDD-4422-8E92-2F10E00B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572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6" name="nature-spatial-mechanism-v2-272">
            <a:extLst xmlns:a="http://schemas.openxmlformats.org/drawingml/2006/main">
              <a:ext uri="{FF2B5EF4-FFF2-40B4-BE49-F238E27FC236}">
                <a16:creationId xmlns:a16="http://schemas.microsoft.com/office/drawing/2014/main" id="{C3E0B219-5A38-4D07-8790-6AE7A0B2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572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nature-spatial-mechanism-v2-273">
            <a:extLst xmlns:a="http://schemas.openxmlformats.org/drawingml/2006/main">
              <a:ext uri="{FF2B5EF4-FFF2-40B4-BE49-F238E27FC236}">
                <a16:creationId xmlns:a16="http://schemas.microsoft.com/office/drawing/2014/main" id="{A23BC2EC-7834-40E5-8C4D-B5EF3C7C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572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8" name="nature-spatial-mechanism-v2-274">
            <a:extLst xmlns:a="http://schemas.openxmlformats.org/drawingml/2006/main">
              <a:ext uri="{FF2B5EF4-FFF2-40B4-BE49-F238E27FC236}">
                <a16:creationId xmlns:a16="http://schemas.microsoft.com/office/drawing/2014/main" id="{D6F12573-4F93-4B4B-AD35-12E2137A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572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nature-spatial-mechanism-v2-275">
            <a:extLst xmlns:a="http://schemas.openxmlformats.org/drawingml/2006/main">
              <a:ext uri="{FF2B5EF4-FFF2-40B4-BE49-F238E27FC236}">
                <a16:creationId xmlns:a16="http://schemas.microsoft.com/office/drawing/2014/main" id="{0AF35D74-5133-4279-8A4D-B0CCFD32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776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0" name="nature-spatial-mechanism-v2-276">
            <a:extLst xmlns:a="http://schemas.openxmlformats.org/drawingml/2006/main">
              <a:ext uri="{FF2B5EF4-FFF2-40B4-BE49-F238E27FC236}">
                <a16:creationId xmlns:a16="http://schemas.microsoft.com/office/drawing/2014/main" id="{5C381A3A-DF5A-4BD7-9EAE-D5DB12BA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76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nature-spatial-mechanism-v2-277">
            <a:extLst xmlns:a="http://schemas.openxmlformats.org/drawingml/2006/main">
              <a:ext uri="{FF2B5EF4-FFF2-40B4-BE49-F238E27FC236}">
                <a16:creationId xmlns:a16="http://schemas.microsoft.com/office/drawing/2014/main" id="{FDA26AD8-FAA0-4485-B782-801B6018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76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2" name="nature-spatial-mechanism-v2-278">
            <a:extLst xmlns:a="http://schemas.openxmlformats.org/drawingml/2006/main">
              <a:ext uri="{FF2B5EF4-FFF2-40B4-BE49-F238E27FC236}">
                <a16:creationId xmlns:a16="http://schemas.microsoft.com/office/drawing/2014/main" id="{FEF09741-3A09-48A2-8985-1651F4DF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76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nature-spatial-mechanism-v2-279">
            <a:extLst xmlns:a="http://schemas.openxmlformats.org/drawingml/2006/main">
              <a:ext uri="{FF2B5EF4-FFF2-40B4-BE49-F238E27FC236}">
                <a16:creationId xmlns:a16="http://schemas.microsoft.com/office/drawing/2014/main" id="{6C9E5C39-74BD-425E-906E-E377BEB9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76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4" name="nature-spatial-mechanism-v2-280">
            <a:extLst xmlns:a="http://schemas.openxmlformats.org/drawingml/2006/main">
              <a:ext uri="{FF2B5EF4-FFF2-40B4-BE49-F238E27FC236}">
                <a16:creationId xmlns:a16="http://schemas.microsoft.com/office/drawing/2014/main" id="{C500ED2E-95D8-4F3C-B67A-A713B0BC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7953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nature-spatial-mechanism-v2-281">
            <a:extLst xmlns:a="http://schemas.openxmlformats.org/drawingml/2006/main">
              <a:ext uri="{FF2B5EF4-FFF2-40B4-BE49-F238E27FC236}">
                <a16:creationId xmlns:a16="http://schemas.microsoft.com/office/drawing/2014/main" id="{4BEAD9E9-7B14-41DA-B79A-063804CF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953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6" name="nature-spatial-mechanism-v2-282">
            <a:extLst xmlns:a="http://schemas.openxmlformats.org/drawingml/2006/main">
              <a:ext uri="{FF2B5EF4-FFF2-40B4-BE49-F238E27FC236}">
                <a16:creationId xmlns:a16="http://schemas.microsoft.com/office/drawing/2014/main" id="{8B38A01C-8304-445E-94D2-842033B3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953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nature-spatial-mechanism-v2-283">
            <a:extLst xmlns:a="http://schemas.openxmlformats.org/drawingml/2006/main">
              <a:ext uri="{FF2B5EF4-FFF2-40B4-BE49-F238E27FC236}">
                <a16:creationId xmlns:a16="http://schemas.microsoft.com/office/drawing/2014/main" id="{9D6A2FEB-3E8D-40F6-8D00-13644E9D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953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8" name="nature-spatial-mechanism-v2-284">
            <a:extLst xmlns:a="http://schemas.openxmlformats.org/drawingml/2006/main">
              <a:ext uri="{FF2B5EF4-FFF2-40B4-BE49-F238E27FC236}">
                <a16:creationId xmlns:a16="http://schemas.microsoft.com/office/drawing/2014/main" id="{5C6DB079-923A-45AA-83FE-E2C6EC59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53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nature-spatial-mechanism-v2-285">
            <a:extLst xmlns:a="http://schemas.openxmlformats.org/drawingml/2006/main">
              <a:ext uri="{FF2B5EF4-FFF2-40B4-BE49-F238E27FC236}">
                <a16:creationId xmlns:a16="http://schemas.microsoft.com/office/drawing/2014/main" id="{71976C61-34A1-4C6F-A228-4BF192E3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9246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Predicted profile</a:t>
            </a:r>
          </a:p>
        </p:txBody>
      </p:sp>
      <p:sp>
        <p:nvSpPr>
          <p:cNvPr id="650" name="nature-spatial-mechanism-v2-286">
            <a:extLst xmlns:a="http://schemas.openxmlformats.org/drawingml/2006/main">
              <a:ext uri="{FF2B5EF4-FFF2-40B4-BE49-F238E27FC236}">
                <a16:creationId xmlns:a16="http://schemas.microsoft.com/office/drawing/2014/main" id="{9A2EAAFC-4BB5-49C6-BC99-6BE93062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8572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Conditioned state</a:t>
            </a:r>
          </a:p>
        </p:txBody>
      </p:sp>
      <p:sp>
        <p:nvSpPr>
          <p:cNvPr id="651" name="nature-spatial-mechanism-v2-287">
            <a:extLst xmlns:a="http://schemas.openxmlformats.org/drawingml/2006/main">
              <a:ext uri="{FF2B5EF4-FFF2-40B4-BE49-F238E27FC236}">
                <a16:creationId xmlns:a16="http://schemas.microsoft.com/office/drawing/2014/main" id="{48112945-ACFC-45E7-BFE9-69244DC7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52487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Not observed data</a:t>
            </a:r>
          </a:p>
        </p:txBody>
      </p:sp>
      <p:sp>
        <p:nvSpPr>
          <p:cNvPr id="652" name="nature-spatial-mechanism-v2-288">
            <a:extLst xmlns:a="http://schemas.openxmlformats.org/drawingml/2006/main">
              <a:ext uri="{FF2B5EF4-FFF2-40B4-BE49-F238E27FC236}">
                <a16:creationId xmlns:a16="http://schemas.microsoft.com/office/drawing/2014/main" id="{9D6C07F0-024F-4AD2-83FF-B03E7895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4483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53" name="nature-spatial-mechanism-v2-289">
            <a:extLst xmlns:a="http://schemas.openxmlformats.org/drawingml/2006/main">
              <a:ext uri="{FF2B5EF4-FFF2-40B4-BE49-F238E27FC236}">
                <a16:creationId xmlns:a16="http://schemas.microsoft.com/office/drawing/2014/main" id="{F21A0140-7858-49A7-858E-DFB9BABB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48300"/>
            <a:ext cx="3552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Comparison unit</a:t>
            </a:r>
          </a:p>
        </p:txBody>
      </p:sp>
      <p:sp>
        <p:nvSpPr>
          <p:cNvPr id="654" name="nature-spatial-mechanism-v2-290">
            <a:extLst xmlns:a="http://schemas.openxmlformats.org/drawingml/2006/main">
              <a:ext uri="{FF2B5EF4-FFF2-40B4-BE49-F238E27FC236}">
                <a16:creationId xmlns:a16="http://schemas.microsoft.com/office/drawing/2014/main" id="{A2EE54CB-42D5-41CB-89D8-E692825D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829" y="6207678"/>
            <a:ext cx="1129958" cy="1195881"/>
          </a:xfrm>
          <a:custGeom xmlns:a="http://schemas.openxmlformats.org/drawingml/2006/main">
            <a:pathLst>
              <a:path w="1129958" h="1195881">
                <a:moveTo>
                  <a:pt x="1123248" y="636035"/>
                </a:moveTo>
                <a:lnTo>
                  <a:pt x="1128600" y="674652"/>
                </a:lnTo>
                <a:lnTo>
                  <a:pt x="1129958" y="713759"/>
                </a:lnTo>
                <a:lnTo>
                  <a:pt x="1127277" y="752853"/>
                </a:lnTo>
                <a:lnTo>
                  <a:pt x="1120696" y="791457"/>
                </a:lnTo>
                <a:lnTo>
                  <a:pt x="1110504" y="829170"/>
                </a:lnTo>
                <a:lnTo>
                  <a:pt x="1097092" y="865689"/>
                </a:lnTo>
                <a:lnTo>
                  <a:pt x="1080895" y="900815"/>
                </a:lnTo>
                <a:lnTo>
                  <a:pt x="1062342" y="934446"/>
                </a:lnTo>
                <a:lnTo>
                  <a:pt x="1041807" y="966549"/>
                </a:lnTo>
                <a:lnTo>
                  <a:pt x="1019583" y="997122"/>
                </a:lnTo>
                <a:lnTo>
                  <a:pt x="995863" y="1026160"/>
                </a:lnTo>
                <a:lnTo>
                  <a:pt x="970752" y="1053613"/>
                </a:lnTo>
                <a:lnTo>
                  <a:pt x="944281" y="1079364"/>
                </a:lnTo>
                <a:lnTo>
                  <a:pt x="916445" y="1103221"/>
                </a:lnTo>
                <a:lnTo>
                  <a:pt x="887238" y="1124922"/>
                </a:lnTo>
                <a:lnTo>
                  <a:pt x="856689" y="1144160"/>
                </a:lnTo>
                <a:lnTo>
                  <a:pt x="824891" y="1160625"/>
                </a:lnTo>
                <a:lnTo>
                  <a:pt x="792013" y="1174049"/>
                </a:lnTo>
                <a:lnTo>
                  <a:pt x="758306" y="1184254"/>
                </a:lnTo>
                <a:lnTo>
                  <a:pt x="724077" y="1191192"/>
                </a:lnTo>
                <a:lnTo>
                  <a:pt x="689665" y="1194976"/>
                </a:lnTo>
                <a:lnTo>
                  <a:pt x="655398" y="1195881"/>
                </a:lnTo>
                <a:lnTo>
                  <a:pt x="621549" y="1194337"/>
                </a:lnTo>
                <a:lnTo>
                  <a:pt x="588302" y="1190886"/>
                </a:lnTo>
                <a:lnTo>
                  <a:pt x="555721" y="1186132"/>
                </a:lnTo>
                <a:lnTo>
                  <a:pt x="523740" y="1180671"/>
                </a:lnTo>
                <a:lnTo>
                  <a:pt x="492171" y="1175021"/>
                </a:lnTo>
                <a:lnTo>
                  <a:pt x="460731" y="1169558"/>
                </a:lnTo>
                <a:lnTo>
                  <a:pt x="429089" y="1164463"/>
                </a:lnTo>
                <a:lnTo>
                  <a:pt x="396918" y="1159689"/>
                </a:lnTo>
                <a:lnTo>
                  <a:pt x="363960" y="1154963"/>
                </a:lnTo>
                <a:lnTo>
                  <a:pt x="330078" y="1149801"/>
                </a:lnTo>
                <a:lnTo>
                  <a:pt x="295306" y="1143563"/>
                </a:lnTo>
                <a:lnTo>
                  <a:pt x="259872" y="1135517"/>
                </a:lnTo>
                <a:lnTo>
                  <a:pt x="224204" y="1124922"/>
                </a:lnTo>
                <a:lnTo>
                  <a:pt x="188907" y="1111108"/>
                </a:lnTo>
                <a:lnTo>
                  <a:pt x="154722" y="1093557"/>
                </a:lnTo>
                <a:lnTo>
                  <a:pt x="122458" y="1071958"/>
                </a:lnTo>
                <a:lnTo>
                  <a:pt x="92924" y="1046241"/>
                </a:lnTo>
                <a:lnTo>
                  <a:pt x="66848" y="1016592"/>
                </a:lnTo>
                <a:lnTo>
                  <a:pt x="44809" y="983429"/>
                </a:lnTo>
                <a:lnTo>
                  <a:pt x="27183" y="947356"/>
                </a:lnTo>
                <a:lnTo>
                  <a:pt x="14105" y="909105"/>
                </a:lnTo>
                <a:lnTo>
                  <a:pt x="5468" y="869457"/>
                </a:lnTo>
                <a:lnTo>
                  <a:pt x="938" y="829170"/>
                </a:lnTo>
                <a:lnTo>
                  <a:pt x="0" y="788911"/>
                </a:lnTo>
                <a:lnTo>
                  <a:pt x="2016" y="749204"/>
                </a:lnTo>
                <a:lnTo>
                  <a:pt x="6299" y="710401"/>
                </a:lnTo>
                <a:lnTo>
                  <a:pt x="12187" y="672674"/>
                </a:lnTo>
                <a:lnTo>
                  <a:pt x="19110" y="636035"/>
                </a:lnTo>
                <a:lnTo>
                  <a:pt x="26641" y="600370"/>
                </a:lnTo>
                <a:lnTo>
                  <a:pt x="34526" y="565489"/>
                </a:lnTo>
                <a:lnTo>
                  <a:pt x="42696" y="531180"/>
                </a:lnTo>
                <a:lnTo>
                  <a:pt x="51246" y="497256"/>
                </a:lnTo>
                <a:lnTo>
                  <a:pt x="60406" y="463602"/>
                </a:lnTo>
                <a:lnTo>
                  <a:pt x="70490" y="430196"/>
                </a:lnTo>
                <a:lnTo>
                  <a:pt x="81841" y="397116"/>
                </a:lnTo>
                <a:lnTo>
                  <a:pt x="94778" y="364529"/>
                </a:lnTo>
                <a:lnTo>
                  <a:pt x="109553" y="332663"/>
                </a:lnTo>
                <a:lnTo>
                  <a:pt x="126316" y="301769"/>
                </a:lnTo>
                <a:lnTo>
                  <a:pt x="145110" y="272084"/>
                </a:lnTo>
                <a:lnTo>
                  <a:pt x="165870" y="243790"/>
                </a:lnTo>
                <a:lnTo>
                  <a:pt x="188447" y="216991"/>
                </a:lnTo>
                <a:lnTo>
                  <a:pt x="212641" y="191700"/>
                </a:lnTo>
                <a:lnTo>
                  <a:pt x="238242" y="167850"/>
                </a:lnTo>
                <a:lnTo>
                  <a:pt x="265063" y="145315"/>
                </a:lnTo>
                <a:lnTo>
                  <a:pt x="292968" y="123950"/>
                </a:lnTo>
                <a:lnTo>
                  <a:pt x="321894" y="103634"/>
                </a:lnTo>
                <a:lnTo>
                  <a:pt x="351846" y="84323"/>
                </a:lnTo>
                <a:lnTo>
                  <a:pt x="382880" y="66088"/>
                </a:lnTo>
                <a:lnTo>
                  <a:pt x="415077" y="49137"/>
                </a:lnTo>
                <a:lnTo>
                  <a:pt x="448503" y="33831"/>
                </a:lnTo>
                <a:lnTo>
                  <a:pt x="483164" y="20661"/>
                </a:lnTo>
                <a:lnTo>
                  <a:pt x="518973" y="10216"/>
                </a:lnTo>
                <a:lnTo>
                  <a:pt x="555721" y="3127"/>
                </a:lnTo>
                <a:lnTo>
                  <a:pt x="593069" y="0"/>
                </a:lnTo>
                <a:lnTo>
                  <a:pt x="630556" y="1344"/>
                </a:lnTo>
                <a:lnTo>
                  <a:pt x="667626" y="7507"/>
                </a:lnTo>
                <a:lnTo>
                  <a:pt x="703677" y="18624"/>
                </a:lnTo>
                <a:lnTo>
                  <a:pt x="738116" y="34585"/>
                </a:lnTo>
                <a:lnTo>
                  <a:pt x="770420" y="55033"/>
                </a:lnTo>
                <a:lnTo>
                  <a:pt x="800197" y="79386"/>
                </a:lnTo>
                <a:lnTo>
                  <a:pt x="827229" y="106888"/>
                </a:lnTo>
                <a:lnTo>
                  <a:pt x="851499" y="136673"/>
                </a:lnTo>
                <a:lnTo>
                  <a:pt x="873200" y="167850"/>
                </a:lnTo>
                <a:lnTo>
                  <a:pt x="892711" y="199587"/>
                </a:lnTo>
                <a:lnTo>
                  <a:pt x="910556" y="231184"/>
                </a:lnTo>
                <a:lnTo>
                  <a:pt x="927340" y="262135"/>
                </a:lnTo>
                <a:lnTo>
                  <a:pt x="943677" y="292165"/>
                </a:lnTo>
                <a:lnTo>
                  <a:pt x="960114" y="321239"/>
                </a:lnTo>
                <a:lnTo>
                  <a:pt x="977064" y="349543"/>
                </a:lnTo>
                <a:lnTo>
                  <a:pt x="994746" y="377439"/>
                </a:lnTo>
                <a:lnTo>
                  <a:pt x="1013159" y="405406"/>
                </a:lnTo>
                <a:lnTo>
                  <a:pt x="1032069" y="433964"/>
                </a:lnTo>
                <a:lnTo>
                  <a:pt x="1051036" y="463602"/>
                </a:lnTo>
                <a:lnTo>
                  <a:pt x="1069449" y="494710"/>
                </a:lnTo>
                <a:lnTo>
                  <a:pt x="1086596" y="527531"/>
                </a:lnTo>
                <a:lnTo>
                  <a:pt x="1101730" y="562131"/>
                </a:lnTo>
                <a:lnTo>
                  <a:pt x="1114146" y="598392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655" name="nature-spatial-mechanism-v2-291">
            <a:extLst xmlns:a="http://schemas.openxmlformats.org/drawingml/2006/main">
              <a:ext uri="{FF2B5EF4-FFF2-40B4-BE49-F238E27FC236}">
                <a16:creationId xmlns:a16="http://schemas.microsoft.com/office/drawing/2014/main" id="{5A683AB1-8F74-4A46-80AF-B99A94DF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488" y="6427597"/>
            <a:ext cx="327169" cy="347833"/>
          </a:xfrm>
          <a:custGeom xmlns:a="http://schemas.openxmlformats.org/drawingml/2006/main">
            <a:pathLst>
              <a:path w="327169" h="347833">
                <a:moveTo>
                  <a:pt x="324349" y="187515"/>
                </a:moveTo>
                <a:lnTo>
                  <a:pt x="326404" y="198793"/>
                </a:lnTo>
                <a:lnTo>
                  <a:pt x="327169" y="210265"/>
                </a:lnTo>
                <a:lnTo>
                  <a:pt x="326627" y="221756"/>
                </a:lnTo>
                <a:lnTo>
                  <a:pt x="324827" y="233102"/>
                </a:lnTo>
                <a:lnTo>
                  <a:pt x="321873" y="244164"/>
                </a:lnTo>
                <a:lnTo>
                  <a:pt x="317906" y="254843"/>
                </a:lnTo>
                <a:lnTo>
                  <a:pt x="313080" y="265075"/>
                </a:lnTo>
                <a:lnTo>
                  <a:pt x="307550" y="274833"/>
                </a:lnTo>
                <a:lnTo>
                  <a:pt x="301448" y="284117"/>
                </a:lnTo>
                <a:lnTo>
                  <a:pt x="294875" y="292937"/>
                </a:lnTo>
                <a:lnTo>
                  <a:pt x="287897" y="301299"/>
                </a:lnTo>
                <a:lnTo>
                  <a:pt x="280545" y="309195"/>
                </a:lnTo>
                <a:lnTo>
                  <a:pt x="272823" y="316591"/>
                </a:lnTo>
                <a:lnTo>
                  <a:pt x="264721" y="323423"/>
                </a:lnTo>
                <a:lnTo>
                  <a:pt x="256229" y="329604"/>
                </a:lnTo>
                <a:lnTo>
                  <a:pt x="247348" y="335025"/>
                </a:lnTo>
                <a:lnTo>
                  <a:pt x="238104" y="339580"/>
                </a:lnTo>
                <a:lnTo>
                  <a:pt x="228549" y="343173"/>
                </a:lnTo>
                <a:lnTo>
                  <a:pt x="218765" y="345746"/>
                </a:lnTo>
                <a:lnTo>
                  <a:pt x="208855" y="347284"/>
                </a:lnTo>
                <a:lnTo>
                  <a:pt x="198933" y="347833"/>
                </a:lnTo>
                <a:lnTo>
                  <a:pt x="189108" y="347501"/>
                </a:lnTo>
                <a:lnTo>
                  <a:pt x="179470" y="346447"/>
                </a:lnTo>
                <a:lnTo>
                  <a:pt x="170075" y="344877"/>
                </a:lnTo>
                <a:lnTo>
                  <a:pt x="160937" y="343015"/>
                </a:lnTo>
                <a:lnTo>
                  <a:pt x="152018" y="341083"/>
                </a:lnTo>
                <a:lnTo>
                  <a:pt x="143240" y="339273"/>
                </a:lnTo>
                <a:lnTo>
                  <a:pt x="134487" y="337724"/>
                </a:lnTo>
                <a:lnTo>
                  <a:pt x="125626" y="336500"/>
                </a:lnTo>
                <a:lnTo>
                  <a:pt x="116527" y="335583"/>
                </a:lnTo>
                <a:lnTo>
                  <a:pt x="107084" y="334866"/>
                </a:lnTo>
                <a:lnTo>
                  <a:pt x="97236" y="334167"/>
                </a:lnTo>
                <a:lnTo>
                  <a:pt x="86985" y="333243"/>
                </a:lnTo>
                <a:lnTo>
                  <a:pt x="76405" y="331815"/>
                </a:lnTo>
                <a:lnTo>
                  <a:pt x="65644" y="329604"/>
                </a:lnTo>
                <a:lnTo>
                  <a:pt x="54915" y="326353"/>
                </a:lnTo>
                <a:lnTo>
                  <a:pt x="44481" y="321862"/>
                </a:lnTo>
                <a:lnTo>
                  <a:pt x="34631" y="316008"/>
                </a:lnTo>
                <a:lnTo>
                  <a:pt x="25654" y="308757"/>
                </a:lnTo>
                <a:lnTo>
                  <a:pt x="17811" y="300168"/>
                </a:lnTo>
                <a:lnTo>
                  <a:pt x="11306" y="290387"/>
                </a:lnTo>
                <a:lnTo>
                  <a:pt x="6272" y="279629"/>
                </a:lnTo>
                <a:lnTo>
                  <a:pt x="2753" y="268154"/>
                </a:lnTo>
                <a:lnTo>
                  <a:pt x="705" y="256242"/>
                </a:lnTo>
                <a:lnTo>
                  <a:pt x="0" y="244164"/>
                </a:lnTo>
                <a:lnTo>
                  <a:pt x="445" y="232157"/>
                </a:lnTo>
                <a:lnTo>
                  <a:pt x="1803" y="220401"/>
                </a:lnTo>
                <a:lnTo>
                  <a:pt x="3819" y="209018"/>
                </a:lnTo>
                <a:lnTo>
                  <a:pt x="6249" y="198059"/>
                </a:lnTo>
                <a:lnTo>
                  <a:pt x="8881" y="187515"/>
                </a:lnTo>
                <a:lnTo>
                  <a:pt x="11559" y="177334"/>
                </a:lnTo>
                <a:lnTo>
                  <a:pt x="14189" y="167432"/>
                </a:lnTo>
                <a:lnTo>
                  <a:pt x="16747" y="157718"/>
                </a:lnTo>
                <a:lnTo>
                  <a:pt x="19270" y="148110"/>
                </a:lnTo>
                <a:lnTo>
                  <a:pt x="21845" y="138556"/>
                </a:lnTo>
                <a:lnTo>
                  <a:pt x="24591" y="129034"/>
                </a:lnTo>
                <a:lnTo>
                  <a:pt x="27636" y="119562"/>
                </a:lnTo>
                <a:lnTo>
                  <a:pt x="31103" y="110191"/>
                </a:lnTo>
                <a:lnTo>
                  <a:pt x="35089" y="100995"/>
                </a:lnTo>
                <a:lnTo>
                  <a:pt x="39656" y="92057"/>
                </a:lnTo>
                <a:lnTo>
                  <a:pt x="44825" y="83454"/>
                </a:lnTo>
                <a:lnTo>
                  <a:pt x="50578" y="75246"/>
                </a:lnTo>
                <a:lnTo>
                  <a:pt x="56870" y="67461"/>
                </a:lnTo>
                <a:lnTo>
                  <a:pt x="63634" y="60095"/>
                </a:lnTo>
                <a:lnTo>
                  <a:pt x="70801" y="53117"/>
                </a:lnTo>
                <a:lnTo>
                  <a:pt x="78312" y="46470"/>
                </a:lnTo>
                <a:lnTo>
                  <a:pt x="86126" y="40096"/>
                </a:lnTo>
                <a:lnTo>
                  <a:pt x="94230" y="33942"/>
                </a:lnTo>
                <a:lnTo>
                  <a:pt x="102634" y="27988"/>
                </a:lnTo>
                <a:lnTo>
                  <a:pt x="111370" y="22254"/>
                </a:lnTo>
                <a:lnTo>
                  <a:pt x="120479" y="16813"/>
                </a:lnTo>
                <a:lnTo>
                  <a:pt x="129995" y="11797"/>
                </a:lnTo>
                <a:lnTo>
                  <a:pt x="139931" y="7385"/>
                </a:lnTo>
                <a:lnTo>
                  <a:pt x="150267" y="3794"/>
                </a:lnTo>
                <a:lnTo>
                  <a:pt x="160937" y="1258"/>
                </a:lnTo>
                <a:lnTo>
                  <a:pt x="171827" y="0"/>
                </a:lnTo>
                <a:lnTo>
                  <a:pt x="182779" y="211"/>
                </a:lnTo>
                <a:lnTo>
                  <a:pt x="193600" y="2020"/>
                </a:lnTo>
                <a:lnTo>
                  <a:pt x="204080" y="5480"/>
                </a:lnTo>
                <a:lnTo>
                  <a:pt x="214012" y="10553"/>
                </a:lnTo>
                <a:lnTo>
                  <a:pt x="223216" y="17109"/>
                </a:lnTo>
                <a:lnTo>
                  <a:pt x="231556" y="24936"/>
                </a:lnTo>
                <a:lnTo>
                  <a:pt x="238963" y="33759"/>
                </a:lnTo>
                <a:lnTo>
                  <a:pt x="245442" y="43260"/>
                </a:lnTo>
                <a:lnTo>
                  <a:pt x="251072" y="53117"/>
                </a:lnTo>
                <a:lnTo>
                  <a:pt x="256002" y="63025"/>
                </a:lnTo>
                <a:lnTo>
                  <a:pt x="260434" y="72732"/>
                </a:lnTo>
                <a:lnTo>
                  <a:pt x="264597" y="82060"/>
                </a:lnTo>
                <a:lnTo>
                  <a:pt x="268726" y="90913"/>
                </a:lnTo>
                <a:lnTo>
                  <a:pt x="273029" y="99288"/>
                </a:lnTo>
                <a:lnTo>
                  <a:pt x="277665" y="107265"/>
                </a:lnTo>
                <a:lnTo>
                  <a:pt x="282719" y="114986"/>
                </a:lnTo>
                <a:lnTo>
                  <a:pt x="288197" y="122641"/>
                </a:lnTo>
                <a:lnTo>
                  <a:pt x="294020" y="130433"/>
                </a:lnTo>
                <a:lnTo>
                  <a:pt x="300028" y="138556"/>
                </a:lnTo>
                <a:lnTo>
                  <a:pt x="306002" y="147165"/>
                </a:lnTo>
                <a:lnTo>
                  <a:pt x="311683" y="156363"/>
                </a:lnTo>
                <a:lnTo>
                  <a:pt x="316800" y="166184"/>
                </a:lnTo>
                <a:lnTo>
                  <a:pt x="321094" y="176599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656" name="nature-spatial-mechanism-v2-292">
            <a:extLst xmlns:a="http://schemas.openxmlformats.org/drawingml/2006/main">
              <a:ext uri="{FF2B5EF4-FFF2-40B4-BE49-F238E27FC236}">
                <a16:creationId xmlns:a16="http://schemas.microsoft.com/office/drawing/2014/main" id="{31493221-A1D1-4C42-8CB5-3AD63E32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703" y="6540818"/>
            <a:ext cx="126873" cy="14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657" name="nature-spatial-mechanism-v2-293">
            <a:extLst xmlns:a="http://schemas.openxmlformats.org/drawingml/2006/main">
              <a:ext uri="{FF2B5EF4-FFF2-40B4-BE49-F238E27FC236}">
                <a16:creationId xmlns:a16="http://schemas.microsoft.com/office/drawing/2014/main" id="{63D3B9E7-53AC-4E48-A93A-90F6AACE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6996" y="6592824"/>
            <a:ext cx="34290" cy="40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" name="nature-spatial-mechanism-v2-294">
            <a:extLst xmlns:a="http://schemas.openxmlformats.org/drawingml/2006/main">
              <a:ext uri="{FF2B5EF4-FFF2-40B4-BE49-F238E27FC236}">
                <a16:creationId xmlns:a16="http://schemas.microsoft.com/office/drawing/2014/main" id="{702D1668-F706-4949-A990-3921101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218" y="6439188"/>
            <a:ext cx="329342" cy="344734"/>
          </a:xfrm>
          <a:custGeom xmlns:a="http://schemas.openxmlformats.org/drawingml/2006/main">
            <a:pathLst>
              <a:path w="329342" h="344734">
                <a:moveTo>
                  <a:pt x="326530" y="175925"/>
                </a:moveTo>
                <a:lnTo>
                  <a:pt x="328736" y="187849"/>
                </a:lnTo>
                <a:lnTo>
                  <a:pt x="329342" y="199951"/>
                </a:lnTo>
                <a:lnTo>
                  <a:pt x="328235" y="211977"/>
                </a:lnTo>
                <a:lnTo>
                  <a:pt x="325401" y="223661"/>
                </a:lnTo>
                <a:lnTo>
                  <a:pt x="320920" y="234756"/>
                </a:lnTo>
                <a:lnTo>
                  <a:pt x="314965" y="245059"/>
                </a:lnTo>
                <a:lnTo>
                  <a:pt x="307780" y="254429"/>
                </a:lnTo>
                <a:lnTo>
                  <a:pt x="299657" y="262803"/>
                </a:lnTo>
                <a:lnTo>
                  <a:pt x="290905" y="270197"/>
                </a:lnTo>
                <a:lnTo>
                  <a:pt x="281825" y="276705"/>
                </a:lnTo>
                <a:lnTo>
                  <a:pt x="272677" y="282480"/>
                </a:lnTo>
                <a:lnTo>
                  <a:pt x="263666" y="287711"/>
                </a:lnTo>
                <a:lnTo>
                  <a:pt x="254924" y="292605"/>
                </a:lnTo>
                <a:lnTo>
                  <a:pt x="246507" y="297351"/>
                </a:lnTo>
                <a:lnTo>
                  <a:pt x="238403" y="302101"/>
                </a:lnTo>
                <a:lnTo>
                  <a:pt x="230538" y="306952"/>
                </a:lnTo>
                <a:lnTo>
                  <a:pt x="222802" y="311934"/>
                </a:lnTo>
                <a:lnTo>
                  <a:pt x="215064" y="317009"/>
                </a:lnTo>
                <a:lnTo>
                  <a:pt x="207197" y="322079"/>
                </a:lnTo>
                <a:lnTo>
                  <a:pt x="199093" y="326999"/>
                </a:lnTo>
                <a:lnTo>
                  <a:pt x="190678" y="331598"/>
                </a:lnTo>
                <a:lnTo>
                  <a:pt x="181917" y="335704"/>
                </a:lnTo>
                <a:lnTo>
                  <a:pt x="172817" y="339157"/>
                </a:lnTo>
                <a:lnTo>
                  <a:pt x="163418" y="341838"/>
                </a:lnTo>
                <a:lnTo>
                  <a:pt x="153782" y="343670"/>
                </a:lnTo>
                <a:lnTo>
                  <a:pt x="143985" y="344628"/>
                </a:lnTo>
                <a:lnTo>
                  <a:pt x="134097" y="344734"/>
                </a:lnTo>
                <a:lnTo>
                  <a:pt x="124179" y="344044"/>
                </a:lnTo>
                <a:lnTo>
                  <a:pt x="114271" y="342636"/>
                </a:lnTo>
                <a:lnTo>
                  <a:pt x="104395" y="340591"/>
                </a:lnTo>
                <a:lnTo>
                  <a:pt x="94557" y="337975"/>
                </a:lnTo>
                <a:lnTo>
                  <a:pt x="84761" y="334826"/>
                </a:lnTo>
                <a:lnTo>
                  <a:pt x="75013" y="331145"/>
                </a:lnTo>
                <a:lnTo>
                  <a:pt x="65342" y="326898"/>
                </a:lnTo>
                <a:lnTo>
                  <a:pt x="55806" y="322015"/>
                </a:lnTo>
                <a:lnTo>
                  <a:pt x="46503" y="316409"/>
                </a:lnTo>
                <a:lnTo>
                  <a:pt x="37570" y="309991"/>
                </a:lnTo>
                <a:lnTo>
                  <a:pt x="29178" y="302686"/>
                </a:lnTo>
                <a:lnTo>
                  <a:pt x="21522" y="294457"/>
                </a:lnTo>
                <a:lnTo>
                  <a:pt x="14803" y="285314"/>
                </a:lnTo>
                <a:lnTo>
                  <a:pt x="9203" y="275323"/>
                </a:lnTo>
                <a:lnTo>
                  <a:pt x="4872" y="264611"/>
                </a:lnTo>
                <a:lnTo>
                  <a:pt x="1897" y="253353"/>
                </a:lnTo>
                <a:lnTo>
                  <a:pt x="294" y="241759"/>
                </a:lnTo>
                <a:lnTo>
                  <a:pt x="0" y="230055"/>
                </a:lnTo>
                <a:lnTo>
                  <a:pt x="869" y="218458"/>
                </a:lnTo>
                <a:lnTo>
                  <a:pt x="2686" y="207150"/>
                </a:lnTo>
                <a:lnTo>
                  <a:pt x="5186" y="196261"/>
                </a:lnTo>
                <a:lnTo>
                  <a:pt x="8074" y="185856"/>
                </a:lnTo>
                <a:lnTo>
                  <a:pt x="11062" y="175925"/>
                </a:lnTo>
                <a:lnTo>
                  <a:pt x="13890" y="166390"/>
                </a:lnTo>
                <a:lnTo>
                  <a:pt x="16361" y="157118"/>
                </a:lnTo>
                <a:lnTo>
                  <a:pt x="18355" y="147938"/>
                </a:lnTo>
                <a:lnTo>
                  <a:pt x="19844" y="138669"/>
                </a:lnTo>
                <a:lnTo>
                  <a:pt x="20892" y="129148"/>
                </a:lnTo>
                <a:lnTo>
                  <a:pt x="21650" y="119250"/>
                </a:lnTo>
                <a:lnTo>
                  <a:pt x="22336" y="108916"/>
                </a:lnTo>
                <a:lnTo>
                  <a:pt x="23210" y="98160"/>
                </a:lnTo>
                <a:lnTo>
                  <a:pt x="24547" y="87075"/>
                </a:lnTo>
                <a:lnTo>
                  <a:pt x="26606" y="75826"/>
                </a:lnTo>
                <a:lnTo>
                  <a:pt x="29605" y="64635"/>
                </a:lnTo>
                <a:lnTo>
                  <a:pt x="33700" y="53763"/>
                </a:lnTo>
                <a:lnTo>
                  <a:pt x="38971" y="43475"/>
                </a:lnTo>
                <a:lnTo>
                  <a:pt x="45420" y="34022"/>
                </a:lnTo>
                <a:lnTo>
                  <a:pt x="52975" y="25613"/>
                </a:lnTo>
                <a:lnTo>
                  <a:pt x="61502" y="18397"/>
                </a:lnTo>
                <a:lnTo>
                  <a:pt x="70824" y="12450"/>
                </a:lnTo>
                <a:lnTo>
                  <a:pt x="80745" y="7778"/>
                </a:lnTo>
                <a:lnTo>
                  <a:pt x="91066" y="4321"/>
                </a:lnTo>
                <a:lnTo>
                  <a:pt x="101608" y="1968"/>
                </a:lnTo>
                <a:lnTo>
                  <a:pt x="112224" y="578"/>
                </a:lnTo>
                <a:lnTo>
                  <a:pt x="122804" y="0"/>
                </a:lnTo>
                <a:lnTo>
                  <a:pt x="133278" y="95"/>
                </a:lnTo>
                <a:lnTo>
                  <a:pt x="143609" y="756"/>
                </a:lnTo>
                <a:lnTo>
                  <a:pt x="153782" y="1913"/>
                </a:lnTo>
                <a:lnTo>
                  <a:pt x="163793" y="3546"/>
                </a:lnTo>
                <a:lnTo>
                  <a:pt x="173636" y="5671"/>
                </a:lnTo>
                <a:lnTo>
                  <a:pt x="183291" y="8340"/>
                </a:lnTo>
                <a:lnTo>
                  <a:pt x="192724" y="11616"/>
                </a:lnTo>
                <a:lnTo>
                  <a:pt x="201879" y="15560"/>
                </a:lnTo>
                <a:lnTo>
                  <a:pt x="210689" y="20217"/>
                </a:lnTo>
                <a:lnTo>
                  <a:pt x="219080" y="25595"/>
                </a:lnTo>
                <a:lnTo>
                  <a:pt x="226991" y="31662"/>
                </a:lnTo>
                <a:lnTo>
                  <a:pt x="234378" y="38343"/>
                </a:lnTo>
                <a:lnTo>
                  <a:pt x="241233" y="45528"/>
                </a:lnTo>
                <a:lnTo>
                  <a:pt x="247590" y="53081"/>
                </a:lnTo>
                <a:lnTo>
                  <a:pt x="253523" y="60861"/>
                </a:lnTo>
                <a:lnTo>
                  <a:pt x="259144" y="68738"/>
                </a:lnTo>
                <a:lnTo>
                  <a:pt x="264595" y="76613"/>
                </a:lnTo>
                <a:lnTo>
                  <a:pt x="270022" y="84434"/>
                </a:lnTo>
                <a:lnTo>
                  <a:pt x="275562" y="92201"/>
                </a:lnTo>
                <a:lnTo>
                  <a:pt x="281318" y="99968"/>
                </a:lnTo>
                <a:lnTo>
                  <a:pt x="287340" y="107839"/>
                </a:lnTo>
                <a:lnTo>
                  <a:pt x="293609" y="115950"/>
                </a:lnTo>
                <a:lnTo>
                  <a:pt x="300028" y="124447"/>
                </a:lnTo>
                <a:lnTo>
                  <a:pt x="306426" y="133466"/>
                </a:lnTo>
                <a:lnTo>
                  <a:pt x="312567" y="143111"/>
                </a:lnTo>
                <a:lnTo>
                  <a:pt x="318166" y="153427"/>
                </a:lnTo>
                <a:lnTo>
                  <a:pt x="322920" y="164397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659" name="nature-spatial-mechanism-v2-295">
            <a:extLst xmlns:a="http://schemas.openxmlformats.org/drawingml/2006/main">
              <a:ext uri="{FF2B5EF4-FFF2-40B4-BE49-F238E27FC236}">
                <a16:creationId xmlns:a16="http://schemas.microsoft.com/office/drawing/2014/main" id="{48C0018E-85A7-4DF8-9BF1-BFF8647C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278" y="6540818"/>
            <a:ext cx="126873" cy="14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660" name="nature-spatial-mechanism-v2-296">
            <a:extLst xmlns:a="http://schemas.openxmlformats.org/drawingml/2006/main">
              <a:ext uri="{FF2B5EF4-FFF2-40B4-BE49-F238E27FC236}">
                <a16:creationId xmlns:a16="http://schemas.microsoft.com/office/drawing/2014/main" id="{0FC02799-A611-417E-8AC6-714CB8BE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571" y="6592824"/>
            <a:ext cx="34290" cy="40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nature-spatial-mechanism-v2-297">
            <a:extLst xmlns:a="http://schemas.openxmlformats.org/drawingml/2006/main">
              <a:ext uri="{FF2B5EF4-FFF2-40B4-BE49-F238E27FC236}">
                <a16:creationId xmlns:a16="http://schemas.microsoft.com/office/drawing/2014/main" id="{AFD41C4A-3875-4808-9EDC-B6209099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2926" y="6871606"/>
            <a:ext cx="315821" cy="358656"/>
          </a:xfrm>
          <a:custGeom xmlns:a="http://schemas.openxmlformats.org/drawingml/2006/main">
            <a:pathLst>
              <a:path w="315821" h="358656">
                <a:moveTo>
                  <a:pt x="315778" y="172132"/>
                </a:moveTo>
                <a:lnTo>
                  <a:pt x="315821" y="183604"/>
                </a:lnTo>
                <a:lnTo>
                  <a:pt x="314853" y="195035"/>
                </a:lnTo>
                <a:lnTo>
                  <a:pt x="312774" y="206287"/>
                </a:lnTo>
                <a:lnTo>
                  <a:pt x="309523" y="217199"/>
                </a:lnTo>
                <a:lnTo>
                  <a:pt x="305094" y="227605"/>
                </a:lnTo>
                <a:lnTo>
                  <a:pt x="299541" y="237346"/>
                </a:lnTo>
                <a:lnTo>
                  <a:pt x="292984" y="246297"/>
                </a:lnTo>
                <a:lnTo>
                  <a:pt x="285600" y="254381"/>
                </a:lnTo>
                <a:lnTo>
                  <a:pt x="277608" y="261582"/>
                </a:lnTo>
                <a:lnTo>
                  <a:pt x="269247" y="267959"/>
                </a:lnTo>
                <a:lnTo>
                  <a:pt x="260756" y="273635"/>
                </a:lnTo>
                <a:lnTo>
                  <a:pt x="252347" y="278796"/>
                </a:lnTo>
                <a:lnTo>
                  <a:pt x="244180" y="283666"/>
                </a:lnTo>
                <a:lnTo>
                  <a:pt x="236353" y="288489"/>
                </a:lnTo>
                <a:lnTo>
                  <a:pt x="228888" y="293490"/>
                </a:lnTo>
                <a:lnTo>
                  <a:pt x="221735" y="298858"/>
                </a:lnTo>
                <a:lnTo>
                  <a:pt x="214778" y="304712"/>
                </a:lnTo>
                <a:lnTo>
                  <a:pt x="207854" y="311083"/>
                </a:lnTo>
                <a:lnTo>
                  <a:pt x="200776" y="317909"/>
                </a:lnTo>
                <a:lnTo>
                  <a:pt x="193357" y="325030"/>
                </a:lnTo>
                <a:lnTo>
                  <a:pt x="185437" y="332205"/>
                </a:lnTo>
                <a:lnTo>
                  <a:pt x="176904" y="339126"/>
                </a:lnTo>
                <a:lnTo>
                  <a:pt x="167710" y="345456"/>
                </a:lnTo>
                <a:lnTo>
                  <a:pt x="157878" y="350852"/>
                </a:lnTo>
                <a:lnTo>
                  <a:pt x="147499" y="355004"/>
                </a:lnTo>
                <a:lnTo>
                  <a:pt x="136724" y="357661"/>
                </a:lnTo>
                <a:lnTo>
                  <a:pt x="125748" y="358656"/>
                </a:lnTo>
                <a:lnTo>
                  <a:pt x="114785" y="357916"/>
                </a:lnTo>
                <a:lnTo>
                  <a:pt x="104047" y="355465"/>
                </a:lnTo>
                <a:lnTo>
                  <a:pt x="93726" y="351419"/>
                </a:lnTo>
                <a:lnTo>
                  <a:pt x="83967" y="345965"/>
                </a:lnTo>
                <a:lnTo>
                  <a:pt x="74868" y="339342"/>
                </a:lnTo>
                <a:lnTo>
                  <a:pt x="66468" y="331809"/>
                </a:lnTo>
                <a:lnTo>
                  <a:pt x="58755" y="323622"/>
                </a:lnTo>
                <a:lnTo>
                  <a:pt x="51677" y="315010"/>
                </a:lnTo>
                <a:lnTo>
                  <a:pt x="45155" y="306154"/>
                </a:lnTo>
                <a:lnTo>
                  <a:pt x="39102" y="297182"/>
                </a:lnTo>
                <a:lnTo>
                  <a:pt x="33442" y="288164"/>
                </a:lnTo>
                <a:lnTo>
                  <a:pt x="28121" y="279120"/>
                </a:lnTo>
                <a:lnTo>
                  <a:pt x="23119" y="270029"/>
                </a:lnTo>
                <a:lnTo>
                  <a:pt x="18452" y="260852"/>
                </a:lnTo>
                <a:lnTo>
                  <a:pt x="14168" y="251539"/>
                </a:lnTo>
                <a:lnTo>
                  <a:pt x="10336" y="242054"/>
                </a:lnTo>
                <a:lnTo>
                  <a:pt x="7035" y="232380"/>
                </a:lnTo>
                <a:lnTo>
                  <a:pt x="4335" y="222525"/>
                </a:lnTo>
                <a:lnTo>
                  <a:pt x="2288" y="212523"/>
                </a:lnTo>
                <a:lnTo>
                  <a:pt x="906" y="202426"/>
                </a:lnTo>
                <a:lnTo>
                  <a:pt x="166" y="192295"/>
                </a:lnTo>
                <a:lnTo>
                  <a:pt x="0" y="182185"/>
                </a:lnTo>
                <a:lnTo>
                  <a:pt x="310" y="172132"/>
                </a:lnTo>
                <a:lnTo>
                  <a:pt x="975" y="162145"/>
                </a:lnTo>
                <a:lnTo>
                  <a:pt x="1872" y="152202"/>
                </a:lnTo>
                <a:lnTo>
                  <a:pt x="2894" y="142248"/>
                </a:lnTo>
                <a:lnTo>
                  <a:pt x="3966" y="132208"/>
                </a:lnTo>
                <a:lnTo>
                  <a:pt x="5066" y="121996"/>
                </a:lnTo>
                <a:lnTo>
                  <a:pt x="6226" y="111537"/>
                </a:lnTo>
                <a:lnTo>
                  <a:pt x="7540" y="100784"/>
                </a:lnTo>
                <a:lnTo>
                  <a:pt x="9154" y="89738"/>
                </a:lnTo>
                <a:lnTo>
                  <a:pt x="11249" y="78460"/>
                </a:lnTo>
                <a:lnTo>
                  <a:pt x="14028" y="67079"/>
                </a:lnTo>
                <a:lnTo>
                  <a:pt x="17684" y="55791"/>
                </a:lnTo>
                <a:lnTo>
                  <a:pt x="22380" y="44847"/>
                </a:lnTo>
                <a:lnTo>
                  <a:pt x="28227" y="34536"/>
                </a:lnTo>
                <a:lnTo>
                  <a:pt x="35266" y="25160"/>
                </a:lnTo>
                <a:lnTo>
                  <a:pt x="43461" y="17003"/>
                </a:lnTo>
                <a:lnTo>
                  <a:pt x="52699" y="10303"/>
                </a:lnTo>
                <a:lnTo>
                  <a:pt x="62800" y="5228"/>
                </a:lnTo>
                <a:lnTo>
                  <a:pt x="73535" y="1852"/>
                </a:lnTo>
                <a:lnTo>
                  <a:pt x="84644" y="151"/>
                </a:lnTo>
                <a:lnTo>
                  <a:pt x="95872" y="0"/>
                </a:lnTo>
                <a:lnTo>
                  <a:pt x="106983" y="1185"/>
                </a:lnTo>
                <a:lnTo>
                  <a:pt x="117791" y="3423"/>
                </a:lnTo>
                <a:lnTo>
                  <a:pt x="128172" y="6394"/>
                </a:lnTo>
                <a:lnTo>
                  <a:pt x="138069" y="9769"/>
                </a:lnTo>
                <a:lnTo>
                  <a:pt x="147499" y="13247"/>
                </a:lnTo>
                <a:lnTo>
                  <a:pt x="156532" y="16579"/>
                </a:lnTo>
                <a:lnTo>
                  <a:pt x="165286" y="19594"/>
                </a:lnTo>
                <a:lnTo>
                  <a:pt x="173897" y="22212"/>
                </a:lnTo>
                <a:lnTo>
                  <a:pt x="182501" y="24445"/>
                </a:lnTo>
                <a:lnTo>
                  <a:pt x="191211" y="26389"/>
                </a:lnTo>
                <a:lnTo>
                  <a:pt x="200099" y="28208"/>
                </a:lnTo>
                <a:lnTo>
                  <a:pt x="209188" y="30111"/>
                </a:lnTo>
                <a:lnTo>
                  <a:pt x="218446" y="32325"/>
                </a:lnTo>
                <a:lnTo>
                  <a:pt x="227791" y="35067"/>
                </a:lnTo>
                <a:lnTo>
                  <a:pt x="237104" y="38523"/>
                </a:lnTo>
                <a:lnTo>
                  <a:pt x="246241" y="42826"/>
                </a:lnTo>
                <a:lnTo>
                  <a:pt x="255054" y="48052"/>
                </a:lnTo>
                <a:lnTo>
                  <a:pt x="263408" y="54215"/>
                </a:lnTo>
                <a:lnTo>
                  <a:pt x="271193" y="61275"/>
                </a:lnTo>
                <a:lnTo>
                  <a:pt x="278338" y="69150"/>
                </a:lnTo>
                <a:lnTo>
                  <a:pt x="284811" y="77729"/>
                </a:lnTo>
                <a:lnTo>
                  <a:pt x="290615" y="86897"/>
                </a:lnTo>
                <a:lnTo>
                  <a:pt x="295780" y="96541"/>
                </a:lnTo>
                <a:lnTo>
                  <a:pt x="300349" y="106571"/>
                </a:lnTo>
                <a:lnTo>
                  <a:pt x="304363" y="116916"/>
                </a:lnTo>
                <a:lnTo>
                  <a:pt x="307845" y="127531"/>
                </a:lnTo>
                <a:lnTo>
                  <a:pt x="310786" y="138387"/>
                </a:lnTo>
                <a:lnTo>
                  <a:pt x="313146" y="149462"/>
                </a:lnTo>
                <a:lnTo>
                  <a:pt x="314845" y="160726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662" name="nature-spatial-mechanism-v2-298">
            <a:extLst xmlns:a="http://schemas.openxmlformats.org/drawingml/2006/main">
              <a:ext uri="{FF2B5EF4-FFF2-40B4-BE49-F238E27FC236}">
                <a16:creationId xmlns:a16="http://schemas.microsoft.com/office/drawing/2014/main" id="{6199717C-F37E-4E7A-B8B1-A51078D3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703" y="6969443"/>
            <a:ext cx="126873" cy="14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663" name="nature-spatial-mechanism-v2-299">
            <a:extLst xmlns:a="http://schemas.openxmlformats.org/drawingml/2006/main">
              <a:ext uri="{FF2B5EF4-FFF2-40B4-BE49-F238E27FC236}">
                <a16:creationId xmlns:a16="http://schemas.microsoft.com/office/drawing/2014/main" id="{308A24C1-99B1-479D-B548-1C5D7F82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6996" y="7021449"/>
            <a:ext cx="34290" cy="40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" name="nature-spatial-mechanism-v2-300">
            <a:extLst xmlns:a="http://schemas.openxmlformats.org/drawingml/2006/main">
              <a:ext uri="{FF2B5EF4-FFF2-40B4-BE49-F238E27FC236}">
                <a16:creationId xmlns:a16="http://schemas.microsoft.com/office/drawing/2014/main" id="{A48858B7-8B3E-4AEA-80DC-629E2D27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6180" y="6882188"/>
            <a:ext cx="325005" cy="350166"/>
          </a:xfrm>
          <a:custGeom xmlns:a="http://schemas.openxmlformats.org/drawingml/2006/main">
            <a:pathLst>
              <a:path w="325005" h="350166">
                <a:moveTo>
                  <a:pt x="317936" y="161549"/>
                </a:moveTo>
                <a:lnTo>
                  <a:pt x="315490" y="171887"/>
                </a:lnTo>
                <a:lnTo>
                  <a:pt x="312980" y="181963"/>
                </a:lnTo>
                <a:lnTo>
                  <a:pt x="310415" y="191844"/>
                </a:lnTo>
                <a:lnTo>
                  <a:pt x="307750" y="201584"/>
                </a:lnTo>
                <a:lnTo>
                  <a:pt x="304902" y="211210"/>
                </a:lnTo>
                <a:lnTo>
                  <a:pt x="301771" y="220719"/>
                </a:lnTo>
                <a:lnTo>
                  <a:pt x="298252" y="230080"/>
                </a:lnTo>
                <a:lnTo>
                  <a:pt x="294260" y="239235"/>
                </a:lnTo>
                <a:lnTo>
                  <a:pt x="289738" y="248118"/>
                </a:lnTo>
                <a:lnTo>
                  <a:pt x="284663" y="256663"/>
                </a:lnTo>
                <a:lnTo>
                  <a:pt x="279052" y="264821"/>
                </a:lnTo>
                <a:lnTo>
                  <a:pt x="272950" y="272570"/>
                </a:lnTo>
                <a:lnTo>
                  <a:pt x="266425" y="279918"/>
                </a:lnTo>
                <a:lnTo>
                  <a:pt x="259550" y="286910"/>
                </a:lnTo>
                <a:lnTo>
                  <a:pt x="252390" y="293614"/>
                </a:lnTo>
                <a:lnTo>
                  <a:pt x="244990" y="300112"/>
                </a:lnTo>
                <a:lnTo>
                  <a:pt x="237367" y="306479"/>
                </a:lnTo>
                <a:lnTo>
                  <a:pt x="229505" y="312769"/>
                </a:lnTo>
                <a:lnTo>
                  <a:pt x="221362" y="318995"/>
                </a:lnTo>
                <a:lnTo>
                  <a:pt x="212877" y="325114"/>
                </a:lnTo>
                <a:lnTo>
                  <a:pt x="203985" y="331020"/>
                </a:lnTo>
                <a:lnTo>
                  <a:pt x="194635" y="336548"/>
                </a:lnTo>
                <a:lnTo>
                  <a:pt x="184802" y="341477"/>
                </a:lnTo>
                <a:lnTo>
                  <a:pt x="174506" y="345556"/>
                </a:lnTo>
                <a:lnTo>
                  <a:pt x="163820" y="348521"/>
                </a:lnTo>
                <a:lnTo>
                  <a:pt x="152868" y="350125"/>
                </a:lnTo>
                <a:lnTo>
                  <a:pt x="141825" y="350166"/>
                </a:lnTo>
                <a:lnTo>
                  <a:pt x="130898" y="348512"/>
                </a:lnTo>
                <a:lnTo>
                  <a:pt x="120313" y="345118"/>
                </a:lnTo>
                <a:lnTo>
                  <a:pt x="110287" y="340037"/>
                </a:lnTo>
                <a:lnTo>
                  <a:pt x="101007" y="333417"/>
                </a:lnTo>
                <a:lnTo>
                  <a:pt x="92610" y="325489"/>
                </a:lnTo>
                <a:lnTo>
                  <a:pt x="85163" y="316548"/>
                </a:lnTo>
                <a:lnTo>
                  <a:pt x="78658" y="306925"/>
                </a:lnTo>
                <a:lnTo>
                  <a:pt x="73010" y="296954"/>
                </a:lnTo>
                <a:lnTo>
                  <a:pt x="68066" y="286941"/>
                </a:lnTo>
                <a:lnTo>
                  <a:pt x="63625" y="277137"/>
                </a:lnTo>
                <a:lnTo>
                  <a:pt x="59458" y="267718"/>
                </a:lnTo>
                <a:lnTo>
                  <a:pt x="55340" y="258770"/>
                </a:lnTo>
                <a:lnTo>
                  <a:pt x="51071" y="250293"/>
                </a:lnTo>
                <a:lnTo>
                  <a:pt x="46506" y="242203"/>
                </a:lnTo>
                <a:lnTo>
                  <a:pt x="41571" y="234357"/>
                </a:lnTo>
                <a:lnTo>
                  <a:pt x="36269" y="226572"/>
                </a:lnTo>
                <a:lnTo>
                  <a:pt x="30686" y="218653"/>
                </a:lnTo>
                <a:lnTo>
                  <a:pt x="24977" y="210421"/>
                </a:lnTo>
                <a:lnTo>
                  <a:pt x="19353" y="201733"/>
                </a:lnTo>
                <a:lnTo>
                  <a:pt x="14056" y="192499"/>
                </a:lnTo>
                <a:lnTo>
                  <a:pt x="9331" y="182692"/>
                </a:lnTo>
                <a:lnTo>
                  <a:pt x="5406" y="172346"/>
                </a:lnTo>
                <a:lnTo>
                  <a:pt x="2468" y="161549"/>
                </a:lnTo>
                <a:lnTo>
                  <a:pt x="644" y="150428"/>
                </a:lnTo>
                <a:lnTo>
                  <a:pt x="0" y="139129"/>
                </a:lnTo>
                <a:lnTo>
                  <a:pt x="535" y="127805"/>
                </a:lnTo>
                <a:lnTo>
                  <a:pt x="2193" y="116592"/>
                </a:lnTo>
                <a:lnTo>
                  <a:pt x="4875" y="105601"/>
                </a:lnTo>
                <a:lnTo>
                  <a:pt x="8456" y="94910"/>
                </a:lnTo>
                <a:lnTo>
                  <a:pt x="12808" y="84567"/>
                </a:lnTo>
                <a:lnTo>
                  <a:pt x="17814" y="74593"/>
                </a:lnTo>
                <a:lnTo>
                  <a:pt x="23379" y="64996"/>
                </a:lnTo>
                <a:lnTo>
                  <a:pt x="29444" y="55784"/>
                </a:lnTo>
                <a:lnTo>
                  <a:pt x="35979" y="46977"/>
                </a:lnTo>
                <a:lnTo>
                  <a:pt x="42984" y="38621"/>
                </a:lnTo>
                <a:lnTo>
                  <a:pt x="50473" y="30788"/>
                </a:lnTo>
                <a:lnTo>
                  <a:pt x="58463" y="23582"/>
                </a:lnTo>
                <a:lnTo>
                  <a:pt x="66963" y="17127"/>
                </a:lnTo>
                <a:lnTo>
                  <a:pt x="75954" y="11557"/>
                </a:lnTo>
                <a:lnTo>
                  <a:pt x="85389" y="6995"/>
                </a:lnTo>
                <a:lnTo>
                  <a:pt x="95185" y="3538"/>
                </a:lnTo>
                <a:lnTo>
                  <a:pt x="105230" y="1237"/>
                </a:lnTo>
                <a:lnTo>
                  <a:pt x="115392" y="83"/>
                </a:lnTo>
                <a:lnTo>
                  <a:pt x="125532" y="0"/>
                </a:lnTo>
                <a:lnTo>
                  <a:pt x="135522" y="844"/>
                </a:lnTo>
                <a:lnTo>
                  <a:pt x="145263" y="2415"/>
                </a:lnTo>
                <a:lnTo>
                  <a:pt x="154698" y="4474"/>
                </a:lnTo>
                <a:lnTo>
                  <a:pt x="163820" y="6764"/>
                </a:lnTo>
                <a:lnTo>
                  <a:pt x="172677" y="9042"/>
                </a:lnTo>
                <a:lnTo>
                  <a:pt x="181364" y="11103"/>
                </a:lnTo>
                <a:lnTo>
                  <a:pt x="190011" y="12808"/>
                </a:lnTo>
                <a:lnTo>
                  <a:pt x="198767" y="14098"/>
                </a:lnTo>
                <a:lnTo>
                  <a:pt x="207772" y="15007"/>
                </a:lnTo>
                <a:lnTo>
                  <a:pt x="217139" y="15659"/>
                </a:lnTo>
                <a:lnTo>
                  <a:pt x="226930" y="16258"/>
                </a:lnTo>
                <a:lnTo>
                  <a:pt x="237141" y="17065"/>
                </a:lnTo>
                <a:lnTo>
                  <a:pt x="247694" y="18370"/>
                </a:lnTo>
                <a:lnTo>
                  <a:pt x="258437" y="20467"/>
                </a:lnTo>
                <a:lnTo>
                  <a:pt x="269153" y="23613"/>
                </a:lnTo>
                <a:lnTo>
                  <a:pt x="279578" y="28007"/>
                </a:lnTo>
                <a:lnTo>
                  <a:pt x="289425" y="33769"/>
                </a:lnTo>
                <a:lnTo>
                  <a:pt x="298412" y="40926"/>
                </a:lnTo>
                <a:lnTo>
                  <a:pt x="306290" y="49413"/>
                </a:lnTo>
                <a:lnTo>
                  <a:pt x="312865" y="59080"/>
                </a:lnTo>
                <a:lnTo>
                  <a:pt x="318017" y="69714"/>
                </a:lnTo>
                <a:lnTo>
                  <a:pt x="321713" y="81059"/>
                </a:lnTo>
                <a:lnTo>
                  <a:pt x="324000" y="92844"/>
                </a:lnTo>
                <a:lnTo>
                  <a:pt x="325005" y="104813"/>
                </a:lnTo>
                <a:lnTo>
                  <a:pt x="324910" y="116741"/>
                </a:lnTo>
                <a:lnTo>
                  <a:pt x="323936" y="128460"/>
                </a:lnTo>
                <a:lnTo>
                  <a:pt x="322311" y="139859"/>
                </a:lnTo>
                <a:lnTo>
                  <a:pt x="320252" y="150887"/>
                </a:lnTo>
                <a:close/>
              </a:path>
            </a:pathLst>
          </a:cu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665" name="nature-spatial-mechanism-v2-301">
            <a:extLst xmlns:a="http://schemas.openxmlformats.org/drawingml/2006/main">
              <a:ext uri="{FF2B5EF4-FFF2-40B4-BE49-F238E27FC236}">
                <a16:creationId xmlns:a16="http://schemas.microsoft.com/office/drawing/2014/main" id="{4C97D951-CDFF-451A-BF02-5128746C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278" y="6969443"/>
            <a:ext cx="126873" cy="14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666" name="nature-spatial-mechanism-v2-302">
            <a:extLst xmlns:a="http://schemas.openxmlformats.org/drawingml/2006/main">
              <a:ext uri="{FF2B5EF4-FFF2-40B4-BE49-F238E27FC236}">
                <a16:creationId xmlns:a16="http://schemas.microsoft.com/office/drawing/2014/main" id="{6866DE1B-39C6-4A68-A6DA-E4B6F6B7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571" y="7021449"/>
            <a:ext cx="34290" cy="40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nature-spatial-mechanism-v2-303">
            <a:extLst xmlns:a="http://schemas.openxmlformats.org/drawingml/2006/main">
              <a:ext uri="{FF2B5EF4-FFF2-40B4-BE49-F238E27FC236}">
                <a16:creationId xmlns:a16="http://schemas.microsoft.com/office/drawing/2014/main" id="{E4F9FE66-A750-4565-918A-EAD9E3E4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8769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D01</a:t>
            </a:r>
          </a:p>
        </p:txBody>
      </p:sp>
      <p:sp>
        <p:nvSpPr>
          <p:cNvPr id="668" name="nature-spatial-mechanism-v2-304-start-1">
            <a:extLst xmlns:a="http://schemas.openxmlformats.org/drawingml/2006/main">
              <a:ext uri="{FF2B5EF4-FFF2-40B4-BE49-F238E27FC236}">
                <a16:creationId xmlns:a16="http://schemas.microsoft.com/office/drawing/2014/main" id="{FF426E37-B4D4-4891-BAB7-2977754C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7562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9" name="nature-spatial-mechanism-v2-304-end-1">
            <a:extLst xmlns:a="http://schemas.openxmlformats.org/drawingml/2006/main">
              <a:ext uri="{FF2B5EF4-FFF2-40B4-BE49-F238E27FC236}">
                <a16:creationId xmlns:a16="http://schemas.microsoft.com/office/drawing/2014/main" id="{5C0B19B2-D448-4342-9108-D501D149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7915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9" name=""/>
          <p:cNvCxnSpPr>
            <a:stCxn xmlns:a="http://schemas.openxmlformats.org/drawingml/2006/main" id="668" idx="2"/>
            <a:endCxn xmlns:a="http://schemas.openxmlformats.org/drawingml/2006/main" id="669" idx="0"/>
          </p:cNvCxnSpPr>
          <p:nvPr/>
        </p:nvCxnSpPr>
        <p:spPr>
          <a:xfrm xmlns:a="http://schemas.openxmlformats.org/drawingml/2006/main">
            <a:off x="11258598" y="7562945"/>
            <a:ext cx="0" cy="35233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887"/>
            </a:solidFill>
            <a:prstDash val="dash"/>
          </a:ln>
        </p:spPr>
      </p:cxnSp>
      <p:sp>
        <p:nvSpPr>
          <p:cNvPr id="671" name="nature-spatial-mechanism-v2-304-start-2">
            <a:extLst xmlns:a="http://schemas.openxmlformats.org/drawingml/2006/main">
              <a:ext uri="{FF2B5EF4-FFF2-40B4-BE49-F238E27FC236}">
                <a16:creationId xmlns:a16="http://schemas.microsoft.com/office/drawing/2014/main" id="{A00BA02C-C88D-41F0-B0EB-A0E99315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7915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2" name="nature-spatial-mechanism-v2-304-end-2">
            <a:extLst xmlns:a="http://schemas.openxmlformats.org/drawingml/2006/main">
              <a:ext uri="{FF2B5EF4-FFF2-40B4-BE49-F238E27FC236}">
                <a16:creationId xmlns:a16="http://schemas.microsoft.com/office/drawing/2014/main" id="{DAA5AD91-E489-43E5-811B-97F6939F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7915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2" name=""/>
          <p:cNvCxnSpPr>
            <a:stCxn xmlns:a="http://schemas.openxmlformats.org/drawingml/2006/main" id="671" idx="3"/>
            <a:endCxn xmlns:a="http://schemas.openxmlformats.org/drawingml/2006/main" id="672" idx="1"/>
          </p:cNvCxnSpPr>
          <p:nvPr/>
        </p:nvCxnSpPr>
        <p:spPr>
          <a:xfrm xmlns:a="http://schemas.openxmlformats.org/drawingml/2006/main">
            <a:off x="11258645" y="7915323"/>
            <a:ext cx="141913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887"/>
            </a:solidFill>
            <a:prstDash val="dash"/>
          </a:ln>
        </p:spPr>
      </p:cxnSp>
      <p:sp>
        <p:nvSpPr>
          <p:cNvPr id="674" name="nature-spatial-mechanism-v2-304-start-3">
            <a:extLst xmlns:a="http://schemas.openxmlformats.org/drawingml/2006/main">
              <a:ext uri="{FF2B5EF4-FFF2-40B4-BE49-F238E27FC236}">
                <a16:creationId xmlns:a16="http://schemas.microsoft.com/office/drawing/2014/main" id="{734F51A3-7ECE-4A03-BA6F-DC25C6FB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7915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5" name="nature-spatial-mechanism-v2-304-end-3">
            <a:extLst xmlns:a="http://schemas.openxmlformats.org/drawingml/2006/main">
              <a:ext uri="{FF2B5EF4-FFF2-40B4-BE49-F238E27FC236}">
                <a16:creationId xmlns:a16="http://schemas.microsoft.com/office/drawing/2014/main" id="{45F9718A-9C7D-41C7-BFB8-0628C3F0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8096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5" name=""/>
          <p:cNvCxnSpPr>
            <a:stCxn xmlns:a="http://schemas.openxmlformats.org/drawingml/2006/main" id="674" idx="2"/>
            <a:endCxn xmlns:a="http://schemas.openxmlformats.org/drawingml/2006/main" id="675" idx="0"/>
          </p:cNvCxnSpPr>
          <p:nvPr/>
        </p:nvCxnSpPr>
        <p:spPr>
          <a:xfrm xmlns:a="http://schemas.openxmlformats.org/drawingml/2006/main">
            <a:off x="12677823" y="7915370"/>
            <a:ext cx="0" cy="18088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887"/>
            </a:solidFill>
            <a:prstDash val="dash"/>
          </a:ln>
        </p:spPr>
      </p:cxnSp>
      <p:sp>
        <p:nvSpPr>
          <p:cNvPr id="677" name="nature-spatial-mechanism-v2-305">
            <a:extLst xmlns:a="http://schemas.openxmlformats.org/drawingml/2006/main">
              <a:ext uri="{FF2B5EF4-FFF2-40B4-BE49-F238E27FC236}">
                <a16:creationId xmlns:a16="http://schemas.microsoft.com/office/drawing/2014/main" id="{EB3EF512-94CE-474A-A5DE-1DDC2B8F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5318" y="6239917"/>
            <a:ext cx="1134934" cy="1189183"/>
          </a:xfrm>
          <a:custGeom xmlns:a="http://schemas.openxmlformats.org/drawingml/2006/main">
            <a:pathLst>
              <a:path w="1134934" h="1189183">
                <a:moveTo>
                  <a:pt x="1128246" y="603795"/>
                </a:moveTo>
                <a:lnTo>
                  <a:pt x="1134010" y="644153"/>
                </a:lnTo>
                <a:lnTo>
                  <a:pt x="1134934" y="684956"/>
                </a:lnTo>
                <a:lnTo>
                  <a:pt x="1130716" y="725488"/>
                </a:lnTo>
                <a:lnTo>
                  <a:pt x="1121318" y="765004"/>
                </a:lnTo>
                <a:lnTo>
                  <a:pt x="1106970" y="802807"/>
                </a:lnTo>
                <a:lnTo>
                  <a:pt x="1088149" y="838316"/>
                </a:lnTo>
                <a:lnTo>
                  <a:pt x="1065530" y="871121"/>
                </a:lnTo>
                <a:lnTo>
                  <a:pt x="1039918" y="901022"/>
                </a:lnTo>
                <a:lnTo>
                  <a:pt x="1012170" y="928038"/>
                </a:lnTo>
                <a:lnTo>
                  <a:pt x="983119" y="952389"/>
                </a:lnTo>
                <a:lnTo>
                  <a:pt x="953493" y="974460"/>
                </a:lnTo>
                <a:lnTo>
                  <a:pt x="923866" y="994740"/>
                </a:lnTo>
                <a:lnTo>
                  <a:pt x="894619" y="1013754"/>
                </a:lnTo>
                <a:lnTo>
                  <a:pt x="865926" y="1031991"/>
                </a:lnTo>
                <a:lnTo>
                  <a:pt x="837773" y="1049841"/>
                </a:lnTo>
                <a:lnTo>
                  <a:pt x="809990" y="1067543"/>
                </a:lnTo>
                <a:lnTo>
                  <a:pt x="782297" y="1085159"/>
                </a:lnTo>
                <a:lnTo>
                  <a:pt x="754366" y="1102572"/>
                </a:lnTo>
                <a:lnTo>
                  <a:pt x="725877" y="1119501"/>
                </a:lnTo>
                <a:lnTo>
                  <a:pt x="696564" y="1135544"/>
                </a:lnTo>
                <a:lnTo>
                  <a:pt x="666254" y="1150232"/>
                </a:lnTo>
                <a:lnTo>
                  <a:pt x="634884" y="1163086"/>
                </a:lnTo>
                <a:lnTo>
                  <a:pt x="602500" y="1173677"/>
                </a:lnTo>
                <a:lnTo>
                  <a:pt x="569240" y="1181671"/>
                </a:lnTo>
                <a:lnTo>
                  <a:pt x="535307" y="1186863"/>
                </a:lnTo>
                <a:lnTo>
                  <a:pt x="500932" y="1189183"/>
                </a:lnTo>
                <a:lnTo>
                  <a:pt x="466343" y="1188690"/>
                </a:lnTo>
                <a:lnTo>
                  <a:pt x="431731" y="1185540"/>
                </a:lnTo>
                <a:lnTo>
                  <a:pt x="397238" y="1179948"/>
                </a:lnTo>
                <a:lnTo>
                  <a:pt x="362952" y="1172139"/>
                </a:lnTo>
                <a:lnTo>
                  <a:pt x="328921" y="1162298"/>
                </a:lnTo>
                <a:lnTo>
                  <a:pt x="295180" y="1150541"/>
                </a:lnTo>
                <a:lnTo>
                  <a:pt x="261777" y="1136884"/>
                </a:lnTo>
                <a:lnTo>
                  <a:pt x="228816" y="1121244"/>
                </a:lnTo>
                <a:lnTo>
                  <a:pt x="196483" y="1103456"/>
                </a:lnTo>
                <a:lnTo>
                  <a:pt x="165069" y="1083303"/>
                </a:lnTo>
                <a:lnTo>
                  <a:pt x="134970" y="1060562"/>
                </a:lnTo>
                <a:lnTo>
                  <a:pt x="106676" y="1035057"/>
                </a:lnTo>
                <a:lnTo>
                  <a:pt x="80738" y="1006708"/>
                </a:lnTo>
                <a:lnTo>
                  <a:pt x="57721" y="975566"/>
                </a:lnTo>
                <a:lnTo>
                  <a:pt x="38147" y="941838"/>
                </a:lnTo>
                <a:lnTo>
                  <a:pt x="22432" y="905890"/>
                </a:lnTo>
                <a:lnTo>
                  <a:pt x="10834" y="868222"/>
                </a:lnTo>
                <a:lnTo>
                  <a:pt x="3412" y="829430"/>
                </a:lnTo>
                <a:lnTo>
                  <a:pt x="0" y="790150"/>
                </a:lnTo>
                <a:lnTo>
                  <a:pt x="216" y="750997"/>
                </a:lnTo>
                <a:lnTo>
                  <a:pt x="3482" y="712493"/>
                </a:lnTo>
                <a:lnTo>
                  <a:pt x="9080" y="675021"/>
                </a:lnTo>
                <a:lnTo>
                  <a:pt x="16218" y="638786"/>
                </a:lnTo>
                <a:lnTo>
                  <a:pt x="24108" y="603795"/>
                </a:lnTo>
                <a:lnTo>
                  <a:pt x="32050" y="569871"/>
                </a:lnTo>
                <a:lnTo>
                  <a:pt x="39502" y="536687"/>
                </a:lnTo>
                <a:lnTo>
                  <a:pt x="46135" y="503815"/>
                </a:lnTo>
                <a:lnTo>
                  <a:pt x="51868" y="470803"/>
                </a:lnTo>
                <a:lnTo>
                  <a:pt x="56872" y="437239"/>
                </a:lnTo>
                <a:lnTo>
                  <a:pt x="61548" y="402822"/>
                </a:lnTo>
                <a:lnTo>
                  <a:pt x="66476" y="367422"/>
                </a:lnTo>
                <a:lnTo>
                  <a:pt x="72354" y="331105"/>
                </a:lnTo>
                <a:lnTo>
                  <a:pt x="79916" y="294152"/>
                </a:lnTo>
                <a:lnTo>
                  <a:pt x="89852" y="257036"/>
                </a:lnTo>
                <a:lnTo>
                  <a:pt x="102740" y="220384"/>
                </a:lnTo>
                <a:lnTo>
                  <a:pt x="118984" y="184917"/>
                </a:lnTo>
                <a:lnTo>
                  <a:pt x="138784" y="151381"/>
                </a:lnTo>
                <a:lnTo>
                  <a:pt x="162122" y="120470"/>
                </a:lnTo>
                <a:lnTo>
                  <a:pt x="188777" y="92770"/>
                </a:lnTo>
                <a:lnTo>
                  <a:pt x="218363" y="68699"/>
                </a:lnTo>
                <a:lnTo>
                  <a:pt x="250374" y="48484"/>
                </a:lnTo>
                <a:lnTo>
                  <a:pt x="284247" y="32157"/>
                </a:lnTo>
                <a:lnTo>
                  <a:pt x="319417" y="19571"/>
                </a:lnTo>
                <a:lnTo>
                  <a:pt x="355367" y="10440"/>
                </a:lnTo>
                <a:lnTo>
                  <a:pt x="391666" y="4393"/>
                </a:lnTo>
                <a:lnTo>
                  <a:pt x="427990" y="1035"/>
                </a:lnTo>
                <a:lnTo>
                  <a:pt x="464115" y="0"/>
                </a:lnTo>
                <a:lnTo>
                  <a:pt x="499910" y="1000"/>
                </a:lnTo>
                <a:lnTo>
                  <a:pt x="535307" y="3858"/>
                </a:lnTo>
                <a:lnTo>
                  <a:pt x="570262" y="8512"/>
                </a:lnTo>
                <a:lnTo>
                  <a:pt x="604728" y="15013"/>
                </a:lnTo>
                <a:lnTo>
                  <a:pt x="638626" y="23489"/>
                </a:lnTo>
                <a:lnTo>
                  <a:pt x="671826" y="34109"/>
                </a:lnTo>
                <a:lnTo>
                  <a:pt x="704149" y="47034"/>
                </a:lnTo>
                <a:lnTo>
                  <a:pt x="735382" y="62368"/>
                </a:lnTo>
                <a:lnTo>
                  <a:pt x="765299" y="80126"/>
                </a:lnTo>
                <a:lnTo>
                  <a:pt x="793699" y="100208"/>
                </a:lnTo>
                <a:lnTo>
                  <a:pt x="820442" y="122400"/>
                </a:lnTo>
                <a:lnTo>
                  <a:pt x="845479" y="146385"/>
                </a:lnTo>
                <a:lnTo>
                  <a:pt x="868873" y="171782"/>
                </a:lnTo>
                <a:lnTo>
                  <a:pt x="890804" y="198188"/>
                </a:lnTo>
                <a:lnTo>
                  <a:pt x="911557" y="225235"/>
                </a:lnTo>
                <a:lnTo>
                  <a:pt x="931491" y="252632"/>
                </a:lnTo>
                <a:lnTo>
                  <a:pt x="950988" y="280213"/>
                </a:lnTo>
                <a:lnTo>
                  <a:pt x="970402" y="307952"/>
                </a:lnTo>
                <a:lnTo>
                  <a:pt x="989996" y="335973"/>
                </a:lnTo>
                <a:lnTo>
                  <a:pt x="1009888" y="364522"/>
                </a:lnTo>
                <a:lnTo>
                  <a:pt x="1030013" y="393936"/>
                </a:lnTo>
                <a:lnTo>
                  <a:pt x="1050098" y="424582"/>
                </a:lnTo>
                <a:lnTo>
                  <a:pt x="1069665" y="456795"/>
                </a:lnTo>
                <a:lnTo>
                  <a:pt x="1088062" y="490820"/>
                </a:lnTo>
                <a:lnTo>
                  <a:pt x="1104511" y="526752"/>
                </a:lnTo>
                <a:lnTo>
                  <a:pt x="1118177" y="564505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678" name="nature-spatial-mechanism-v2-306">
            <a:extLst xmlns:a="http://schemas.openxmlformats.org/drawingml/2006/main">
              <a:ext uri="{FF2B5EF4-FFF2-40B4-BE49-F238E27FC236}">
                <a16:creationId xmlns:a16="http://schemas.microsoft.com/office/drawing/2014/main" id="{E63AD9DD-CCF0-4F8E-9BC0-6E1C5047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1563" y="6427597"/>
            <a:ext cx="327169" cy="347833"/>
          </a:xfrm>
          <a:custGeom xmlns:a="http://schemas.openxmlformats.org/drawingml/2006/main">
            <a:pathLst>
              <a:path w="327169" h="347833">
                <a:moveTo>
                  <a:pt x="324349" y="187515"/>
                </a:moveTo>
                <a:lnTo>
                  <a:pt x="326404" y="198793"/>
                </a:lnTo>
                <a:lnTo>
                  <a:pt x="327169" y="210265"/>
                </a:lnTo>
                <a:lnTo>
                  <a:pt x="326627" y="221756"/>
                </a:lnTo>
                <a:lnTo>
                  <a:pt x="324827" y="233102"/>
                </a:lnTo>
                <a:lnTo>
                  <a:pt x="321873" y="244164"/>
                </a:lnTo>
                <a:lnTo>
                  <a:pt x="317906" y="254843"/>
                </a:lnTo>
                <a:lnTo>
                  <a:pt x="313080" y="265075"/>
                </a:lnTo>
                <a:lnTo>
                  <a:pt x="307550" y="274833"/>
                </a:lnTo>
                <a:lnTo>
                  <a:pt x="301448" y="284117"/>
                </a:lnTo>
                <a:lnTo>
                  <a:pt x="294875" y="292937"/>
                </a:lnTo>
                <a:lnTo>
                  <a:pt x="287897" y="301299"/>
                </a:lnTo>
                <a:lnTo>
                  <a:pt x="280545" y="309195"/>
                </a:lnTo>
                <a:lnTo>
                  <a:pt x="272823" y="316591"/>
                </a:lnTo>
                <a:lnTo>
                  <a:pt x="264721" y="323423"/>
                </a:lnTo>
                <a:lnTo>
                  <a:pt x="256229" y="329604"/>
                </a:lnTo>
                <a:lnTo>
                  <a:pt x="247348" y="335025"/>
                </a:lnTo>
                <a:lnTo>
                  <a:pt x="238104" y="339580"/>
                </a:lnTo>
                <a:lnTo>
                  <a:pt x="228549" y="343173"/>
                </a:lnTo>
                <a:lnTo>
                  <a:pt x="218765" y="345746"/>
                </a:lnTo>
                <a:lnTo>
                  <a:pt x="208855" y="347284"/>
                </a:lnTo>
                <a:lnTo>
                  <a:pt x="198933" y="347833"/>
                </a:lnTo>
                <a:lnTo>
                  <a:pt x="189108" y="347501"/>
                </a:lnTo>
                <a:lnTo>
                  <a:pt x="179470" y="346447"/>
                </a:lnTo>
                <a:lnTo>
                  <a:pt x="170075" y="344877"/>
                </a:lnTo>
                <a:lnTo>
                  <a:pt x="160937" y="343015"/>
                </a:lnTo>
                <a:lnTo>
                  <a:pt x="152018" y="341083"/>
                </a:lnTo>
                <a:lnTo>
                  <a:pt x="143240" y="339273"/>
                </a:lnTo>
                <a:lnTo>
                  <a:pt x="134487" y="337724"/>
                </a:lnTo>
                <a:lnTo>
                  <a:pt x="125626" y="336500"/>
                </a:lnTo>
                <a:lnTo>
                  <a:pt x="116527" y="335583"/>
                </a:lnTo>
                <a:lnTo>
                  <a:pt x="107084" y="334866"/>
                </a:lnTo>
                <a:lnTo>
                  <a:pt x="97236" y="334167"/>
                </a:lnTo>
                <a:lnTo>
                  <a:pt x="86985" y="333243"/>
                </a:lnTo>
                <a:lnTo>
                  <a:pt x="76405" y="331815"/>
                </a:lnTo>
                <a:lnTo>
                  <a:pt x="65644" y="329604"/>
                </a:lnTo>
                <a:lnTo>
                  <a:pt x="54915" y="326353"/>
                </a:lnTo>
                <a:lnTo>
                  <a:pt x="44481" y="321862"/>
                </a:lnTo>
                <a:lnTo>
                  <a:pt x="34631" y="316008"/>
                </a:lnTo>
                <a:lnTo>
                  <a:pt x="25654" y="308757"/>
                </a:lnTo>
                <a:lnTo>
                  <a:pt x="17811" y="300168"/>
                </a:lnTo>
                <a:lnTo>
                  <a:pt x="11306" y="290387"/>
                </a:lnTo>
                <a:lnTo>
                  <a:pt x="6272" y="279629"/>
                </a:lnTo>
                <a:lnTo>
                  <a:pt x="2753" y="268154"/>
                </a:lnTo>
                <a:lnTo>
                  <a:pt x="705" y="256242"/>
                </a:lnTo>
                <a:lnTo>
                  <a:pt x="0" y="244164"/>
                </a:lnTo>
                <a:lnTo>
                  <a:pt x="445" y="232157"/>
                </a:lnTo>
                <a:lnTo>
                  <a:pt x="1803" y="220401"/>
                </a:lnTo>
                <a:lnTo>
                  <a:pt x="3819" y="209018"/>
                </a:lnTo>
                <a:lnTo>
                  <a:pt x="6249" y="198059"/>
                </a:lnTo>
                <a:lnTo>
                  <a:pt x="8881" y="187515"/>
                </a:lnTo>
                <a:lnTo>
                  <a:pt x="11559" y="177334"/>
                </a:lnTo>
                <a:lnTo>
                  <a:pt x="14189" y="167432"/>
                </a:lnTo>
                <a:lnTo>
                  <a:pt x="16747" y="157718"/>
                </a:lnTo>
                <a:lnTo>
                  <a:pt x="19270" y="148110"/>
                </a:lnTo>
                <a:lnTo>
                  <a:pt x="21845" y="138556"/>
                </a:lnTo>
                <a:lnTo>
                  <a:pt x="24591" y="129034"/>
                </a:lnTo>
                <a:lnTo>
                  <a:pt x="27636" y="119562"/>
                </a:lnTo>
                <a:lnTo>
                  <a:pt x="31103" y="110191"/>
                </a:lnTo>
                <a:lnTo>
                  <a:pt x="35089" y="100995"/>
                </a:lnTo>
                <a:lnTo>
                  <a:pt x="39656" y="92057"/>
                </a:lnTo>
                <a:lnTo>
                  <a:pt x="44825" y="83454"/>
                </a:lnTo>
                <a:lnTo>
                  <a:pt x="50578" y="75246"/>
                </a:lnTo>
                <a:lnTo>
                  <a:pt x="56870" y="67461"/>
                </a:lnTo>
                <a:lnTo>
                  <a:pt x="63634" y="60095"/>
                </a:lnTo>
                <a:lnTo>
                  <a:pt x="70801" y="53117"/>
                </a:lnTo>
                <a:lnTo>
                  <a:pt x="78312" y="46470"/>
                </a:lnTo>
                <a:lnTo>
                  <a:pt x="86126" y="40096"/>
                </a:lnTo>
                <a:lnTo>
                  <a:pt x="94230" y="33942"/>
                </a:lnTo>
                <a:lnTo>
                  <a:pt x="102634" y="27988"/>
                </a:lnTo>
                <a:lnTo>
                  <a:pt x="111370" y="22254"/>
                </a:lnTo>
                <a:lnTo>
                  <a:pt x="120479" y="16813"/>
                </a:lnTo>
                <a:lnTo>
                  <a:pt x="129995" y="11797"/>
                </a:lnTo>
                <a:lnTo>
                  <a:pt x="139931" y="7385"/>
                </a:lnTo>
                <a:lnTo>
                  <a:pt x="150267" y="3794"/>
                </a:lnTo>
                <a:lnTo>
                  <a:pt x="160937" y="1258"/>
                </a:lnTo>
                <a:lnTo>
                  <a:pt x="171827" y="0"/>
                </a:lnTo>
                <a:lnTo>
                  <a:pt x="182779" y="211"/>
                </a:lnTo>
                <a:lnTo>
                  <a:pt x="193600" y="2020"/>
                </a:lnTo>
                <a:lnTo>
                  <a:pt x="204080" y="5480"/>
                </a:lnTo>
                <a:lnTo>
                  <a:pt x="214012" y="10553"/>
                </a:lnTo>
                <a:lnTo>
                  <a:pt x="223216" y="17109"/>
                </a:lnTo>
                <a:lnTo>
                  <a:pt x="231556" y="24936"/>
                </a:lnTo>
                <a:lnTo>
                  <a:pt x="238963" y="33759"/>
                </a:lnTo>
                <a:lnTo>
                  <a:pt x="245442" y="43260"/>
                </a:lnTo>
                <a:lnTo>
                  <a:pt x="251072" y="53117"/>
                </a:lnTo>
                <a:lnTo>
                  <a:pt x="256002" y="63025"/>
                </a:lnTo>
                <a:lnTo>
                  <a:pt x="260434" y="72732"/>
                </a:lnTo>
                <a:lnTo>
                  <a:pt x="264597" y="82060"/>
                </a:lnTo>
                <a:lnTo>
                  <a:pt x="268726" y="90913"/>
                </a:lnTo>
                <a:lnTo>
                  <a:pt x="273029" y="99288"/>
                </a:lnTo>
                <a:lnTo>
                  <a:pt x="277665" y="107265"/>
                </a:lnTo>
                <a:lnTo>
                  <a:pt x="282719" y="114986"/>
                </a:lnTo>
                <a:lnTo>
                  <a:pt x="288197" y="122641"/>
                </a:lnTo>
                <a:lnTo>
                  <a:pt x="294020" y="130433"/>
                </a:lnTo>
                <a:lnTo>
                  <a:pt x="300028" y="138556"/>
                </a:lnTo>
                <a:lnTo>
                  <a:pt x="306002" y="147165"/>
                </a:lnTo>
                <a:lnTo>
                  <a:pt x="311683" y="156363"/>
                </a:lnTo>
                <a:lnTo>
                  <a:pt x="316800" y="166184"/>
                </a:lnTo>
                <a:lnTo>
                  <a:pt x="321094" y="176599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679" name="nature-spatial-mechanism-v2-307">
            <a:extLst xmlns:a="http://schemas.openxmlformats.org/drawingml/2006/main">
              <a:ext uri="{FF2B5EF4-FFF2-40B4-BE49-F238E27FC236}">
                <a16:creationId xmlns:a16="http://schemas.microsoft.com/office/drawing/2014/main" id="{10F04277-1FBC-48D2-8E7A-447C30A4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0778" y="6540818"/>
            <a:ext cx="126873" cy="14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1430">
            <a:solidFill>
              <a:srgbClr val="4A9086"/>
            </a:solidFill>
            <a:prstDash val="solid"/>
          </a:ln>
        </p:spPr>
      </p:sp>
      <p:sp>
        <p:nvSpPr>
          <p:cNvPr id="680" name="nature-spatial-mechanism-v2-308">
            <a:extLst xmlns:a="http://schemas.openxmlformats.org/drawingml/2006/main">
              <a:ext uri="{FF2B5EF4-FFF2-40B4-BE49-F238E27FC236}">
                <a16:creationId xmlns:a16="http://schemas.microsoft.com/office/drawing/2014/main" id="{806BD6A5-6D45-4169-80A4-6F9DE4E4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071" y="6592824"/>
            <a:ext cx="34290" cy="40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" name="nature-spatial-mechanism-v2-309">
            <a:extLst xmlns:a="http://schemas.openxmlformats.org/drawingml/2006/main">
              <a:ext uri="{FF2B5EF4-FFF2-40B4-BE49-F238E27FC236}">
                <a16:creationId xmlns:a16="http://schemas.microsoft.com/office/drawing/2014/main" id="{8D09AB3B-BDC0-4225-A8CA-CBFC5CD8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8293" y="6439188"/>
            <a:ext cx="329342" cy="344734"/>
          </a:xfrm>
          <a:custGeom xmlns:a="http://schemas.openxmlformats.org/drawingml/2006/main">
            <a:pathLst>
              <a:path w="329342" h="344734">
                <a:moveTo>
                  <a:pt x="326530" y="175925"/>
                </a:moveTo>
                <a:lnTo>
                  <a:pt x="328736" y="187849"/>
                </a:lnTo>
                <a:lnTo>
                  <a:pt x="329342" y="199951"/>
                </a:lnTo>
                <a:lnTo>
                  <a:pt x="328235" y="211977"/>
                </a:lnTo>
                <a:lnTo>
                  <a:pt x="325401" y="223661"/>
                </a:lnTo>
                <a:lnTo>
                  <a:pt x="320920" y="234756"/>
                </a:lnTo>
                <a:lnTo>
                  <a:pt x="314965" y="245059"/>
                </a:lnTo>
                <a:lnTo>
                  <a:pt x="307780" y="254429"/>
                </a:lnTo>
                <a:lnTo>
                  <a:pt x="299657" y="262803"/>
                </a:lnTo>
                <a:lnTo>
                  <a:pt x="290905" y="270197"/>
                </a:lnTo>
                <a:lnTo>
                  <a:pt x="281825" y="276705"/>
                </a:lnTo>
                <a:lnTo>
                  <a:pt x="272677" y="282480"/>
                </a:lnTo>
                <a:lnTo>
                  <a:pt x="263666" y="287711"/>
                </a:lnTo>
                <a:lnTo>
                  <a:pt x="254924" y="292605"/>
                </a:lnTo>
                <a:lnTo>
                  <a:pt x="246507" y="297351"/>
                </a:lnTo>
                <a:lnTo>
                  <a:pt x="238403" y="302101"/>
                </a:lnTo>
                <a:lnTo>
                  <a:pt x="230538" y="306952"/>
                </a:lnTo>
                <a:lnTo>
                  <a:pt x="222802" y="311934"/>
                </a:lnTo>
                <a:lnTo>
                  <a:pt x="215064" y="317009"/>
                </a:lnTo>
                <a:lnTo>
                  <a:pt x="207197" y="322079"/>
                </a:lnTo>
                <a:lnTo>
                  <a:pt x="199093" y="326999"/>
                </a:lnTo>
                <a:lnTo>
                  <a:pt x="190678" y="331598"/>
                </a:lnTo>
                <a:lnTo>
                  <a:pt x="181917" y="335704"/>
                </a:lnTo>
                <a:lnTo>
                  <a:pt x="172817" y="339157"/>
                </a:lnTo>
                <a:lnTo>
                  <a:pt x="163418" y="341838"/>
                </a:lnTo>
                <a:lnTo>
                  <a:pt x="153782" y="343670"/>
                </a:lnTo>
                <a:lnTo>
                  <a:pt x="143985" y="344628"/>
                </a:lnTo>
                <a:lnTo>
                  <a:pt x="134097" y="344734"/>
                </a:lnTo>
                <a:lnTo>
                  <a:pt x="124179" y="344044"/>
                </a:lnTo>
                <a:lnTo>
                  <a:pt x="114271" y="342636"/>
                </a:lnTo>
                <a:lnTo>
                  <a:pt x="104395" y="340591"/>
                </a:lnTo>
                <a:lnTo>
                  <a:pt x="94557" y="337975"/>
                </a:lnTo>
                <a:lnTo>
                  <a:pt x="84761" y="334826"/>
                </a:lnTo>
                <a:lnTo>
                  <a:pt x="75013" y="331145"/>
                </a:lnTo>
                <a:lnTo>
                  <a:pt x="65342" y="326898"/>
                </a:lnTo>
                <a:lnTo>
                  <a:pt x="55806" y="322015"/>
                </a:lnTo>
                <a:lnTo>
                  <a:pt x="46503" y="316409"/>
                </a:lnTo>
                <a:lnTo>
                  <a:pt x="37570" y="309991"/>
                </a:lnTo>
                <a:lnTo>
                  <a:pt x="29178" y="302686"/>
                </a:lnTo>
                <a:lnTo>
                  <a:pt x="21522" y="294457"/>
                </a:lnTo>
                <a:lnTo>
                  <a:pt x="14803" y="285314"/>
                </a:lnTo>
                <a:lnTo>
                  <a:pt x="9203" y="275323"/>
                </a:lnTo>
                <a:lnTo>
                  <a:pt x="4872" y="264611"/>
                </a:lnTo>
                <a:lnTo>
                  <a:pt x="1897" y="253353"/>
                </a:lnTo>
                <a:lnTo>
                  <a:pt x="294" y="241759"/>
                </a:lnTo>
                <a:lnTo>
                  <a:pt x="0" y="230055"/>
                </a:lnTo>
                <a:lnTo>
                  <a:pt x="869" y="218458"/>
                </a:lnTo>
                <a:lnTo>
                  <a:pt x="2686" y="207150"/>
                </a:lnTo>
                <a:lnTo>
                  <a:pt x="5186" y="196261"/>
                </a:lnTo>
                <a:lnTo>
                  <a:pt x="8074" y="185856"/>
                </a:lnTo>
                <a:lnTo>
                  <a:pt x="11062" y="175925"/>
                </a:lnTo>
                <a:lnTo>
                  <a:pt x="13890" y="166390"/>
                </a:lnTo>
                <a:lnTo>
                  <a:pt x="16361" y="157118"/>
                </a:lnTo>
                <a:lnTo>
                  <a:pt x="18355" y="147938"/>
                </a:lnTo>
                <a:lnTo>
                  <a:pt x="19844" y="138669"/>
                </a:lnTo>
                <a:lnTo>
                  <a:pt x="20892" y="129148"/>
                </a:lnTo>
                <a:lnTo>
                  <a:pt x="21650" y="119250"/>
                </a:lnTo>
                <a:lnTo>
                  <a:pt x="22336" y="108916"/>
                </a:lnTo>
                <a:lnTo>
                  <a:pt x="23210" y="98160"/>
                </a:lnTo>
                <a:lnTo>
                  <a:pt x="24547" y="87075"/>
                </a:lnTo>
                <a:lnTo>
                  <a:pt x="26606" y="75826"/>
                </a:lnTo>
                <a:lnTo>
                  <a:pt x="29605" y="64635"/>
                </a:lnTo>
                <a:lnTo>
                  <a:pt x="33700" y="53763"/>
                </a:lnTo>
                <a:lnTo>
                  <a:pt x="38971" y="43475"/>
                </a:lnTo>
                <a:lnTo>
                  <a:pt x="45420" y="34022"/>
                </a:lnTo>
                <a:lnTo>
                  <a:pt x="52975" y="25613"/>
                </a:lnTo>
                <a:lnTo>
                  <a:pt x="61502" y="18397"/>
                </a:lnTo>
                <a:lnTo>
                  <a:pt x="70824" y="12450"/>
                </a:lnTo>
                <a:lnTo>
                  <a:pt x="80745" y="7778"/>
                </a:lnTo>
                <a:lnTo>
                  <a:pt x="91066" y="4321"/>
                </a:lnTo>
                <a:lnTo>
                  <a:pt x="101608" y="1968"/>
                </a:lnTo>
                <a:lnTo>
                  <a:pt x="112224" y="578"/>
                </a:lnTo>
                <a:lnTo>
                  <a:pt x="122804" y="0"/>
                </a:lnTo>
                <a:lnTo>
                  <a:pt x="133278" y="95"/>
                </a:lnTo>
                <a:lnTo>
                  <a:pt x="143609" y="756"/>
                </a:lnTo>
                <a:lnTo>
                  <a:pt x="153782" y="1913"/>
                </a:lnTo>
                <a:lnTo>
                  <a:pt x="163793" y="3546"/>
                </a:lnTo>
                <a:lnTo>
                  <a:pt x="173636" y="5671"/>
                </a:lnTo>
                <a:lnTo>
                  <a:pt x="183291" y="8340"/>
                </a:lnTo>
                <a:lnTo>
                  <a:pt x="192724" y="11616"/>
                </a:lnTo>
                <a:lnTo>
                  <a:pt x="201879" y="15560"/>
                </a:lnTo>
                <a:lnTo>
                  <a:pt x="210689" y="20217"/>
                </a:lnTo>
                <a:lnTo>
                  <a:pt x="219080" y="25595"/>
                </a:lnTo>
                <a:lnTo>
                  <a:pt x="226991" y="31662"/>
                </a:lnTo>
                <a:lnTo>
                  <a:pt x="234378" y="38343"/>
                </a:lnTo>
                <a:lnTo>
                  <a:pt x="241233" y="45528"/>
                </a:lnTo>
                <a:lnTo>
                  <a:pt x="247590" y="53081"/>
                </a:lnTo>
                <a:lnTo>
                  <a:pt x="253523" y="60861"/>
                </a:lnTo>
                <a:lnTo>
                  <a:pt x="259144" y="68738"/>
                </a:lnTo>
                <a:lnTo>
                  <a:pt x="264595" y="76613"/>
                </a:lnTo>
                <a:lnTo>
                  <a:pt x="270022" y="84434"/>
                </a:lnTo>
                <a:lnTo>
                  <a:pt x="275562" y="92201"/>
                </a:lnTo>
                <a:lnTo>
                  <a:pt x="281318" y="99968"/>
                </a:lnTo>
                <a:lnTo>
                  <a:pt x="287340" y="107839"/>
                </a:lnTo>
                <a:lnTo>
                  <a:pt x="293609" y="115950"/>
                </a:lnTo>
                <a:lnTo>
                  <a:pt x="300028" y="124447"/>
                </a:lnTo>
                <a:lnTo>
                  <a:pt x="306426" y="133466"/>
                </a:lnTo>
                <a:lnTo>
                  <a:pt x="312567" y="143111"/>
                </a:lnTo>
                <a:lnTo>
                  <a:pt x="318166" y="153427"/>
                </a:lnTo>
                <a:lnTo>
                  <a:pt x="322920" y="164397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682" name="nature-spatial-mechanism-v2-310">
            <a:extLst xmlns:a="http://schemas.openxmlformats.org/drawingml/2006/main">
              <a:ext uri="{FF2B5EF4-FFF2-40B4-BE49-F238E27FC236}">
                <a16:creationId xmlns:a16="http://schemas.microsoft.com/office/drawing/2014/main" id="{C9F299CA-9F41-454E-9598-50F9961B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0353" y="6540818"/>
            <a:ext cx="126873" cy="14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1430">
            <a:solidFill>
              <a:srgbClr val="4A9086"/>
            </a:solidFill>
            <a:prstDash val="solid"/>
          </a:ln>
        </p:spPr>
      </p:sp>
      <p:sp>
        <p:nvSpPr>
          <p:cNvPr id="683" name="nature-spatial-mechanism-v2-311">
            <a:extLst xmlns:a="http://schemas.openxmlformats.org/drawingml/2006/main">
              <a:ext uri="{FF2B5EF4-FFF2-40B4-BE49-F238E27FC236}">
                <a16:creationId xmlns:a16="http://schemas.microsoft.com/office/drawing/2014/main" id="{E7961EE0-9D94-4FBF-8175-330A0580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646" y="6592824"/>
            <a:ext cx="34290" cy="40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4" name="nature-spatial-mechanism-v2-312">
            <a:extLst xmlns:a="http://schemas.openxmlformats.org/drawingml/2006/main">
              <a:ext uri="{FF2B5EF4-FFF2-40B4-BE49-F238E27FC236}">
                <a16:creationId xmlns:a16="http://schemas.microsoft.com/office/drawing/2014/main" id="{FDAEB10B-9CEE-4E1C-A204-10AE8D86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001" y="6871606"/>
            <a:ext cx="315821" cy="358656"/>
          </a:xfrm>
          <a:custGeom xmlns:a="http://schemas.openxmlformats.org/drawingml/2006/main">
            <a:pathLst>
              <a:path w="315821" h="358656">
                <a:moveTo>
                  <a:pt x="315778" y="172132"/>
                </a:moveTo>
                <a:lnTo>
                  <a:pt x="315821" y="183604"/>
                </a:lnTo>
                <a:lnTo>
                  <a:pt x="314853" y="195035"/>
                </a:lnTo>
                <a:lnTo>
                  <a:pt x="312774" y="206287"/>
                </a:lnTo>
                <a:lnTo>
                  <a:pt x="309523" y="217199"/>
                </a:lnTo>
                <a:lnTo>
                  <a:pt x="305094" y="227605"/>
                </a:lnTo>
                <a:lnTo>
                  <a:pt x="299541" y="237346"/>
                </a:lnTo>
                <a:lnTo>
                  <a:pt x="292984" y="246297"/>
                </a:lnTo>
                <a:lnTo>
                  <a:pt x="285600" y="254381"/>
                </a:lnTo>
                <a:lnTo>
                  <a:pt x="277608" y="261582"/>
                </a:lnTo>
                <a:lnTo>
                  <a:pt x="269247" y="267959"/>
                </a:lnTo>
                <a:lnTo>
                  <a:pt x="260756" y="273635"/>
                </a:lnTo>
                <a:lnTo>
                  <a:pt x="252347" y="278796"/>
                </a:lnTo>
                <a:lnTo>
                  <a:pt x="244180" y="283666"/>
                </a:lnTo>
                <a:lnTo>
                  <a:pt x="236353" y="288489"/>
                </a:lnTo>
                <a:lnTo>
                  <a:pt x="228888" y="293490"/>
                </a:lnTo>
                <a:lnTo>
                  <a:pt x="221735" y="298858"/>
                </a:lnTo>
                <a:lnTo>
                  <a:pt x="214778" y="304712"/>
                </a:lnTo>
                <a:lnTo>
                  <a:pt x="207854" y="311083"/>
                </a:lnTo>
                <a:lnTo>
                  <a:pt x="200776" y="317909"/>
                </a:lnTo>
                <a:lnTo>
                  <a:pt x="193357" y="325030"/>
                </a:lnTo>
                <a:lnTo>
                  <a:pt x="185437" y="332205"/>
                </a:lnTo>
                <a:lnTo>
                  <a:pt x="176904" y="339126"/>
                </a:lnTo>
                <a:lnTo>
                  <a:pt x="167710" y="345456"/>
                </a:lnTo>
                <a:lnTo>
                  <a:pt x="157878" y="350852"/>
                </a:lnTo>
                <a:lnTo>
                  <a:pt x="147499" y="355004"/>
                </a:lnTo>
                <a:lnTo>
                  <a:pt x="136724" y="357661"/>
                </a:lnTo>
                <a:lnTo>
                  <a:pt x="125748" y="358656"/>
                </a:lnTo>
                <a:lnTo>
                  <a:pt x="114785" y="357916"/>
                </a:lnTo>
                <a:lnTo>
                  <a:pt x="104047" y="355465"/>
                </a:lnTo>
                <a:lnTo>
                  <a:pt x="93726" y="351419"/>
                </a:lnTo>
                <a:lnTo>
                  <a:pt x="83967" y="345965"/>
                </a:lnTo>
                <a:lnTo>
                  <a:pt x="74868" y="339342"/>
                </a:lnTo>
                <a:lnTo>
                  <a:pt x="66468" y="331809"/>
                </a:lnTo>
                <a:lnTo>
                  <a:pt x="58755" y="323622"/>
                </a:lnTo>
                <a:lnTo>
                  <a:pt x="51677" y="315010"/>
                </a:lnTo>
                <a:lnTo>
                  <a:pt x="45155" y="306154"/>
                </a:lnTo>
                <a:lnTo>
                  <a:pt x="39102" y="297182"/>
                </a:lnTo>
                <a:lnTo>
                  <a:pt x="33442" y="288164"/>
                </a:lnTo>
                <a:lnTo>
                  <a:pt x="28121" y="279120"/>
                </a:lnTo>
                <a:lnTo>
                  <a:pt x="23119" y="270029"/>
                </a:lnTo>
                <a:lnTo>
                  <a:pt x="18452" y="260852"/>
                </a:lnTo>
                <a:lnTo>
                  <a:pt x="14168" y="251539"/>
                </a:lnTo>
                <a:lnTo>
                  <a:pt x="10336" y="242054"/>
                </a:lnTo>
                <a:lnTo>
                  <a:pt x="7035" y="232380"/>
                </a:lnTo>
                <a:lnTo>
                  <a:pt x="4335" y="222525"/>
                </a:lnTo>
                <a:lnTo>
                  <a:pt x="2288" y="212523"/>
                </a:lnTo>
                <a:lnTo>
                  <a:pt x="906" y="202426"/>
                </a:lnTo>
                <a:lnTo>
                  <a:pt x="166" y="192295"/>
                </a:lnTo>
                <a:lnTo>
                  <a:pt x="0" y="182185"/>
                </a:lnTo>
                <a:lnTo>
                  <a:pt x="310" y="172132"/>
                </a:lnTo>
                <a:lnTo>
                  <a:pt x="975" y="162145"/>
                </a:lnTo>
                <a:lnTo>
                  <a:pt x="1872" y="152202"/>
                </a:lnTo>
                <a:lnTo>
                  <a:pt x="2894" y="142248"/>
                </a:lnTo>
                <a:lnTo>
                  <a:pt x="3966" y="132208"/>
                </a:lnTo>
                <a:lnTo>
                  <a:pt x="5066" y="121996"/>
                </a:lnTo>
                <a:lnTo>
                  <a:pt x="6226" y="111537"/>
                </a:lnTo>
                <a:lnTo>
                  <a:pt x="7540" y="100784"/>
                </a:lnTo>
                <a:lnTo>
                  <a:pt x="9154" y="89738"/>
                </a:lnTo>
                <a:lnTo>
                  <a:pt x="11249" y="78460"/>
                </a:lnTo>
                <a:lnTo>
                  <a:pt x="14028" y="67079"/>
                </a:lnTo>
                <a:lnTo>
                  <a:pt x="17684" y="55791"/>
                </a:lnTo>
                <a:lnTo>
                  <a:pt x="22380" y="44847"/>
                </a:lnTo>
                <a:lnTo>
                  <a:pt x="28227" y="34536"/>
                </a:lnTo>
                <a:lnTo>
                  <a:pt x="35266" y="25160"/>
                </a:lnTo>
                <a:lnTo>
                  <a:pt x="43461" y="17003"/>
                </a:lnTo>
                <a:lnTo>
                  <a:pt x="52699" y="10303"/>
                </a:lnTo>
                <a:lnTo>
                  <a:pt x="62800" y="5228"/>
                </a:lnTo>
                <a:lnTo>
                  <a:pt x="73535" y="1852"/>
                </a:lnTo>
                <a:lnTo>
                  <a:pt x="84644" y="151"/>
                </a:lnTo>
                <a:lnTo>
                  <a:pt x="95872" y="0"/>
                </a:lnTo>
                <a:lnTo>
                  <a:pt x="106983" y="1185"/>
                </a:lnTo>
                <a:lnTo>
                  <a:pt x="117791" y="3423"/>
                </a:lnTo>
                <a:lnTo>
                  <a:pt x="128172" y="6394"/>
                </a:lnTo>
                <a:lnTo>
                  <a:pt x="138069" y="9769"/>
                </a:lnTo>
                <a:lnTo>
                  <a:pt x="147499" y="13247"/>
                </a:lnTo>
                <a:lnTo>
                  <a:pt x="156532" y="16579"/>
                </a:lnTo>
                <a:lnTo>
                  <a:pt x="165286" y="19594"/>
                </a:lnTo>
                <a:lnTo>
                  <a:pt x="173897" y="22212"/>
                </a:lnTo>
                <a:lnTo>
                  <a:pt x="182501" y="24445"/>
                </a:lnTo>
                <a:lnTo>
                  <a:pt x="191211" y="26389"/>
                </a:lnTo>
                <a:lnTo>
                  <a:pt x="200099" y="28208"/>
                </a:lnTo>
                <a:lnTo>
                  <a:pt x="209188" y="30111"/>
                </a:lnTo>
                <a:lnTo>
                  <a:pt x="218446" y="32325"/>
                </a:lnTo>
                <a:lnTo>
                  <a:pt x="227791" y="35067"/>
                </a:lnTo>
                <a:lnTo>
                  <a:pt x="237104" y="38523"/>
                </a:lnTo>
                <a:lnTo>
                  <a:pt x="246241" y="42826"/>
                </a:lnTo>
                <a:lnTo>
                  <a:pt x="255054" y="48052"/>
                </a:lnTo>
                <a:lnTo>
                  <a:pt x="263408" y="54215"/>
                </a:lnTo>
                <a:lnTo>
                  <a:pt x="271193" y="61275"/>
                </a:lnTo>
                <a:lnTo>
                  <a:pt x="278338" y="69150"/>
                </a:lnTo>
                <a:lnTo>
                  <a:pt x="284811" y="77729"/>
                </a:lnTo>
                <a:lnTo>
                  <a:pt x="290615" y="86897"/>
                </a:lnTo>
                <a:lnTo>
                  <a:pt x="295780" y="96541"/>
                </a:lnTo>
                <a:lnTo>
                  <a:pt x="300349" y="106571"/>
                </a:lnTo>
                <a:lnTo>
                  <a:pt x="304363" y="116916"/>
                </a:lnTo>
                <a:lnTo>
                  <a:pt x="307845" y="127531"/>
                </a:lnTo>
                <a:lnTo>
                  <a:pt x="310786" y="138387"/>
                </a:lnTo>
                <a:lnTo>
                  <a:pt x="313146" y="149462"/>
                </a:lnTo>
                <a:lnTo>
                  <a:pt x="314845" y="160726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685" name="nature-spatial-mechanism-v2-313">
            <a:extLst xmlns:a="http://schemas.openxmlformats.org/drawingml/2006/main">
              <a:ext uri="{FF2B5EF4-FFF2-40B4-BE49-F238E27FC236}">
                <a16:creationId xmlns:a16="http://schemas.microsoft.com/office/drawing/2014/main" id="{E2104B49-5645-4D34-9824-DF2ABBAF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0778" y="6969443"/>
            <a:ext cx="126873" cy="14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1430">
            <a:solidFill>
              <a:srgbClr val="4A9086"/>
            </a:solidFill>
            <a:prstDash val="solid"/>
          </a:ln>
        </p:spPr>
      </p:sp>
      <p:sp>
        <p:nvSpPr>
          <p:cNvPr id="686" name="nature-spatial-mechanism-v2-314">
            <a:extLst xmlns:a="http://schemas.openxmlformats.org/drawingml/2006/main">
              <a:ext uri="{FF2B5EF4-FFF2-40B4-BE49-F238E27FC236}">
                <a16:creationId xmlns:a16="http://schemas.microsoft.com/office/drawing/2014/main" id="{0CE9882C-26BF-436D-B8D0-320A1A83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071" y="7021449"/>
            <a:ext cx="34290" cy="40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" name="nature-spatial-mechanism-v2-315">
            <a:extLst xmlns:a="http://schemas.openxmlformats.org/drawingml/2006/main">
              <a:ext uri="{FF2B5EF4-FFF2-40B4-BE49-F238E27FC236}">
                <a16:creationId xmlns:a16="http://schemas.microsoft.com/office/drawing/2014/main" id="{9275CEF4-BFE1-4102-B0E7-48799C64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8255" y="6882188"/>
            <a:ext cx="325005" cy="350166"/>
          </a:xfrm>
          <a:custGeom xmlns:a="http://schemas.openxmlformats.org/drawingml/2006/main">
            <a:pathLst>
              <a:path w="325005" h="350166">
                <a:moveTo>
                  <a:pt x="317936" y="161549"/>
                </a:moveTo>
                <a:lnTo>
                  <a:pt x="315490" y="171887"/>
                </a:lnTo>
                <a:lnTo>
                  <a:pt x="312980" y="181963"/>
                </a:lnTo>
                <a:lnTo>
                  <a:pt x="310415" y="191844"/>
                </a:lnTo>
                <a:lnTo>
                  <a:pt x="307750" y="201584"/>
                </a:lnTo>
                <a:lnTo>
                  <a:pt x="304902" y="211210"/>
                </a:lnTo>
                <a:lnTo>
                  <a:pt x="301771" y="220719"/>
                </a:lnTo>
                <a:lnTo>
                  <a:pt x="298252" y="230080"/>
                </a:lnTo>
                <a:lnTo>
                  <a:pt x="294260" y="239235"/>
                </a:lnTo>
                <a:lnTo>
                  <a:pt x="289738" y="248118"/>
                </a:lnTo>
                <a:lnTo>
                  <a:pt x="284663" y="256663"/>
                </a:lnTo>
                <a:lnTo>
                  <a:pt x="279052" y="264821"/>
                </a:lnTo>
                <a:lnTo>
                  <a:pt x="272950" y="272570"/>
                </a:lnTo>
                <a:lnTo>
                  <a:pt x="266425" y="279918"/>
                </a:lnTo>
                <a:lnTo>
                  <a:pt x="259550" y="286910"/>
                </a:lnTo>
                <a:lnTo>
                  <a:pt x="252390" y="293614"/>
                </a:lnTo>
                <a:lnTo>
                  <a:pt x="244990" y="300112"/>
                </a:lnTo>
                <a:lnTo>
                  <a:pt x="237367" y="306479"/>
                </a:lnTo>
                <a:lnTo>
                  <a:pt x="229505" y="312769"/>
                </a:lnTo>
                <a:lnTo>
                  <a:pt x="221362" y="318995"/>
                </a:lnTo>
                <a:lnTo>
                  <a:pt x="212877" y="325114"/>
                </a:lnTo>
                <a:lnTo>
                  <a:pt x="203985" y="331020"/>
                </a:lnTo>
                <a:lnTo>
                  <a:pt x="194635" y="336548"/>
                </a:lnTo>
                <a:lnTo>
                  <a:pt x="184802" y="341477"/>
                </a:lnTo>
                <a:lnTo>
                  <a:pt x="174506" y="345556"/>
                </a:lnTo>
                <a:lnTo>
                  <a:pt x="163820" y="348521"/>
                </a:lnTo>
                <a:lnTo>
                  <a:pt x="152868" y="350125"/>
                </a:lnTo>
                <a:lnTo>
                  <a:pt x="141825" y="350166"/>
                </a:lnTo>
                <a:lnTo>
                  <a:pt x="130898" y="348512"/>
                </a:lnTo>
                <a:lnTo>
                  <a:pt x="120313" y="345118"/>
                </a:lnTo>
                <a:lnTo>
                  <a:pt x="110287" y="340037"/>
                </a:lnTo>
                <a:lnTo>
                  <a:pt x="101007" y="333417"/>
                </a:lnTo>
                <a:lnTo>
                  <a:pt x="92610" y="325489"/>
                </a:lnTo>
                <a:lnTo>
                  <a:pt x="85163" y="316548"/>
                </a:lnTo>
                <a:lnTo>
                  <a:pt x="78658" y="306925"/>
                </a:lnTo>
                <a:lnTo>
                  <a:pt x="73010" y="296954"/>
                </a:lnTo>
                <a:lnTo>
                  <a:pt x="68066" y="286941"/>
                </a:lnTo>
                <a:lnTo>
                  <a:pt x="63625" y="277137"/>
                </a:lnTo>
                <a:lnTo>
                  <a:pt x="59458" y="267718"/>
                </a:lnTo>
                <a:lnTo>
                  <a:pt x="55340" y="258770"/>
                </a:lnTo>
                <a:lnTo>
                  <a:pt x="51071" y="250293"/>
                </a:lnTo>
                <a:lnTo>
                  <a:pt x="46506" y="242203"/>
                </a:lnTo>
                <a:lnTo>
                  <a:pt x="41571" y="234357"/>
                </a:lnTo>
                <a:lnTo>
                  <a:pt x="36269" y="226572"/>
                </a:lnTo>
                <a:lnTo>
                  <a:pt x="30686" y="218653"/>
                </a:lnTo>
                <a:lnTo>
                  <a:pt x="24977" y="210421"/>
                </a:lnTo>
                <a:lnTo>
                  <a:pt x="19353" y="201733"/>
                </a:lnTo>
                <a:lnTo>
                  <a:pt x="14056" y="192499"/>
                </a:lnTo>
                <a:lnTo>
                  <a:pt x="9331" y="182692"/>
                </a:lnTo>
                <a:lnTo>
                  <a:pt x="5406" y="172346"/>
                </a:lnTo>
                <a:lnTo>
                  <a:pt x="2468" y="161549"/>
                </a:lnTo>
                <a:lnTo>
                  <a:pt x="644" y="150428"/>
                </a:lnTo>
                <a:lnTo>
                  <a:pt x="0" y="139129"/>
                </a:lnTo>
                <a:lnTo>
                  <a:pt x="535" y="127805"/>
                </a:lnTo>
                <a:lnTo>
                  <a:pt x="2193" y="116592"/>
                </a:lnTo>
                <a:lnTo>
                  <a:pt x="4875" y="105601"/>
                </a:lnTo>
                <a:lnTo>
                  <a:pt x="8456" y="94910"/>
                </a:lnTo>
                <a:lnTo>
                  <a:pt x="12808" y="84567"/>
                </a:lnTo>
                <a:lnTo>
                  <a:pt x="17814" y="74593"/>
                </a:lnTo>
                <a:lnTo>
                  <a:pt x="23379" y="64996"/>
                </a:lnTo>
                <a:lnTo>
                  <a:pt x="29444" y="55784"/>
                </a:lnTo>
                <a:lnTo>
                  <a:pt x="35979" y="46977"/>
                </a:lnTo>
                <a:lnTo>
                  <a:pt x="42984" y="38621"/>
                </a:lnTo>
                <a:lnTo>
                  <a:pt x="50473" y="30788"/>
                </a:lnTo>
                <a:lnTo>
                  <a:pt x="58463" y="23582"/>
                </a:lnTo>
                <a:lnTo>
                  <a:pt x="66963" y="17127"/>
                </a:lnTo>
                <a:lnTo>
                  <a:pt x="75954" y="11557"/>
                </a:lnTo>
                <a:lnTo>
                  <a:pt x="85389" y="6995"/>
                </a:lnTo>
                <a:lnTo>
                  <a:pt x="95185" y="3538"/>
                </a:lnTo>
                <a:lnTo>
                  <a:pt x="105230" y="1237"/>
                </a:lnTo>
                <a:lnTo>
                  <a:pt x="115392" y="83"/>
                </a:lnTo>
                <a:lnTo>
                  <a:pt x="125532" y="0"/>
                </a:lnTo>
                <a:lnTo>
                  <a:pt x="135522" y="844"/>
                </a:lnTo>
                <a:lnTo>
                  <a:pt x="145263" y="2415"/>
                </a:lnTo>
                <a:lnTo>
                  <a:pt x="154698" y="4474"/>
                </a:lnTo>
                <a:lnTo>
                  <a:pt x="163820" y="6764"/>
                </a:lnTo>
                <a:lnTo>
                  <a:pt x="172677" y="9042"/>
                </a:lnTo>
                <a:lnTo>
                  <a:pt x="181364" y="11103"/>
                </a:lnTo>
                <a:lnTo>
                  <a:pt x="190011" y="12808"/>
                </a:lnTo>
                <a:lnTo>
                  <a:pt x="198767" y="14098"/>
                </a:lnTo>
                <a:lnTo>
                  <a:pt x="207772" y="15007"/>
                </a:lnTo>
                <a:lnTo>
                  <a:pt x="217139" y="15659"/>
                </a:lnTo>
                <a:lnTo>
                  <a:pt x="226930" y="16258"/>
                </a:lnTo>
                <a:lnTo>
                  <a:pt x="237141" y="17065"/>
                </a:lnTo>
                <a:lnTo>
                  <a:pt x="247694" y="18370"/>
                </a:lnTo>
                <a:lnTo>
                  <a:pt x="258437" y="20467"/>
                </a:lnTo>
                <a:lnTo>
                  <a:pt x="269153" y="23613"/>
                </a:lnTo>
                <a:lnTo>
                  <a:pt x="279578" y="28007"/>
                </a:lnTo>
                <a:lnTo>
                  <a:pt x="289425" y="33769"/>
                </a:lnTo>
                <a:lnTo>
                  <a:pt x="298412" y="40926"/>
                </a:lnTo>
                <a:lnTo>
                  <a:pt x="306290" y="49413"/>
                </a:lnTo>
                <a:lnTo>
                  <a:pt x="312865" y="59080"/>
                </a:lnTo>
                <a:lnTo>
                  <a:pt x="318017" y="69714"/>
                </a:lnTo>
                <a:lnTo>
                  <a:pt x="321713" y="81059"/>
                </a:lnTo>
                <a:lnTo>
                  <a:pt x="324000" y="92844"/>
                </a:lnTo>
                <a:lnTo>
                  <a:pt x="325005" y="104813"/>
                </a:lnTo>
                <a:lnTo>
                  <a:pt x="324910" y="116741"/>
                </a:lnTo>
                <a:lnTo>
                  <a:pt x="323936" y="128460"/>
                </a:lnTo>
                <a:lnTo>
                  <a:pt x="322311" y="139859"/>
                </a:lnTo>
                <a:lnTo>
                  <a:pt x="320252" y="150887"/>
                </a:lnTo>
                <a:close/>
              </a:path>
            </a:pathLst>
          </a:custGeom>
          <a:solidFill xmlns:a="http://schemas.openxmlformats.org/drawingml/2006/main">
            <a:srgbClr val="ECF5F2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688" name="nature-spatial-mechanism-v2-316">
            <a:extLst xmlns:a="http://schemas.openxmlformats.org/drawingml/2006/main">
              <a:ext uri="{FF2B5EF4-FFF2-40B4-BE49-F238E27FC236}">
                <a16:creationId xmlns:a16="http://schemas.microsoft.com/office/drawing/2014/main" id="{4B001B51-D7E8-4E5A-9955-FCF028CF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0353" y="6969443"/>
            <a:ext cx="126873" cy="14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11430">
            <a:solidFill>
              <a:srgbClr val="4A9086"/>
            </a:solidFill>
            <a:prstDash val="solid"/>
          </a:ln>
        </p:spPr>
      </p:sp>
      <p:sp>
        <p:nvSpPr>
          <p:cNvPr id="689" name="nature-spatial-mechanism-v2-317">
            <a:extLst xmlns:a="http://schemas.openxmlformats.org/drawingml/2006/main">
              <a:ext uri="{FF2B5EF4-FFF2-40B4-BE49-F238E27FC236}">
                <a16:creationId xmlns:a16="http://schemas.microsoft.com/office/drawing/2014/main" id="{BC262659-C3A5-4AD6-9050-B27ED20E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646" y="7021449"/>
            <a:ext cx="34290" cy="40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0" name="nature-spatial-mechanism-v2-318">
            <a:extLst xmlns:a="http://schemas.openxmlformats.org/drawingml/2006/main">
              <a:ext uri="{FF2B5EF4-FFF2-40B4-BE49-F238E27FC236}">
                <a16:creationId xmlns:a16="http://schemas.microsoft.com/office/drawing/2014/main" id="{3BE7A288-57E1-4CF8-9E1C-6B518E97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8769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D02</a:t>
            </a:r>
          </a:p>
        </p:txBody>
      </p:sp>
      <p:sp>
        <p:nvSpPr>
          <p:cNvPr id="691" name="nature-spatial-mechanism-v2-319-start-1">
            <a:extLst xmlns:a="http://schemas.openxmlformats.org/drawingml/2006/main">
              <a:ext uri="{FF2B5EF4-FFF2-40B4-BE49-F238E27FC236}">
                <a16:creationId xmlns:a16="http://schemas.microsoft.com/office/drawing/2014/main" id="{B790290D-243F-4429-A3A8-E9D8C47D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7562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2" name="nature-spatial-mechanism-v2-319-end-1">
            <a:extLst xmlns:a="http://schemas.openxmlformats.org/drawingml/2006/main">
              <a:ext uri="{FF2B5EF4-FFF2-40B4-BE49-F238E27FC236}">
                <a16:creationId xmlns:a16="http://schemas.microsoft.com/office/drawing/2014/main" id="{EF32D629-609D-410A-A171-7101C567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7915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2" name=""/>
          <p:cNvCxnSpPr>
            <a:stCxn xmlns:a="http://schemas.openxmlformats.org/drawingml/2006/main" id="691" idx="2"/>
            <a:endCxn xmlns:a="http://schemas.openxmlformats.org/drawingml/2006/main" id="692" idx="0"/>
          </p:cNvCxnSpPr>
          <p:nvPr/>
        </p:nvCxnSpPr>
        <p:spPr>
          <a:xfrm xmlns:a="http://schemas.openxmlformats.org/drawingml/2006/main">
            <a:off x="12620673" y="7562945"/>
            <a:ext cx="0" cy="35233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887"/>
            </a:solidFill>
            <a:prstDash val="dash"/>
          </a:ln>
        </p:spPr>
      </p:cxnSp>
      <p:sp>
        <p:nvSpPr>
          <p:cNvPr id="694" name="nature-spatial-mechanism-v2-319-start-2">
            <a:extLst xmlns:a="http://schemas.openxmlformats.org/drawingml/2006/main">
              <a:ext uri="{FF2B5EF4-FFF2-40B4-BE49-F238E27FC236}">
                <a16:creationId xmlns:a16="http://schemas.microsoft.com/office/drawing/2014/main" id="{8DEDE302-1F1E-40CD-9BE8-7AABE9EF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7915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5" name="nature-spatial-mechanism-v2-319-end-2">
            <a:extLst xmlns:a="http://schemas.openxmlformats.org/drawingml/2006/main">
              <a:ext uri="{FF2B5EF4-FFF2-40B4-BE49-F238E27FC236}">
                <a16:creationId xmlns:a16="http://schemas.microsoft.com/office/drawing/2014/main" id="{3A8559CE-32CB-42C8-8F07-0C53737E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7915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5" name=""/>
          <p:cNvCxnSpPr>
            <a:stCxn xmlns:a="http://schemas.openxmlformats.org/drawingml/2006/main" id="694" idx="3"/>
            <a:endCxn xmlns:a="http://schemas.openxmlformats.org/drawingml/2006/main" id="695" idx="1"/>
          </p:cNvCxnSpPr>
          <p:nvPr/>
        </p:nvCxnSpPr>
        <p:spPr>
          <a:xfrm xmlns:a="http://schemas.openxmlformats.org/drawingml/2006/main">
            <a:off x="12620720" y="7915323"/>
            <a:ext cx="5705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887"/>
            </a:solidFill>
            <a:prstDash val="dash"/>
          </a:ln>
        </p:spPr>
      </p:cxnSp>
      <p:sp>
        <p:nvSpPr>
          <p:cNvPr id="697" name="nature-spatial-mechanism-v2-319-start-3">
            <a:extLst xmlns:a="http://schemas.openxmlformats.org/drawingml/2006/main">
              <a:ext uri="{FF2B5EF4-FFF2-40B4-BE49-F238E27FC236}">
                <a16:creationId xmlns:a16="http://schemas.microsoft.com/office/drawing/2014/main" id="{3C85FA36-C89F-4CD9-BDA3-46A12925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7915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8" name="nature-spatial-mechanism-v2-319-end-3">
            <a:extLst xmlns:a="http://schemas.openxmlformats.org/drawingml/2006/main">
              <a:ext uri="{FF2B5EF4-FFF2-40B4-BE49-F238E27FC236}">
                <a16:creationId xmlns:a16="http://schemas.microsoft.com/office/drawing/2014/main" id="{AF85B5F0-124F-47BB-81EC-E9A64AF9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8096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8" name=""/>
          <p:cNvCxnSpPr>
            <a:stCxn xmlns:a="http://schemas.openxmlformats.org/drawingml/2006/main" id="697" idx="2"/>
            <a:endCxn xmlns:a="http://schemas.openxmlformats.org/drawingml/2006/main" id="698" idx="0"/>
          </p:cNvCxnSpPr>
          <p:nvPr/>
        </p:nvCxnSpPr>
        <p:spPr>
          <a:xfrm xmlns:a="http://schemas.openxmlformats.org/drawingml/2006/main">
            <a:off x="12677823" y="7915370"/>
            <a:ext cx="0" cy="18088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887"/>
            </a:solidFill>
            <a:prstDash val="dash"/>
          </a:ln>
        </p:spPr>
      </p:cxnSp>
      <p:sp>
        <p:nvSpPr>
          <p:cNvPr id="700" name="nature-spatial-mechanism-v2-320">
            <a:extLst xmlns:a="http://schemas.openxmlformats.org/drawingml/2006/main">
              <a:ext uri="{FF2B5EF4-FFF2-40B4-BE49-F238E27FC236}">
                <a16:creationId xmlns:a16="http://schemas.microsoft.com/office/drawing/2014/main" id="{0DB51F6B-F2E8-48C5-8DFC-E29035E0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736" y="6255269"/>
            <a:ext cx="1104740" cy="1221033"/>
          </a:xfrm>
          <a:custGeom xmlns:a="http://schemas.openxmlformats.org/drawingml/2006/main">
            <a:pathLst>
              <a:path w="1104740" h="1221033">
                <a:moveTo>
                  <a:pt x="1104740" y="588443"/>
                </a:moveTo>
                <a:lnTo>
                  <a:pt x="1104614" y="627584"/>
                </a:lnTo>
                <a:lnTo>
                  <a:pt x="1101254" y="666581"/>
                </a:lnTo>
                <a:lnTo>
                  <a:pt x="1094389" y="705030"/>
                </a:lnTo>
                <a:lnTo>
                  <a:pt x="1083859" y="742468"/>
                </a:lnTo>
                <a:lnTo>
                  <a:pt x="1069650" y="778412"/>
                </a:lnTo>
                <a:lnTo>
                  <a:pt x="1051924" y="812408"/>
                </a:lnTo>
                <a:lnTo>
                  <a:pt x="1031014" y="844086"/>
                </a:lnTo>
                <a:lnTo>
                  <a:pt x="1007415" y="873207"/>
                </a:lnTo>
                <a:lnTo>
                  <a:pt x="981734" y="899704"/>
                </a:lnTo>
                <a:lnTo>
                  <a:pt x="954643" y="923700"/>
                </a:lnTo>
                <a:lnTo>
                  <a:pt x="926805" y="945507"/>
                </a:lnTo>
                <a:lnTo>
                  <a:pt x="898815" y="965596"/>
                </a:lnTo>
                <a:lnTo>
                  <a:pt x="871133" y="984548"/>
                </a:lnTo>
                <a:lnTo>
                  <a:pt x="844045" y="1002992"/>
                </a:lnTo>
                <a:lnTo>
                  <a:pt x="817635" y="1021519"/>
                </a:lnTo>
                <a:lnTo>
                  <a:pt x="791789" y="1040613"/>
                </a:lnTo>
                <a:lnTo>
                  <a:pt x="766216" y="1060575"/>
                </a:lnTo>
                <a:lnTo>
                  <a:pt x="740501" y="1081477"/>
                </a:lnTo>
                <a:lnTo>
                  <a:pt x="714159" y="1103134"/>
                </a:lnTo>
                <a:lnTo>
                  <a:pt x="686711" y="1125105"/>
                </a:lnTo>
                <a:lnTo>
                  <a:pt x="657750" y="1146724"/>
                </a:lnTo>
                <a:lnTo>
                  <a:pt x="627000" y="1167161"/>
                </a:lnTo>
                <a:lnTo>
                  <a:pt x="594360" y="1185494"/>
                </a:lnTo>
                <a:lnTo>
                  <a:pt x="559922" y="1200799"/>
                </a:lnTo>
                <a:lnTo>
                  <a:pt x="523964" y="1212236"/>
                </a:lnTo>
                <a:lnTo>
                  <a:pt x="486930" y="1219132"/>
                </a:lnTo>
                <a:lnTo>
                  <a:pt x="449377" y="1221033"/>
                </a:lnTo>
                <a:lnTo>
                  <a:pt x="411921" y="1217748"/>
                </a:lnTo>
                <a:lnTo>
                  <a:pt x="375171" y="1209349"/>
                </a:lnTo>
                <a:lnTo>
                  <a:pt x="339671" y="1196151"/>
                </a:lnTo>
                <a:lnTo>
                  <a:pt x="305855" y="1178672"/>
                </a:lnTo>
                <a:lnTo>
                  <a:pt x="274012" y="1157560"/>
                </a:lnTo>
                <a:lnTo>
                  <a:pt x="244277" y="1133530"/>
                </a:lnTo>
                <a:lnTo>
                  <a:pt x="216648" y="1107285"/>
                </a:lnTo>
                <a:lnTo>
                  <a:pt x="191005" y="1079456"/>
                </a:lnTo>
                <a:lnTo>
                  <a:pt x="167160" y="1050552"/>
                </a:lnTo>
                <a:lnTo>
                  <a:pt x="144902" y="1020936"/>
                </a:lnTo>
                <a:lnTo>
                  <a:pt x="124044" y="990818"/>
                </a:lnTo>
                <a:lnTo>
                  <a:pt x="104463" y="960273"/>
                </a:lnTo>
                <a:lnTo>
                  <a:pt x="86124" y="929275"/>
                </a:lnTo>
                <a:lnTo>
                  <a:pt x="69087" y="897736"/>
                </a:lnTo>
                <a:lnTo>
                  <a:pt x="53501" y="865557"/>
                </a:lnTo>
                <a:lnTo>
                  <a:pt x="39570" y="832663"/>
                </a:lnTo>
                <a:lnTo>
                  <a:pt x="27523" y="799038"/>
                </a:lnTo>
                <a:lnTo>
                  <a:pt x="17564" y="764735"/>
                </a:lnTo>
                <a:lnTo>
                  <a:pt x="9840" y="729877"/>
                </a:lnTo>
                <a:lnTo>
                  <a:pt x="4398" y="694635"/>
                </a:lnTo>
                <a:lnTo>
                  <a:pt x="1176" y="659204"/>
                </a:lnTo>
                <a:lnTo>
                  <a:pt x="0" y="623763"/>
                </a:lnTo>
                <a:lnTo>
                  <a:pt x="602" y="588443"/>
                </a:lnTo>
                <a:lnTo>
                  <a:pt x="2655" y="553303"/>
                </a:lnTo>
                <a:lnTo>
                  <a:pt x="5822" y="518311"/>
                </a:lnTo>
                <a:lnTo>
                  <a:pt x="9809" y="483357"/>
                </a:lnTo>
                <a:lnTo>
                  <a:pt x="14410" y="448267"/>
                </a:lnTo>
                <a:lnTo>
                  <a:pt x="19553" y="412844"/>
                </a:lnTo>
                <a:lnTo>
                  <a:pt x="25322" y="376915"/>
                </a:lnTo>
                <a:lnTo>
                  <a:pt x="31960" y="340387"/>
                </a:lnTo>
                <a:lnTo>
                  <a:pt x="39851" y="303290"/>
                </a:lnTo>
                <a:lnTo>
                  <a:pt x="49479" y="265818"/>
                </a:lnTo>
                <a:lnTo>
                  <a:pt x="61376" y="228347"/>
                </a:lnTo>
                <a:lnTo>
                  <a:pt x="76052" y="191431"/>
                </a:lnTo>
                <a:lnTo>
                  <a:pt x="93933" y="155773"/>
                </a:lnTo>
                <a:lnTo>
                  <a:pt x="115299" y="122175"/>
                </a:lnTo>
                <a:lnTo>
                  <a:pt x="140241" y="91471"/>
                </a:lnTo>
                <a:lnTo>
                  <a:pt x="168639" y="64448"/>
                </a:lnTo>
                <a:lnTo>
                  <a:pt x="200162" y="41769"/>
                </a:lnTo>
                <a:lnTo>
                  <a:pt x="234294" y="23900"/>
                </a:lnTo>
                <a:lnTo>
                  <a:pt x="270382" y="11062"/>
                </a:lnTo>
                <a:lnTo>
                  <a:pt x="307699" y="3204"/>
                </a:lnTo>
                <a:lnTo>
                  <a:pt x="345513" y="0"/>
                </a:lnTo>
                <a:lnTo>
                  <a:pt x="383162" y="885"/>
                </a:lnTo>
                <a:lnTo>
                  <a:pt x="420105" y="5110"/>
                </a:lnTo>
                <a:lnTo>
                  <a:pt x="455975" y="11817"/>
                </a:lnTo>
                <a:lnTo>
                  <a:pt x="490592" y="20128"/>
                </a:lnTo>
                <a:lnTo>
                  <a:pt x="523964" y="29231"/>
                </a:lnTo>
                <a:lnTo>
                  <a:pt x="556259" y="38461"/>
                </a:lnTo>
                <a:lnTo>
                  <a:pt x="587762" y="47357"/>
                </a:lnTo>
                <a:lnTo>
                  <a:pt x="618815" y="55697"/>
                </a:lnTo>
                <a:lnTo>
                  <a:pt x="649758" y="63510"/>
                </a:lnTo>
                <a:lnTo>
                  <a:pt x="680869" y="71047"/>
                </a:lnTo>
                <a:lnTo>
                  <a:pt x="712315" y="78741"/>
                </a:lnTo>
                <a:lnTo>
                  <a:pt x="744131" y="87145"/>
                </a:lnTo>
                <a:lnTo>
                  <a:pt x="776200" y="96855"/>
                </a:lnTo>
                <a:lnTo>
                  <a:pt x="808275" y="108441"/>
                </a:lnTo>
                <a:lnTo>
                  <a:pt x="840001" y="122385"/>
                </a:lnTo>
                <a:lnTo>
                  <a:pt x="870964" y="139031"/>
                </a:lnTo>
                <a:lnTo>
                  <a:pt x="900736" y="158563"/>
                </a:lnTo>
                <a:lnTo>
                  <a:pt x="928926" y="180995"/>
                </a:lnTo>
                <a:lnTo>
                  <a:pt x="955216" y="206198"/>
                </a:lnTo>
                <a:lnTo>
                  <a:pt x="979390" y="233922"/>
                </a:lnTo>
                <a:lnTo>
                  <a:pt x="1001342" y="263850"/>
                </a:lnTo>
                <a:lnTo>
                  <a:pt x="1021065" y="295640"/>
                </a:lnTo>
                <a:lnTo>
                  <a:pt x="1038624" y="328964"/>
                </a:lnTo>
                <a:lnTo>
                  <a:pt x="1054124" y="363545"/>
                </a:lnTo>
                <a:lnTo>
                  <a:pt x="1067662" y="399167"/>
                </a:lnTo>
                <a:lnTo>
                  <a:pt x="1079289" y="435676"/>
                </a:lnTo>
                <a:lnTo>
                  <a:pt x="1088978" y="472962"/>
                </a:lnTo>
                <a:lnTo>
                  <a:pt x="1096608" y="510934"/>
                </a:lnTo>
                <a:lnTo>
                  <a:pt x="1101959" y="549482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701" name="nature-spatial-mechanism-v2-321">
            <a:extLst xmlns:a="http://schemas.openxmlformats.org/drawingml/2006/main">
              <a:ext uri="{FF2B5EF4-FFF2-40B4-BE49-F238E27FC236}">
                <a16:creationId xmlns:a16="http://schemas.microsoft.com/office/drawing/2014/main" id="{F3A280CB-49DD-44B4-99D0-B513EA51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3638" y="6427597"/>
            <a:ext cx="327169" cy="347833"/>
          </a:xfrm>
          <a:custGeom xmlns:a="http://schemas.openxmlformats.org/drawingml/2006/main">
            <a:pathLst>
              <a:path w="327169" h="347833">
                <a:moveTo>
                  <a:pt x="324349" y="187515"/>
                </a:moveTo>
                <a:lnTo>
                  <a:pt x="326404" y="198793"/>
                </a:lnTo>
                <a:lnTo>
                  <a:pt x="327169" y="210265"/>
                </a:lnTo>
                <a:lnTo>
                  <a:pt x="326627" y="221756"/>
                </a:lnTo>
                <a:lnTo>
                  <a:pt x="324827" y="233102"/>
                </a:lnTo>
                <a:lnTo>
                  <a:pt x="321873" y="244164"/>
                </a:lnTo>
                <a:lnTo>
                  <a:pt x="317906" y="254843"/>
                </a:lnTo>
                <a:lnTo>
                  <a:pt x="313080" y="265075"/>
                </a:lnTo>
                <a:lnTo>
                  <a:pt x="307550" y="274833"/>
                </a:lnTo>
                <a:lnTo>
                  <a:pt x="301448" y="284117"/>
                </a:lnTo>
                <a:lnTo>
                  <a:pt x="294875" y="292937"/>
                </a:lnTo>
                <a:lnTo>
                  <a:pt x="287897" y="301299"/>
                </a:lnTo>
                <a:lnTo>
                  <a:pt x="280545" y="309195"/>
                </a:lnTo>
                <a:lnTo>
                  <a:pt x="272823" y="316591"/>
                </a:lnTo>
                <a:lnTo>
                  <a:pt x="264721" y="323423"/>
                </a:lnTo>
                <a:lnTo>
                  <a:pt x="256229" y="329604"/>
                </a:lnTo>
                <a:lnTo>
                  <a:pt x="247348" y="335025"/>
                </a:lnTo>
                <a:lnTo>
                  <a:pt x="238104" y="339580"/>
                </a:lnTo>
                <a:lnTo>
                  <a:pt x="228549" y="343173"/>
                </a:lnTo>
                <a:lnTo>
                  <a:pt x="218765" y="345746"/>
                </a:lnTo>
                <a:lnTo>
                  <a:pt x="208855" y="347284"/>
                </a:lnTo>
                <a:lnTo>
                  <a:pt x="198933" y="347833"/>
                </a:lnTo>
                <a:lnTo>
                  <a:pt x="189108" y="347501"/>
                </a:lnTo>
                <a:lnTo>
                  <a:pt x="179470" y="346447"/>
                </a:lnTo>
                <a:lnTo>
                  <a:pt x="170075" y="344877"/>
                </a:lnTo>
                <a:lnTo>
                  <a:pt x="160937" y="343015"/>
                </a:lnTo>
                <a:lnTo>
                  <a:pt x="152018" y="341083"/>
                </a:lnTo>
                <a:lnTo>
                  <a:pt x="143240" y="339273"/>
                </a:lnTo>
                <a:lnTo>
                  <a:pt x="134487" y="337724"/>
                </a:lnTo>
                <a:lnTo>
                  <a:pt x="125626" y="336500"/>
                </a:lnTo>
                <a:lnTo>
                  <a:pt x="116527" y="335583"/>
                </a:lnTo>
                <a:lnTo>
                  <a:pt x="107084" y="334866"/>
                </a:lnTo>
                <a:lnTo>
                  <a:pt x="97236" y="334167"/>
                </a:lnTo>
                <a:lnTo>
                  <a:pt x="86985" y="333243"/>
                </a:lnTo>
                <a:lnTo>
                  <a:pt x="76405" y="331815"/>
                </a:lnTo>
                <a:lnTo>
                  <a:pt x="65644" y="329604"/>
                </a:lnTo>
                <a:lnTo>
                  <a:pt x="54915" y="326353"/>
                </a:lnTo>
                <a:lnTo>
                  <a:pt x="44481" y="321862"/>
                </a:lnTo>
                <a:lnTo>
                  <a:pt x="34631" y="316008"/>
                </a:lnTo>
                <a:lnTo>
                  <a:pt x="25654" y="308757"/>
                </a:lnTo>
                <a:lnTo>
                  <a:pt x="17811" y="300168"/>
                </a:lnTo>
                <a:lnTo>
                  <a:pt x="11306" y="290387"/>
                </a:lnTo>
                <a:lnTo>
                  <a:pt x="6272" y="279629"/>
                </a:lnTo>
                <a:lnTo>
                  <a:pt x="2753" y="268154"/>
                </a:lnTo>
                <a:lnTo>
                  <a:pt x="705" y="256242"/>
                </a:lnTo>
                <a:lnTo>
                  <a:pt x="0" y="244164"/>
                </a:lnTo>
                <a:lnTo>
                  <a:pt x="445" y="232157"/>
                </a:lnTo>
                <a:lnTo>
                  <a:pt x="1803" y="220401"/>
                </a:lnTo>
                <a:lnTo>
                  <a:pt x="3819" y="209018"/>
                </a:lnTo>
                <a:lnTo>
                  <a:pt x="6249" y="198059"/>
                </a:lnTo>
                <a:lnTo>
                  <a:pt x="8881" y="187515"/>
                </a:lnTo>
                <a:lnTo>
                  <a:pt x="11559" y="177334"/>
                </a:lnTo>
                <a:lnTo>
                  <a:pt x="14189" y="167432"/>
                </a:lnTo>
                <a:lnTo>
                  <a:pt x="16747" y="157718"/>
                </a:lnTo>
                <a:lnTo>
                  <a:pt x="19270" y="148110"/>
                </a:lnTo>
                <a:lnTo>
                  <a:pt x="21845" y="138556"/>
                </a:lnTo>
                <a:lnTo>
                  <a:pt x="24591" y="129034"/>
                </a:lnTo>
                <a:lnTo>
                  <a:pt x="27636" y="119562"/>
                </a:lnTo>
                <a:lnTo>
                  <a:pt x="31103" y="110191"/>
                </a:lnTo>
                <a:lnTo>
                  <a:pt x="35089" y="100995"/>
                </a:lnTo>
                <a:lnTo>
                  <a:pt x="39656" y="92057"/>
                </a:lnTo>
                <a:lnTo>
                  <a:pt x="44825" y="83454"/>
                </a:lnTo>
                <a:lnTo>
                  <a:pt x="50578" y="75246"/>
                </a:lnTo>
                <a:lnTo>
                  <a:pt x="56870" y="67461"/>
                </a:lnTo>
                <a:lnTo>
                  <a:pt x="63634" y="60095"/>
                </a:lnTo>
                <a:lnTo>
                  <a:pt x="70801" y="53117"/>
                </a:lnTo>
                <a:lnTo>
                  <a:pt x="78312" y="46470"/>
                </a:lnTo>
                <a:lnTo>
                  <a:pt x="86126" y="40096"/>
                </a:lnTo>
                <a:lnTo>
                  <a:pt x="94230" y="33942"/>
                </a:lnTo>
                <a:lnTo>
                  <a:pt x="102634" y="27988"/>
                </a:lnTo>
                <a:lnTo>
                  <a:pt x="111370" y="22254"/>
                </a:lnTo>
                <a:lnTo>
                  <a:pt x="120479" y="16813"/>
                </a:lnTo>
                <a:lnTo>
                  <a:pt x="129995" y="11797"/>
                </a:lnTo>
                <a:lnTo>
                  <a:pt x="139931" y="7385"/>
                </a:lnTo>
                <a:lnTo>
                  <a:pt x="150267" y="3794"/>
                </a:lnTo>
                <a:lnTo>
                  <a:pt x="160937" y="1258"/>
                </a:lnTo>
                <a:lnTo>
                  <a:pt x="171827" y="0"/>
                </a:lnTo>
                <a:lnTo>
                  <a:pt x="182779" y="211"/>
                </a:lnTo>
                <a:lnTo>
                  <a:pt x="193600" y="2020"/>
                </a:lnTo>
                <a:lnTo>
                  <a:pt x="204080" y="5480"/>
                </a:lnTo>
                <a:lnTo>
                  <a:pt x="214012" y="10553"/>
                </a:lnTo>
                <a:lnTo>
                  <a:pt x="223216" y="17109"/>
                </a:lnTo>
                <a:lnTo>
                  <a:pt x="231556" y="24936"/>
                </a:lnTo>
                <a:lnTo>
                  <a:pt x="238963" y="33759"/>
                </a:lnTo>
                <a:lnTo>
                  <a:pt x="245442" y="43260"/>
                </a:lnTo>
                <a:lnTo>
                  <a:pt x="251072" y="53117"/>
                </a:lnTo>
                <a:lnTo>
                  <a:pt x="256002" y="63025"/>
                </a:lnTo>
                <a:lnTo>
                  <a:pt x="260434" y="72732"/>
                </a:lnTo>
                <a:lnTo>
                  <a:pt x="264597" y="82060"/>
                </a:lnTo>
                <a:lnTo>
                  <a:pt x="268726" y="90913"/>
                </a:lnTo>
                <a:lnTo>
                  <a:pt x="273029" y="99288"/>
                </a:lnTo>
                <a:lnTo>
                  <a:pt x="277665" y="107265"/>
                </a:lnTo>
                <a:lnTo>
                  <a:pt x="282719" y="114986"/>
                </a:lnTo>
                <a:lnTo>
                  <a:pt x="288197" y="122641"/>
                </a:lnTo>
                <a:lnTo>
                  <a:pt x="294020" y="130433"/>
                </a:lnTo>
                <a:lnTo>
                  <a:pt x="300028" y="138556"/>
                </a:lnTo>
                <a:lnTo>
                  <a:pt x="306002" y="147165"/>
                </a:lnTo>
                <a:lnTo>
                  <a:pt x="311683" y="156363"/>
                </a:lnTo>
                <a:lnTo>
                  <a:pt x="316800" y="166184"/>
                </a:lnTo>
                <a:lnTo>
                  <a:pt x="321094" y="176599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702" name="nature-spatial-mechanism-v2-322">
            <a:extLst xmlns:a="http://schemas.openxmlformats.org/drawingml/2006/main">
              <a:ext uri="{FF2B5EF4-FFF2-40B4-BE49-F238E27FC236}">
                <a16:creationId xmlns:a16="http://schemas.microsoft.com/office/drawing/2014/main" id="{7B96FD55-9A0D-4E40-8880-68072736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2853" y="6540818"/>
            <a:ext cx="126873" cy="14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11430">
            <a:solidFill>
              <a:srgbClr val="9380B4"/>
            </a:solidFill>
            <a:prstDash val="solid"/>
          </a:ln>
        </p:spPr>
      </p:sp>
      <p:sp>
        <p:nvSpPr>
          <p:cNvPr id="703" name="nature-spatial-mechanism-v2-323">
            <a:extLst xmlns:a="http://schemas.openxmlformats.org/drawingml/2006/main">
              <a:ext uri="{FF2B5EF4-FFF2-40B4-BE49-F238E27FC236}">
                <a16:creationId xmlns:a16="http://schemas.microsoft.com/office/drawing/2014/main" id="{8D141689-4962-4D22-A60E-6B0E445E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1146" y="6592824"/>
            <a:ext cx="34290" cy="40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4" name="nature-spatial-mechanism-v2-324">
            <a:extLst xmlns:a="http://schemas.openxmlformats.org/drawingml/2006/main">
              <a:ext uri="{FF2B5EF4-FFF2-40B4-BE49-F238E27FC236}">
                <a16:creationId xmlns:a16="http://schemas.microsoft.com/office/drawing/2014/main" id="{BC4F9663-6C6D-415B-B9E1-9ADBBF25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0368" y="6439188"/>
            <a:ext cx="329342" cy="344734"/>
          </a:xfrm>
          <a:custGeom xmlns:a="http://schemas.openxmlformats.org/drawingml/2006/main">
            <a:pathLst>
              <a:path w="329342" h="344734">
                <a:moveTo>
                  <a:pt x="326530" y="175925"/>
                </a:moveTo>
                <a:lnTo>
                  <a:pt x="328736" y="187849"/>
                </a:lnTo>
                <a:lnTo>
                  <a:pt x="329342" y="199951"/>
                </a:lnTo>
                <a:lnTo>
                  <a:pt x="328235" y="211977"/>
                </a:lnTo>
                <a:lnTo>
                  <a:pt x="325401" y="223661"/>
                </a:lnTo>
                <a:lnTo>
                  <a:pt x="320920" y="234756"/>
                </a:lnTo>
                <a:lnTo>
                  <a:pt x="314965" y="245059"/>
                </a:lnTo>
                <a:lnTo>
                  <a:pt x="307780" y="254429"/>
                </a:lnTo>
                <a:lnTo>
                  <a:pt x="299657" y="262803"/>
                </a:lnTo>
                <a:lnTo>
                  <a:pt x="290905" y="270197"/>
                </a:lnTo>
                <a:lnTo>
                  <a:pt x="281825" y="276705"/>
                </a:lnTo>
                <a:lnTo>
                  <a:pt x="272677" y="282480"/>
                </a:lnTo>
                <a:lnTo>
                  <a:pt x="263666" y="287711"/>
                </a:lnTo>
                <a:lnTo>
                  <a:pt x="254924" y="292605"/>
                </a:lnTo>
                <a:lnTo>
                  <a:pt x="246507" y="297351"/>
                </a:lnTo>
                <a:lnTo>
                  <a:pt x="238403" y="302101"/>
                </a:lnTo>
                <a:lnTo>
                  <a:pt x="230538" y="306952"/>
                </a:lnTo>
                <a:lnTo>
                  <a:pt x="222802" y="311934"/>
                </a:lnTo>
                <a:lnTo>
                  <a:pt x="215064" y="317009"/>
                </a:lnTo>
                <a:lnTo>
                  <a:pt x="207197" y="322079"/>
                </a:lnTo>
                <a:lnTo>
                  <a:pt x="199093" y="326999"/>
                </a:lnTo>
                <a:lnTo>
                  <a:pt x="190678" y="331598"/>
                </a:lnTo>
                <a:lnTo>
                  <a:pt x="181917" y="335704"/>
                </a:lnTo>
                <a:lnTo>
                  <a:pt x="172817" y="339157"/>
                </a:lnTo>
                <a:lnTo>
                  <a:pt x="163418" y="341838"/>
                </a:lnTo>
                <a:lnTo>
                  <a:pt x="153782" y="343670"/>
                </a:lnTo>
                <a:lnTo>
                  <a:pt x="143985" y="344628"/>
                </a:lnTo>
                <a:lnTo>
                  <a:pt x="134097" y="344734"/>
                </a:lnTo>
                <a:lnTo>
                  <a:pt x="124179" y="344044"/>
                </a:lnTo>
                <a:lnTo>
                  <a:pt x="114271" y="342636"/>
                </a:lnTo>
                <a:lnTo>
                  <a:pt x="104395" y="340591"/>
                </a:lnTo>
                <a:lnTo>
                  <a:pt x="94557" y="337975"/>
                </a:lnTo>
                <a:lnTo>
                  <a:pt x="84761" y="334826"/>
                </a:lnTo>
                <a:lnTo>
                  <a:pt x="75013" y="331145"/>
                </a:lnTo>
                <a:lnTo>
                  <a:pt x="65342" y="326898"/>
                </a:lnTo>
                <a:lnTo>
                  <a:pt x="55806" y="322015"/>
                </a:lnTo>
                <a:lnTo>
                  <a:pt x="46503" y="316409"/>
                </a:lnTo>
                <a:lnTo>
                  <a:pt x="37570" y="309991"/>
                </a:lnTo>
                <a:lnTo>
                  <a:pt x="29178" y="302686"/>
                </a:lnTo>
                <a:lnTo>
                  <a:pt x="21522" y="294457"/>
                </a:lnTo>
                <a:lnTo>
                  <a:pt x="14803" y="285314"/>
                </a:lnTo>
                <a:lnTo>
                  <a:pt x="9203" y="275323"/>
                </a:lnTo>
                <a:lnTo>
                  <a:pt x="4872" y="264611"/>
                </a:lnTo>
                <a:lnTo>
                  <a:pt x="1897" y="253353"/>
                </a:lnTo>
                <a:lnTo>
                  <a:pt x="294" y="241759"/>
                </a:lnTo>
                <a:lnTo>
                  <a:pt x="0" y="230055"/>
                </a:lnTo>
                <a:lnTo>
                  <a:pt x="869" y="218458"/>
                </a:lnTo>
                <a:lnTo>
                  <a:pt x="2686" y="207150"/>
                </a:lnTo>
                <a:lnTo>
                  <a:pt x="5186" y="196261"/>
                </a:lnTo>
                <a:lnTo>
                  <a:pt x="8074" y="185856"/>
                </a:lnTo>
                <a:lnTo>
                  <a:pt x="11062" y="175925"/>
                </a:lnTo>
                <a:lnTo>
                  <a:pt x="13890" y="166390"/>
                </a:lnTo>
                <a:lnTo>
                  <a:pt x="16361" y="157118"/>
                </a:lnTo>
                <a:lnTo>
                  <a:pt x="18355" y="147938"/>
                </a:lnTo>
                <a:lnTo>
                  <a:pt x="19844" y="138669"/>
                </a:lnTo>
                <a:lnTo>
                  <a:pt x="20892" y="129148"/>
                </a:lnTo>
                <a:lnTo>
                  <a:pt x="21650" y="119250"/>
                </a:lnTo>
                <a:lnTo>
                  <a:pt x="22336" y="108916"/>
                </a:lnTo>
                <a:lnTo>
                  <a:pt x="23210" y="98160"/>
                </a:lnTo>
                <a:lnTo>
                  <a:pt x="24547" y="87075"/>
                </a:lnTo>
                <a:lnTo>
                  <a:pt x="26606" y="75826"/>
                </a:lnTo>
                <a:lnTo>
                  <a:pt x="29605" y="64635"/>
                </a:lnTo>
                <a:lnTo>
                  <a:pt x="33700" y="53763"/>
                </a:lnTo>
                <a:lnTo>
                  <a:pt x="38971" y="43475"/>
                </a:lnTo>
                <a:lnTo>
                  <a:pt x="45420" y="34022"/>
                </a:lnTo>
                <a:lnTo>
                  <a:pt x="52975" y="25613"/>
                </a:lnTo>
                <a:lnTo>
                  <a:pt x="61502" y="18397"/>
                </a:lnTo>
                <a:lnTo>
                  <a:pt x="70824" y="12450"/>
                </a:lnTo>
                <a:lnTo>
                  <a:pt x="80745" y="7778"/>
                </a:lnTo>
                <a:lnTo>
                  <a:pt x="91066" y="4321"/>
                </a:lnTo>
                <a:lnTo>
                  <a:pt x="101608" y="1968"/>
                </a:lnTo>
                <a:lnTo>
                  <a:pt x="112224" y="578"/>
                </a:lnTo>
                <a:lnTo>
                  <a:pt x="122804" y="0"/>
                </a:lnTo>
                <a:lnTo>
                  <a:pt x="133278" y="95"/>
                </a:lnTo>
                <a:lnTo>
                  <a:pt x="143609" y="756"/>
                </a:lnTo>
                <a:lnTo>
                  <a:pt x="153782" y="1913"/>
                </a:lnTo>
                <a:lnTo>
                  <a:pt x="163793" y="3546"/>
                </a:lnTo>
                <a:lnTo>
                  <a:pt x="173636" y="5671"/>
                </a:lnTo>
                <a:lnTo>
                  <a:pt x="183291" y="8340"/>
                </a:lnTo>
                <a:lnTo>
                  <a:pt x="192724" y="11616"/>
                </a:lnTo>
                <a:lnTo>
                  <a:pt x="201879" y="15560"/>
                </a:lnTo>
                <a:lnTo>
                  <a:pt x="210689" y="20217"/>
                </a:lnTo>
                <a:lnTo>
                  <a:pt x="219080" y="25595"/>
                </a:lnTo>
                <a:lnTo>
                  <a:pt x="226991" y="31662"/>
                </a:lnTo>
                <a:lnTo>
                  <a:pt x="234378" y="38343"/>
                </a:lnTo>
                <a:lnTo>
                  <a:pt x="241233" y="45528"/>
                </a:lnTo>
                <a:lnTo>
                  <a:pt x="247590" y="53081"/>
                </a:lnTo>
                <a:lnTo>
                  <a:pt x="253523" y="60861"/>
                </a:lnTo>
                <a:lnTo>
                  <a:pt x="259144" y="68738"/>
                </a:lnTo>
                <a:lnTo>
                  <a:pt x="264595" y="76613"/>
                </a:lnTo>
                <a:lnTo>
                  <a:pt x="270022" y="84434"/>
                </a:lnTo>
                <a:lnTo>
                  <a:pt x="275562" y="92201"/>
                </a:lnTo>
                <a:lnTo>
                  <a:pt x="281318" y="99968"/>
                </a:lnTo>
                <a:lnTo>
                  <a:pt x="287340" y="107839"/>
                </a:lnTo>
                <a:lnTo>
                  <a:pt x="293609" y="115950"/>
                </a:lnTo>
                <a:lnTo>
                  <a:pt x="300028" y="124447"/>
                </a:lnTo>
                <a:lnTo>
                  <a:pt x="306426" y="133466"/>
                </a:lnTo>
                <a:lnTo>
                  <a:pt x="312567" y="143111"/>
                </a:lnTo>
                <a:lnTo>
                  <a:pt x="318166" y="153427"/>
                </a:lnTo>
                <a:lnTo>
                  <a:pt x="322920" y="164397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705" name="nature-spatial-mechanism-v2-325">
            <a:extLst xmlns:a="http://schemas.openxmlformats.org/drawingml/2006/main">
              <a:ext uri="{FF2B5EF4-FFF2-40B4-BE49-F238E27FC236}">
                <a16:creationId xmlns:a16="http://schemas.microsoft.com/office/drawing/2014/main" id="{0EB7520F-76C0-40AD-9568-872545CE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428" y="6540818"/>
            <a:ext cx="126873" cy="14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11430">
            <a:solidFill>
              <a:srgbClr val="9380B4"/>
            </a:solidFill>
            <a:prstDash val="solid"/>
          </a:ln>
        </p:spPr>
      </p:sp>
      <p:sp>
        <p:nvSpPr>
          <p:cNvPr id="706" name="nature-spatial-mechanism-v2-326">
            <a:extLst xmlns:a="http://schemas.openxmlformats.org/drawingml/2006/main">
              <a:ext uri="{FF2B5EF4-FFF2-40B4-BE49-F238E27FC236}">
                <a16:creationId xmlns:a16="http://schemas.microsoft.com/office/drawing/2014/main" id="{DC17AF7F-BA06-4838-A4B0-C271B35D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721" y="6592824"/>
            <a:ext cx="34290" cy="40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" name="nature-spatial-mechanism-v2-327">
            <a:extLst xmlns:a="http://schemas.openxmlformats.org/drawingml/2006/main">
              <a:ext uri="{FF2B5EF4-FFF2-40B4-BE49-F238E27FC236}">
                <a16:creationId xmlns:a16="http://schemas.microsoft.com/office/drawing/2014/main" id="{95355A54-F780-4A3B-9138-73B07DBD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7076" y="6871606"/>
            <a:ext cx="315821" cy="358656"/>
          </a:xfrm>
          <a:custGeom xmlns:a="http://schemas.openxmlformats.org/drawingml/2006/main">
            <a:pathLst>
              <a:path w="315821" h="358656">
                <a:moveTo>
                  <a:pt x="315778" y="172132"/>
                </a:moveTo>
                <a:lnTo>
                  <a:pt x="315821" y="183604"/>
                </a:lnTo>
                <a:lnTo>
                  <a:pt x="314853" y="195035"/>
                </a:lnTo>
                <a:lnTo>
                  <a:pt x="312774" y="206287"/>
                </a:lnTo>
                <a:lnTo>
                  <a:pt x="309523" y="217199"/>
                </a:lnTo>
                <a:lnTo>
                  <a:pt x="305094" y="227605"/>
                </a:lnTo>
                <a:lnTo>
                  <a:pt x="299541" y="237346"/>
                </a:lnTo>
                <a:lnTo>
                  <a:pt x="292984" y="246297"/>
                </a:lnTo>
                <a:lnTo>
                  <a:pt x="285600" y="254381"/>
                </a:lnTo>
                <a:lnTo>
                  <a:pt x="277608" y="261582"/>
                </a:lnTo>
                <a:lnTo>
                  <a:pt x="269247" y="267959"/>
                </a:lnTo>
                <a:lnTo>
                  <a:pt x="260756" y="273635"/>
                </a:lnTo>
                <a:lnTo>
                  <a:pt x="252347" y="278796"/>
                </a:lnTo>
                <a:lnTo>
                  <a:pt x="244180" y="283666"/>
                </a:lnTo>
                <a:lnTo>
                  <a:pt x="236353" y="288489"/>
                </a:lnTo>
                <a:lnTo>
                  <a:pt x="228888" y="293490"/>
                </a:lnTo>
                <a:lnTo>
                  <a:pt x="221735" y="298858"/>
                </a:lnTo>
                <a:lnTo>
                  <a:pt x="214778" y="304712"/>
                </a:lnTo>
                <a:lnTo>
                  <a:pt x="207854" y="311083"/>
                </a:lnTo>
                <a:lnTo>
                  <a:pt x="200776" y="317909"/>
                </a:lnTo>
                <a:lnTo>
                  <a:pt x="193357" y="325030"/>
                </a:lnTo>
                <a:lnTo>
                  <a:pt x="185437" y="332205"/>
                </a:lnTo>
                <a:lnTo>
                  <a:pt x="176904" y="339126"/>
                </a:lnTo>
                <a:lnTo>
                  <a:pt x="167710" y="345456"/>
                </a:lnTo>
                <a:lnTo>
                  <a:pt x="157878" y="350852"/>
                </a:lnTo>
                <a:lnTo>
                  <a:pt x="147499" y="355004"/>
                </a:lnTo>
                <a:lnTo>
                  <a:pt x="136724" y="357661"/>
                </a:lnTo>
                <a:lnTo>
                  <a:pt x="125748" y="358656"/>
                </a:lnTo>
                <a:lnTo>
                  <a:pt x="114785" y="357916"/>
                </a:lnTo>
                <a:lnTo>
                  <a:pt x="104047" y="355465"/>
                </a:lnTo>
                <a:lnTo>
                  <a:pt x="93726" y="351419"/>
                </a:lnTo>
                <a:lnTo>
                  <a:pt x="83967" y="345965"/>
                </a:lnTo>
                <a:lnTo>
                  <a:pt x="74868" y="339342"/>
                </a:lnTo>
                <a:lnTo>
                  <a:pt x="66468" y="331809"/>
                </a:lnTo>
                <a:lnTo>
                  <a:pt x="58755" y="323622"/>
                </a:lnTo>
                <a:lnTo>
                  <a:pt x="51677" y="315010"/>
                </a:lnTo>
                <a:lnTo>
                  <a:pt x="45155" y="306154"/>
                </a:lnTo>
                <a:lnTo>
                  <a:pt x="39102" y="297182"/>
                </a:lnTo>
                <a:lnTo>
                  <a:pt x="33442" y="288164"/>
                </a:lnTo>
                <a:lnTo>
                  <a:pt x="28121" y="279120"/>
                </a:lnTo>
                <a:lnTo>
                  <a:pt x="23119" y="270029"/>
                </a:lnTo>
                <a:lnTo>
                  <a:pt x="18452" y="260852"/>
                </a:lnTo>
                <a:lnTo>
                  <a:pt x="14168" y="251539"/>
                </a:lnTo>
                <a:lnTo>
                  <a:pt x="10336" y="242054"/>
                </a:lnTo>
                <a:lnTo>
                  <a:pt x="7035" y="232380"/>
                </a:lnTo>
                <a:lnTo>
                  <a:pt x="4335" y="222525"/>
                </a:lnTo>
                <a:lnTo>
                  <a:pt x="2288" y="212523"/>
                </a:lnTo>
                <a:lnTo>
                  <a:pt x="906" y="202426"/>
                </a:lnTo>
                <a:lnTo>
                  <a:pt x="166" y="192295"/>
                </a:lnTo>
                <a:lnTo>
                  <a:pt x="0" y="182185"/>
                </a:lnTo>
                <a:lnTo>
                  <a:pt x="310" y="172132"/>
                </a:lnTo>
                <a:lnTo>
                  <a:pt x="975" y="162145"/>
                </a:lnTo>
                <a:lnTo>
                  <a:pt x="1872" y="152202"/>
                </a:lnTo>
                <a:lnTo>
                  <a:pt x="2894" y="142248"/>
                </a:lnTo>
                <a:lnTo>
                  <a:pt x="3966" y="132208"/>
                </a:lnTo>
                <a:lnTo>
                  <a:pt x="5066" y="121996"/>
                </a:lnTo>
                <a:lnTo>
                  <a:pt x="6226" y="111537"/>
                </a:lnTo>
                <a:lnTo>
                  <a:pt x="7540" y="100784"/>
                </a:lnTo>
                <a:lnTo>
                  <a:pt x="9154" y="89738"/>
                </a:lnTo>
                <a:lnTo>
                  <a:pt x="11249" y="78460"/>
                </a:lnTo>
                <a:lnTo>
                  <a:pt x="14028" y="67079"/>
                </a:lnTo>
                <a:lnTo>
                  <a:pt x="17684" y="55791"/>
                </a:lnTo>
                <a:lnTo>
                  <a:pt x="22380" y="44847"/>
                </a:lnTo>
                <a:lnTo>
                  <a:pt x="28227" y="34536"/>
                </a:lnTo>
                <a:lnTo>
                  <a:pt x="35266" y="25160"/>
                </a:lnTo>
                <a:lnTo>
                  <a:pt x="43461" y="17003"/>
                </a:lnTo>
                <a:lnTo>
                  <a:pt x="52699" y="10303"/>
                </a:lnTo>
                <a:lnTo>
                  <a:pt x="62800" y="5228"/>
                </a:lnTo>
                <a:lnTo>
                  <a:pt x="73535" y="1852"/>
                </a:lnTo>
                <a:lnTo>
                  <a:pt x="84644" y="151"/>
                </a:lnTo>
                <a:lnTo>
                  <a:pt x="95872" y="0"/>
                </a:lnTo>
                <a:lnTo>
                  <a:pt x="106983" y="1185"/>
                </a:lnTo>
                <a:lnTo>
                  <a:pt x="117791" y="3423"/>
                </a:lnTo>
                <a:lnTo>
                  <a:pt x="128172" y="6394"/>
                </a:lnTo>
                <a:lnTo>
                  <a:pt x="138069" y="9769"/>
                </a:lnTo>
                <a:lnTo>
                  <a:pt x="147499" y="13247"/>
                </a:lnTo>
                <a:lnTo>
                  <a:pt x="156532" y="16579"/>
                </a:lnTo>
                <a:lnTo>
                  <a:pt x="165286" y="19594"/>
                </a:lnTo>
                <a:lnTo>
                  <a:pt x="173897" y="22212"/>
                </a:lnTo>
                <a:lnTo>
                  <a:pt x="182501" y="24445"/>
                </a:lnTo>
                <a:lnTo>
                  <a:pt x="191211" y="26389"/>
                </a:lnTo>
                <a:lnTo>
                  <a:pt x="200099" y="28208"/>
                </a:lnTo>
                <a:lnTo>
                  <a:pt x="209188" y="30111"/>
                </a:lnTo>
                <a:lnTo>
                  <a:pt x="218446" y="32325"/>
                </a:lnTo>
                <a:lnTo>
                  <a:pt x="227791" y="35067"/>
                </a:lnTo>
                <a:lnTo>
                  <a:pt x="237104" y="38523"/>
                </a:lnTo>
                <a:lnTo>
                  <a:pt x="246241" y="42826"/>
                </a:lnTo>
                <a:lnTo>
                  <a:pt x="255054" y="48052"/>
                </a:lnTo>
                <a:lnTo>
                  <a:pt x="263408" y="54215"/>
                </a:lnTo>
                <a:lnTo>
                  <a:pt x="271193" y="61275"/>
                </a:lnTo>
                <a:lnTo>
                  <a:pt x="278338" y="69150"/>
                </a:lnTo>
                <a:lnTo>
                  <a:pt x="284811" y="77729"/>
                </a:lnTo>
                <a:lnTo>
                  <a:pt x="290615" y="86897"/>
                </a:lnTo>
                <a:lnTo>
                  <a:pt x="295780" y="96541"/>
                </a:lnTo>
                <a:lnTo>
                  <a:pt x="300349" y="106571"/>
                </a:lnTo>
                <a:lnTo>
                  <a:pt x="304363" y="116916"/>
                </a:lnTo>
                <a:lnTo>
                  <a:pt x="307845" y="127531"/>
                </a:lnTo>
                <a:lnTo>
                  <a:pt x="310786" y="138387"/>
                </a:lnTo>
                <a:lnTo>
                  <a:pt x="313146" y="149462"/>
                </a:lnTo>
                <a:lnTo>
                  <a:pt x="314845" y="160726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708" name="nature-spatial-mechanism-v2-328">
            <a:extLst xmlns:a="http://schemas.openxmlformats.org/drawingml/2006/main">
              <a:ext uri="{FF2B5EF4-FFF2-40B4-BE49-F238E27FC236}">
                <a16:creationId xmlns:a16="http://schemas.microsoft.com/office/drawing/2014/main" id="{42F006D1-8E24-4251-B1DB-8960D6AC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2853" y="6969443"/>
            <a:ext cx="126873" cy="14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11430">
            <a:solidFill>
              <a:srgbClr val="9380B4"/>
            </a:solidFill>
            <a:prstDash val="solid"/>
          </a:ln>
        </p:spPr>
      </p:sp>
      <p:sp>
        <p:nvSpPr>
          <p:cNvPr id="709" name="nature-spatial-mechanism-v2-329">
            <a:extLst xmlns:a="http://schemas.openxmlformats.org/drawingml/2006/main">
              <a:ext uri="{FF2B5EF4-FFF2-40B4-BE49-F238E27FC236}">
                <a16:creationId xmlns:a16="http://schemas.microsoft.com/office/drawing/2014/main" id="{1912532A-F827-4024-93A5-66D49687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1146" y="7021449"/>
            <a:ext cx="34290" cy="40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0" name="nature-spatial-mechanism-v2-330">
            <a:extLst xmlns:a="http://schemas.openxmlformats.org/drawingml/2006/main">
              <a:ext uri="{FF2B5EF4-FFF2-40B4-BE49-F238E27FC236}">
                <a16:creationId xmlns:a16="http://schemas.microsoft.com/office/drawing/2014/main" id="{6E6E8DEE-576D-4AFF-BA2A-49D0FC03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30" y="6882188"/>
            <a:ext cx="325005" cy="350166"/>
          </a:xfrm>
          <a:custGeom xmlns:a="http://schemas.openxmlformats.org/drawingml/2006/main">
            <a:pathLst>
              <a:path w="325005" h="350166">
                <a:moveTo>
                  <a:pt x="317936" y="161549"/>
                </a:moveTo>
                <a:lnTo>
                  <a:pt x="315490" y="171887"/>
                </a:lnTo>
                <a:lnTo>
                  <a:pt x="312980" y="181963"/>
                </a:lnTo>
                <a:lnTo>
                  <a:pt x="310415" y="191844"/>
                </a:lnTo>
                <a:lnTo>
                  <a:pt x="307750" y="201584"/>
                </a:lnTo>
                <a:lnTo>
                  <a:pt x="304902" y="211210"/>
                </a:lnTo>
                <a:lnTo>
                  <a:pt x="301771" y="220719"/>
                </a:lnTo>
                <a:lnTo>
                  <a:pt x="298252" y="230080"/>
                </a:lnTo>
                <a:lnTo>
                  <a:pt x="294260" y="239235"/>
                </a:lnTo>
                <a:lnTo>
                  <a:pt x="289738" y="248118"/>
                </a:lnTo>
                <a:lnTo>
                  <a:pt x="284663" y="256663"/>
                </a:lnTo>
                <a:lnTo>
                  <a:pt x="279052" y="264821"/>
                </a:lnTo>
                <a:lnTo>
                  <a:pt x="272950" y="272570"/>
                </a:lnTo>
                <a:lnTo>
                  <a:pt x="266425" y="279918"/>
                </a:lnTo>
                <a:lnTo>
                  <a:pt x="259550" y="286910"/>
                </a:lnTo>
                <a:lnTo>
                  <a:pt x="252390" y="293614"/>
                </a:lnTo>
                <a:lnTo>
                  <a:pt x="244990" y="300112"/>
                </a:lnTo>
                <a:lnTo>
                  <a:pt x="237367" y="306479"/>
                </a:lnTo>
                <a:lnTo>
                  <a:pt x="229505" y="312769"/>
                </a:lnTo>
                <a:lnTo>
                  <a:pt x="221362" y="318995"/>
                </a:lnTo>
                <a:lnTo>
                  <a:pt x="212877" y="325114"/>
                </a:lnTo>
                <a:lnTo>
                  <a:pt x="203985" y="331020"/>
                </a:lnTo>
                <a:lnTo>
                  <a:pt x="194635" y="336548"/>
                </a:lnTo>
                <a:lnTo>
                  <a:pt x="184802" y="341477"/>
                </a:lnTo>
                <a:lnTo>
                  <a:pt x="174506" y="345556"/>
                </a:lnTo>
                <a:lnTo>
                  <a:pt x="163820" y="348521"/>
                </a:lnTo>
                <a:lnTo>
                  <a:pt x="152868" y="350125"/>
                </a:lnTo>
                <a:lnTo>
                  <a:pt x="141825" y="350166"/>
                </a:lnTo>
                <a:lnTo>
                  <a:pt x="130898" y="348512"/>
                </a:lnTo>
                <a:lnTo>
                  <a:pt x="120313" y="345118"/>
                </a:lnTo>
                <a:lnTo>
                  <a:pt x="110287" y="340037"/>
                </a:lnTo>
                <a:lnTo>
                  <a:pt x="101007" y="333417"/>
                </a:lnTo>
                <a:lnTo>
                  <a:pt x="92610" y="325489"/>
                </a:lnTo>
                <a:lnTo>
                  <a:pt x="85163" y="316548"/>
                </a:lnTo>
                <a:lnTo>
                  <a:pt x="78658" y="306925"/>
                </a:lnTo>
                <a:lnTo>
                  <a:pt x="73010" y="296954"/>
                </a:lnTo>
                <a:lnTo>
                  <a:pt x="68066" y="286941"/>
                </a:lnTo>
                <a:lnTo>
                  <a:pt x="63625" y="277137"/>
                </a:lnTo>
                <a:lnTo>
                  <a:pt x="59458" y="267718"/>
                </a:lnTo>
                <a:lnTo>
                  <a:pt x="55340" y="258770"/>
                </a:lnTo>
                <a:lnTo>
                  <a:pt x="51071" y="250293"/>
                </a:lnTo>
                <a:lnTo>
                  <a:pt x="46506" y="242203"/>
                </a:lnTo>
                <a:lnTo>
                  <a:pt x="41571" y="234357"/>
                </a:lnTo>
                <a:lnTo>
                  <a:pt x="36269" y="226572"/>
                </a:lnTo>
                <a:lnTo>
                  <a:pt x="30686" y="218653"/>
                </a:lnTo>
                <a:lnTo>
                  <a:pt x="24977" y="210421"/>
                </a:lnTo>
                <a:lnTo>
                  <a:pt x="19353" y="201733"/>
                </a:lnTo>
                <a:lnTo>
                  <a:pt x="14056" y="192499"/>
                </a:lnTo>
                <a:lnTo>
                  <a:pt x="9331" y="182692"/>
                </a:lnTo>
                <a:lnTo>
                  <a:pt x="5406" y="172346"/>
                </a:lnTo>
                <a:lnTo>
                  <a:pt x="2468" y="161549"/>
                </a:lnTo>
                <a:lnTo>
                  <a:pt x="644" y="150428"/>
                </a:lnTo>
                <a:lnTo>
                  <a:pt x="0" y="139129"/>
                </a:lnTo>
                <a:lnTo>
                  <a:pt x="535" y="127805"/>
                </a:lnTo>
                <a:lnTo>
                  <a:pt x="2193" y="116592"/>
                </a:lnTo>
                <a:lnTo>
                  <a:pt x="4875" y="105601"/>
                </a:lnTo>
                <a:lnTo>
                  <a:pt x="8456" y="94910"/>
                </a:lnTo>
                <a:lnTo>
                  <a:pt x="12808" y="84567"/>
                </a:lnTo>
                <a:lnTo>
                  <a:pt x="17814" y="74593"/>
                </a:lnTo>
                <a:lnTo>
                  <a:pt x="23379" y="64996"/>
                </a:lnTo>
                <a:lnTo>
                  <a:pt x="29444" y="55784"/>
                </a:lnTo>
                <a:lnTo>
                  <a:pt x="35979" y="46977"/>
                </a:lnTo>
                <a:lnTo>
                  <a:pt x="42984" y="38621"/>
                </a:lnTo>
                <a:lnTo>
                  <a:pt x="50473" y="30788"/>
                </a:lnTo>
                <a:lnTo>
                  <a:pt x="58463" y="23582"/>
                </a:lnTo>
                <a:lnTo>
                  <a:pt x="66963" y="17127"/>
                </a:lnTo>
                <a:lnTo>
                  <a:pt x="75954" y="11557"/>
                </a:lnTo>
                <a:lnTo>
                  <a:pt x="85389" y="6995"/>
                </a:lnTo>
                <a:lnTo>
                  <a:pt x="95185" y="3538"/>
                </a:lnTo>
                <a:lnTo>
                  <a:pt x="105230" y="1237"/>
                </a:lnTo>
                <a:lnTo>
                  <a:pt x="115392" y="83"/>
                </a:lnTo>
                <a:lnTo>
                  <a:pt x="125532" y="0"/>
                </a:lnTo>
                <a:lnTo>
                  <a:pt x="135522" y="844"/>
                </a:lnTo>
                <a:lnTo>
                  <a:pt x="145263" y="2415"/>
                </a:lnTo>
                <a:lnTo>
                  <a:pt x="154698" y="4474"/>
                </a:lnTo>
                <a:lnTo>
                  <a:pt x="163820" y="6764"/>
                </a:lnTo>
                <a:lnTo>
                  <a:pt x="172677" y="9042"/>
                </a:lnTo>
                <a:lnTo>
                  <a:pt x="181364" y="11103"/>
                </a:lnTo>
                <a:lnTo>
                  <a:pt x="190011" y="12808"/>
                </a:lnTo>
                <a:lnTo>
                  <a:pt x="198767" y="14098"/>
                </a:lnTo>
                <a:lnTo>
                  <a:pt x="207772" y="15007"/>
                </a:lnTo>
                <a:lnTo>
                  <a:pt x="217139" y="15659"/>
                </a:lnTo>
                <a:lnTo>
                  <a:pt x="226930" y="16258"/>
                </a:lnTo>
                <a:lnTo>
                  <a:pt x="237141" y="17065"/>
                </a:lnTo>
                <a:lnTo>
                  <a:pt x="247694" y="18370"/>
                </a:lnTo>
                <a:lnTo>
                  <a:pt x="258437" y="20467"/>
                </a:lnTo>
                <a:lnTo>
                  <a:pt x="269153" y="23613"/>
                </a:lnTo>
                <a:lnTo>
                  <a:pt x="279578" y="28007"/>
                </a:lnTo>
                <a:lnTo>
                  <a:pt x="289425" y="33769"/>
                </a:lnTo>
                <a:lnTo>
                  <a:pt x="298412" y="40926"/>
                </a:lnTo>
                <a:lnTo>
                  <a:pt x="306290" y="49413"/>
                </a:lnTo>
                <a:lnTo>
                  <a:pt x="312865" y="59080"/>
                </a:lnTo>
                <a:lnTo>
                  <a:pt x="318017" y="69714"/>
                </a:lnTo>
                <a:lnTo>
                  <a:pt x="321713" y="81059"/>
                </a:lnTo>
                <a:lnTo>
                  <a:pt x="324000" y="92844"/>
                </a:lnTo>
                <a:lnTo>
                  <a:pt x="325005" y="104813"/>
                </a:lnTo>
                <a:lnTo>
                  <a:pt x="324910" y="116741"/>
                </a:lnTo>
                <a:lnTo>
                  <a:pt x="323936" y="128460"/>
                </a:lnTo>
                <a:lnTo>
                  <a:pt x="322311" y="139859"/>
                </a:lnTo>
                <a:lnTo>
                  <a:pt x="320252" y="150887"/>
                </a:lnTo>
                <a:close/>
              </a:path>
            </a:pathLst>
          </a:cu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711" name="nature-spatial-mechanism-v2-331">
            <a:extLst xmlns:a="http://schemas.openxmlformats.org/drawingml/2006/main">
              <a:ext uri="{FF2B5EF4-FFF2-40B4-BE49-F238E27FC236}">
                <a16:creationId xmlns:a16="http://schemas.microsoft.com/office/drawing/2014/main" id="{F421503F-AD2C-40B9-BECB-37FC1C2D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428" y="6969443"/>
            <a:ext cx="126873" cy="14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11430">
            <a:solidFill>
              <a:srgbClr val="9380B4"/>
            </a:solidFill>
            <a:prstDash val="solid"/>
          </a:ln>
        </p:spPr>
      </p:sp>
      <p:sp>
        <p:nvSpPr>
          <p:cNvPr id="712" name="nature-spatial-mechanism-v2-332">
            <a:extLst xmlns:a="http://schemas.openxmlformats.org/drawingml/2006/main">
              <a:ext uri="{FF2B5EF4-FFF2-40B4-BE49-F238E27FC236}">
                <a16:creationId xmlns:a16="http://schemas.microsoft.com/office/drawing/2014/main" id="{B2CBBED4-CA88-44D0-A9D4-1C5CE9A4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721" y="7021449"/>
            <a:ext cx="34290" cy="40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" name="nature-spatial-mechanism-v2-333">
            <a:extLst xmlns:a="http://schemas.openxmlformats.org/drawingml/2006/main">
              <a:ext uri="{FF2B5EF4-FFF2-40B4-BE49-F238E27FC236}">
                <a16:creationId xmlns:a16="http://schemas.microsoft.com/office/drawing/2014/main" id="{FBD51FA8-BB41-4207-981A-56B59972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8769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D03</a:t>
            </a:r>
          </a:p>
        </p:txBody>
      </p:sp>
      <p:sp>
        <p:nvSpPr>
          <p:cNvPr id="714" name="nature-spatial-mechanism-v2-334-start-1">
            <a:extLst xmlns:a="http://schemas.openxmlformats.org/drawingml/2006/main">
              <a:ext uri="{FF2B5EF4-FFF2-40B4-BE49-F238E27FC236}">
                <a16:creationId xmlns:a16="http://schemas.microsoft.com/office/drawing/2014/main" id="{9BA0EA09-EB58-4A08-96E7-B9F21EB8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7562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5" name="nature-spatial-mechanism-v2-334-end-1">
            <a:extLst xmlns:a="http://schemas.openxmlformats.org/drawingml/2006/main">
              <a:ext uri="{FF2B5EF4-FFF2-40B4-BE49-F238E27FC236}">
                <a16:creationId xmlns:a16="http://schemas.microsoft.com/office/drawing/2014/main" id="{600B8670-3952-490D-8DFB-19B0A760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7915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5" name=""/>
          <p:cNvCxnSpPr>
            <a:stCxn xmlns:a="http://schemas.openxmlformats.org/drawingml/2006/main" id="714" idx="2"/>
            <a:endCxn xmlns:a="http://schemas.openxmlformats.org/drawingml/2006/main" id="715" idx="0"/>
          </p:cNvCxnSpPr>
          <p:nvPr/>
        </p:nvCxnSpPr>
        <p:spPr>
          <a:xfrm xmlns:a="http://schemas.openxmlformats.org/drawingml/2006/main">
            <a:off x="13982748" y="7562945"/>
            <a:ext cx="0" cy="35233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887"/>
            </a:solidFill>
            <a:prstDash val="dash"/>
          </a:ln>
        </p:spPr>
      </p:cxnSp>
      <p:sp>
        <p:nvSpPr>
          <p:cNvPr id="717" name="nature-spatial-mechanism-v2-334-start-2">
            <a:extLst xmlns:a="http://schemas.openxmlformats.org/drawingml/2006/main">
              <a:ext uri="{FF2B5EF4-FFF2-40B4-BE49-F238E27FC236}">
                <a16:creationId xmlns:a16="http://schemas.microsoft.com/office/drawing/2014/main" id="{904A590D-58A2-4050-8687-E49AF16B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7915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8" name="nature-spatial-mechanism-v2-334-end-2">
            <a:extLst xmlns:a="http://schemas.openxmlformats.org/drawingml/2006/main">
              <a:ext uri="{FF2B5EF4-FFF2-40B4-BE49-F238E27FC236}">
                <a16:creationId xmlns:a16="http://schemas.microsoft.com/office/drawing/2014/main" id="{6EEE5197-EF75-418E-BE2B-50D5478B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7915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8" name=""/>
          <p:cNvCxnSpPr>
            <a:stCxn xmlns:a="http://schemas.openxmlformats.org/drawingml/2006/main" id="717" idx="1"/>
            <a:endCxn xmlns:a="http://schemas.openxmlformats.org/drawingml/2006/main" id="718" idx="3"/>
          </p:cNvCxnSpPr>
          <p:nvPr/>
        </p:nvCxnSpPr>
        <p:spPr>
          <a:xfrm xmlns:a="http://schemas.openxmlformats.org/drawingml/2006/main" flipH="1">
            <a:off x="12677870" y="7915323"/>
            <a:ext cx="130483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887"/>
            </a:solidFill>
            <a:prstDash val="dash"/>
          </a:ln>
        </p:spPr>
      </p:cxnSp>
      <p:sp>
        <p:nvSpPr>
          <p:cNvPr id="720" name="nature-spatial-mechanism-v2-334-start-3">
            <a:extLst xmlns:a="http://schemas.openxmlformats.org/drawingml/2006/main">
              <a:ext uri="{FF2B5EF4-FFF2-40B4-BE49-F238E27FC236}">
                <a16:creationId xmlns:a16="http://schemas.microsoft.com/office/drawing/2014/main" id="{063DB387-0408-472B-87D9-E90FBD0B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7915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1" name="nature-spatial-mechanism-v2-334-end-3">
            <a:extLst xmlns:a="http://schemas.openxmlformats.org/drawingml/2006/main">
              <a:ext uri="{FF2B5EF4-FFF2-40B4-BE49-F238E27FC236}">
                <a16:creationId xmlns:a16="http://schemas.microsoft.com/office/drawing/2014/main" id="{3C4C8C92-2BA8-41E3-BF2C-910E0BFB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8096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1" name=""/>
          <p:cNvCxnSpPr>
            <a:stCxn xmlns:a="http://schemas.openxmlformats.org/drawingml/2006/main" id="720" idx="2"/>
            <a:endCxn xmlns:a="http://schemas.openxmlformats.org/drawingml/2006/main" id="721" idx="0"/>
          </p:cNvCxnSpPr>
          <p:nvPr/>
        </p:nvCxnSpPr>
        <p:spPr>
          <a:xfrm xmlns:a="http://schemas.openxmlformats.org/drawingml/2006/main">
            <a:off x="12677823" y="7915370"/>
            <a:ext cx="0" cy="18088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7887"/>
            </a:solidFill>
            <a:prstDash val="dash"/>
          </a:ln>
        </p:spPr>
      </p:cxnSp>
      <p:sp>
        <p:nvSpPr>
          <p:cNvPr id="723" name="nature-spatial-mechanism-v2-335">
            <a:extLst xmlns:a="http://schemas.openxmlformats.org/drawingml/2006/main">
              <a:ext uri="{FF2B5EF4-FFF2-40B4-BE49-F238E27FC236}">
                <a16:creationId xmlns:a16="http://schemas.microsoft.com/office/drawing/2014/main" id="{48702983-4BB1-4EC5-829C-D4039E07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817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9050">
            <a:solidFill>
              <a:srgbClr val="527FAA"/>
            </a:solidFill>
            <a:prstDash val="solid"/>
          </a:ln>
        </p:spPr>
      </p:sp>
      <p:sp>
        <p:nvSpPr>
          <p:cNvPr id="724" name="nature-spatial-mechanism-v2-336">
            <a:extLst xmlns:a="http://schemas.openxmlformats.org/drawingml/2006/main">
              <a:ext uri="{FF2B5EF4-FFF2-40B4-BE49-F238E27FC236}">
                <a16:creationId xmlns:a16="http://schemas.microsoft.com/office/drawing/2014/main" id="{D29E8DD6-6D64-4A87-ABC3-EE8EBDD0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153400"/>
            <a:ext cx="266700" cy="266700"/>
          </a:xfrm>
          <a:custGeom xmlns:a="http://schemas.openxmlformats.org/drawingml/2006/main">
            <a:pathLst>
              <a:path w="266700" h="266700">
                <a:moveTo>
                  <a:pt x="133350" y="0"/>
                </a:moveTo>
                <a:lnTo>
                  <a:pt x="266700" y="133350"/>
                </a:lnTo>
                <a:lnTo>
                  <a:pt x="133350" y="26670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D9ECE5"/>
          </a:solidFill>
          <a:ln xmlns:a="http://schemas.openxmlformats.org/drawingml/2006/main" w="19050">
            <a:solidFill>
              <a:srgbClr val="4A9086"/>
            </a:solidFill>
            <a:prstDash val="solid"/>
          </a:ln>
        </p:spPr>
      </p:sp>
      <p:sp>
        <p:nvSpPr>
          <p:cNvPr id="725" name="nature-spatial-mechanism-v2-337-start-1">
            <a:extLst xmlns:a="http://schemas.openxmlformats.org/drawingml/2006/main">
              <a:ext uri="{FF2B5EF4-FFF2-40B4-BE49-F238E27FC236}">
                <a16:creationId xmlns:a16="http://schemas.microsoft.com/office/drawing/2014/main" id="{13133834-5130-45BE-931B-CC353635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8286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6" name="nature-spatial-mechanism-v2-337-end-1">
            <a:extLst xmlns:a="http://schemas.openxmlformats.org/drawingml/2006/main">
              <a:ext uri="{FF2B5EF4-FFF2-40B4-BE49-F238E27FC236}">
                <a16:creationId xmlns:a16="http://schemas.microsoft.com/office/drawing/2014/main" id="{633E9A36-0F11-468A-8DAF-DD5078CD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8286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6" name=""/>
          <p:cNvCxnSpPr>
            <a:stCxn xmlns:a="http://schemas.openxmlformats.org/drawingml/2006/main" id="725" idx="3"/>
            <a:endCxn xmlns:a="http://schemas.openxmlformats.org/drawingml/2006/main" id="726" idx="1"/>
          </p:cNvCxnSpPr>
          <p:nvPr/>
        </p:nvCxnSpPr>
        <p:spPr>
          <a:xfrm xmlns:a="http://schemas.openxmlformats.org/drawingml/2006/main">
            <a:off x="11906345" y="8286798"/>
            <a:ext cx="160963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57887"/>
            </a:solidFill>
            <a:prstDash val="solid"/>
          </a:ln>
        </p:spPr>
      </p:cxnSp>
      <p:sp>
        <p:nvSpPr>
          <p:cNvPr id="728" name="nature-spatial-mechanism-v2-338">
            <a:extLst xmlns:a="http://schemas.openxmlformats.org/drawingml/2006/main">
              <a:ext uri="{FF2B5EF4-FFF2-40B4-BE49-F238E27FC236}">
                <a16:creationId xmlns:a16="http://schemas.microsoft.com/office/drawing/2014/main" id="{222E124C-E134-4C47-867A-29A484B8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8562975"/>
            <a:ext cx="3876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Paired donor summaries</a:t>
            </a:r>
          </a:p>
        </p:txBody>
      </p:sp>
      <p:sp>
        <p:nvSpPr>
          <p:cNvPr id="729" name="nature-spatial-mechanism-v2-339">
            <a:extLst xmlns:a="http://schemas.openxmlformats.org/drawingml/2006/main">
              <a:ext uri="{FF2B5EF4-FFF2-40B4-BE49-F238E27FC236}">
                <a16:creationId xmlns:a16="http://schemas.microsoft.com/office/drawing/2014/main" id="{31360F7C-0850-4FD1-97F7-897B8E41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15425"/>
            <a:ext cx="1419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Illustrative concept. Cell geometry, tile shading and donor examples are not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169593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Slides>1</ns0:Slides>
  <ns0:Notes>1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>
  <dc:creator>Open Research Skills contributors</dc:creator>
  <ns0:lastModifiedBy>Open Research Skills contributors</ns0:lastModifiedBy>
  <dc:title>Nature spatial mechanism v2</dc:title>
</ns0:coreProperties>
</file>