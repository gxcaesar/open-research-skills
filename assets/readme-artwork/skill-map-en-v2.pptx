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144b08ef64471f" /><Relationship Type="http://schemas.openxmlformats.org/officeDocument/2006/relationships/extended-properties" Target="/docProps/app.xml" Id="R5e504fa03a414e2d" /><Relationship Type="http://schemas.openxmlformats.org/officeDocument/2006/relationships/officeDocument" Target="/ppt/presentation.xml" Id="R4889339d121349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244a521a064ad4"/>
  </p:sldMasterIdLst>
  <p:notesMasterIdLst>
    <p:notesMasterId xmlns:r="http://schemas.openxmlformats.org/officeDocument/2006/relationships" r:id="R37ac573ee9354dc6"/>
  </p:notesMasterIdLst>
  <p:sldIdLst>
    <p:sldId xmlns:r="http://schemas.openxmlformats.org/officeDocument/2006/relationships" id="256" r:id="R979f4594b36f403a"/>
  </p:sldIdLst>
  <p:sldSz cx="15240000" cy="9525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7938912b6a4439" /><Relationship Type="http://schemas.openxmlformats.org/officeDocument/2006/relationships/slideMaster" Target="/ppt/slideMasters/slideMaster1.xml" Id="Rc6244a521a064ad4" /><Relationship Type="http://schemas.openxmlformats.org/officeDocument/2006/relationships/notesMaster" Target="/ppt/notesMasters/notesMaster1.xml" Id="R37ac573ee9354dc6" /><Relationship Type="http://schemas.openxmlformats.org/officeDocument/2006/relationships/presProps" Target="/ppt/presProps.xml" Id="R8a23ae3ce28b4bb5" /><Relationship Type="http://schemas.openxmlformats.org/officeDocument/2006/relationships/tableStyles" Target="/ppt/tableStyles.xml" Id="R5e63e7dcf12944e7" /><Relationship Type="http://schemas.openxmlformats.org/officeDocument/2006/relationships/slide" Target="/ppt/slides/slide1.xml" Id="R979f4594b36f40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626501367c41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8629655df34bfb" /><Relationship Type="http://schemas.openxmlformats.org/officeDocument/2006/relationships/notesMaster" Target="/ppt/notesMasters/notesMaster1.xml" Id="R2aeb88219eeb41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editable guide to the ten independently usable Open Research Skills. Progression is illustrative, not a required execution order.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3e49c2f6834f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61d37a19f840f6" /><Relationship Type="http://schemas.openxmlformats.org/officeDocument/2006/relationships/slideLayout" Target="/ppt/slideLayouts/slideLayout1.xml" Id="R4a0ac0e016cb4d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0ac0e016cb4d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52eec36fc647fe" /><Relationship Type="http://schemas.openxmlformats.org/officeDocument/2006/relationships/notesSlide" Target="/ppt/notesSlides/notesSlide1.xml" Id="Raacb9bc6b8a04d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3" name="skill-map-en-v2-0">
            <a:extLst xmlns:a="http://schemas.openxmlformats.org/drawingml/2006/main">
              <a:ext uri="{FF2B5EF4-FFF2-40B4-BE49-F238E27FC236}">
                <a16:creationId xmlns:a16="http://schemas.microsoft.com/office/drawing/2014/main" id="{E9F663B0-410E-4F9F-B8AC-6BA55280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2425"/>
            <a:ext cx="1400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Ten skills for the task at hand</a:t>
            </a:r>
          </a:p>
        </p:txBody>
      </p:sp>
      <p:sp>
        <p:nvSpPr>
          <p:cNvPr id="2" name="skill-map-en-v2-1">
            <a:extLst xmlns:a="http://schemas.openxmlformats.org/drawingml/2006/main">
              <a:ext uri="{FF2B5EF4-FFF2-40B4-BE49-F238E27FC236}">
                <a16:creationId xmlns:a16="http://schemas.microsoft.com/office/drawing/2014/main" id="{A847975A-262C-4032-AEE3-A12B7EDA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181100"/>
            <a:ext cx="1381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88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57887"/>
                </a:solidFill>
                <a:latin typeface="Arial"/>
                <a:ea typeface="Arial"/>
                <a:cs typeface="Arial"/>
              </a:rPr>
              <a:t>Install and use each independently. No mandatory sequence.</a:t>
            </a:r>
          </a:p>
        </p:txBody>
      </p:sp>
      <p:sp>
        <p:nvSpPr>
          <p:cNvPr id="3" name="skill-map-en-v2-2">
            <a:extLst xmlns:a="http://schemas.openxmlformats.org/drawingml/2006/main">
              <a:ext uri="{FF2B5EF4-FFF2-40B4-BE49-F238E27FC236}">
                <a16:creationId xmlns:a16="http://schemas.microsoft.com/office/drawing/2014/main" id="{F0F55184-17BF-473E-8140-A25910CD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743075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CE5"/>
          </a:solidFill>
          <a:ln xmlns:a="http://schemas.openxmlformats.org/drawingml/2006/main" w="23813">
            <a:solidFill>
              <a:srgbClr val="527FAA"/>
            </a:solidFill>
            <a:prstDash val="solid"/>
          </a:ln>
        </p:spPr>
      </p:sp>
      <p:sp>
        <p:nvSpPr>
          <p:cNvPr id="4" name="skill-map-en-v2-3">
            <a:extLst xmlns:a="http://schemas.openxmlformats.org/drawingml/2006/main">
              <a:ext uri="{FF2B5EF4-FFF2-40B4-BE49-F238E27FC236}">
                <a16:creationId xmlns:a16="http://schemas.microsoft.com/office/drawing/2014/main" id="{7A2733DD-3BF0-4EA3-A8C1-81ADC839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81927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A9086"/>
            </a:solidFill>
            <a:prstDash val="solid"/>
          </a:ln>
        </p:spPr>
      </p:sp>
      <p:sp>
        <p:nvSpPr>
          <p:cNvPr id="5" name="skill-map-en-v2-4">
            <a:extLst xmlns:a="http://schemas.openxmlformats.org/drawingml/2006/main">
              <a:ext uri="{FF2B5EF4-FFF2-40B4-BE49-F238E27FC236}">
                <a16:creationId xmlns:a16="http://schemas.microsoft.com/office/drawing/2014/main" id="{844FBC1E-C821-48BA-8D5C-8F90C3EB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962150"/>
            <a:ext cx="361950" cy="457200"/>
          </a:xfrm>
          <a:custGeom xmlns:a="http://schemas.openxmlformats.org/drawingml/2006/main">
            <a:pathLst>
              <a:path w="361950" h="457200">
                <a:moveTo>
                  <a:pt x="66675" y="371475"/>
                </a:moveTo>
                <a:lnTo>
                  <a:pt x="361950" y="0"/>
                </a:lnTo>
                <a:lnTo>
                  <a:pt x="238125" y="276225"/>
                </a:lnTo>
                <a:lnTo>
                  <a:pt x="0" y="457200"/>
                </a:lnTo>
                <a:close/>
              </a:path>
            </a:pathLst>
          </a:custGeom>
          <a:solidFill xmlns:a="http://schemas.openxmlformats.org/drawingml/2006/main">
            <a:srgbClr val="AFCADE"/>
          </a:solidFill>
          <a:ln xmlns:a="http://schemas.openxmlformats.org/drawingml/2006/main" w="19050">
            <a:solidFill>
              <a:srgbClr val="527FAA"/>
            </a:solidFill>
            <a:prstDash val="solid"/>
          </a:ln>
        </p:spPr>
      </p:sp>
      <p:sp>
        <p:nvSpPr>
          <p:cNvPr id="6" name="skill-map-en-v2-5-start-1">
            <a:extLst xmlns:a="http://schemas.openxmlformats.org/drawingml/2006/main">
              <a:ext uri="{FF2B5EF4-FFF2-40B4-BE49-F238E27FC236}">
                <a16:creationId xmlns:a16="http://schemas.microsoft.com/office/drawing/2014/main" id="{DF5D5D63-44FC-48CC-82A0-24072D3F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1907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" name="skill-map-en-v2-5-end-1">
            <a:extLst xmlns:a="http://schemas.openxmlformats.org/drawingml/2006/main">
              <a:ext uri="{FF2B5EF4-FFF2-40B4-BE49-F238E27FC236}">
                <a16:creationId xmlns:a16="http://schemas.microsoft.com/office/drawing/2014/main" id="{F8CAEBE0-8A66-480D-B9F7-942E8457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0" name=""/>
          <p:cNvCxnSpPr>
            <a:stCxn xmlns:a="http://schemas.openxmlformats.org/drawingml/2006/main" id="6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6286595" y="2190798"/>
            <a:ext cx="6658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27FAA"/>
            </a:solidFill>
            <a:prstDash val="solid"/>
          </a:ln>
        </p:spPr>
      </p:cxnSp>
      <p:sp>
        <p:nvSpPr>
          <p:cNvPr id="9" name="skill-map-en-v2-6-start-1">
            <a:extLst xmlns:a="http://schemas.openxmlformats.org/drawingml/2006/main">
              <a:ext uri="{FF2B5EF4-FFF2-40B4-BE49-F238E27FC236}">
                <a16:creationId xmlns:a16="http://schemas.microsoft.com/office/drawing/2014/main" id="{E1D91729-AEF1-4C60-B4F9-382B9A90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241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skill-map-en-v2-6-end-1">
            <a:extLst xmlns:a="http://schemas.openxmlformats.org/drawingml/2006/main">
              <a:ext uri="{FF2B5EF4-FFF2-40B4-BE49-F238E27FC236}">
                <a16:creationId xmlns:a16="http://schemas.microsoft.com/office/drawing/2014/main" id="{B06FFBCE-5EBD-4F1A-BF3A-BEFB2B61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574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3" name=""/>
          <p:cNvCxnSpPr>
            <a:stCxn xmlns:a="http://schemas.openxmlformats.org/drawingml/2006/main" id="9" idx="0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V="1">
            <a:off x="6019848" y="2457545"/>
            <a:ext cx="0" cy="6658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27FAA"/>
            </a:solidFill>
            <a:prstDash val="solid"/>
          </a:ln>
        </p:spPr>
      </p:cxnSp>
      <p:sp>
        <p:nvSpPr>
          <p:cNvPr id="12" name="skill-map-en-v2-7-start-1">
            <a:extLst xmlns:a="http://schemas.openxmlformats.org/drawingml/2006/main">
              <a:ext uri="{FF2B5EF4-FFF2-40B4-BE49-F238E27FC236}">
                <a16:creationId xmlns:a16="http://schemas.microsoft.com/office/drawing/2014/main" id="{C6C31BE9-2ADA-46FC-AC89-C97DD120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1907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skill-map-en-v2-7-end-1">
            <a:extLst xmlns:a="http://schemas.openxmlformats.org/drawingml/2006/main">
              <a:ext uri="{FF2B5EF4-FFF2-40B4-BE49-F238E27FC236}">
                <a16:creationId xmlns:a16="http://schemas.microsoft.com/office/drawing/2014/main" id="{EB093FCD-89FD-4EF5-A298-5CCCFF85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1907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6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686520" y="2190798"/>
            <a:ext cx="6658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27FAA"/>
            </a:solidFill>
            <a:prstDash val="solid"/>
          </a:ln>
        </p:spPr>
      </p:cxnSp>
      <p:sp>
        <p:nvSpPr>
          <p:cNvPr id="15" name="skill-map-en-v2-8-start-1">
            <a:extLst xmlns:a="http://schemas.openxmlformats.org/drawingml/2006/main">
              <a:ext uri="{FF2B5EF4-FFF2-40B4-BE49-F238E27FC236}">
                <a16:creationId xmlns:a16="http://schemas.microsoft.com/office/drawing/2014/main" id="{12103544-DE1C-4F04-A9B5-2CBE1791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573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" name="skill-map-en-v2-8-end-1">
            <a:extLst xmlns:a="http://schemas.openxmlformats.org/drawingml/2006/main">
              <a:ext uri="{FF2B5EF4-FFF2-40B4-BE49-F238E27FC236}">
                <a16:creationId xmlns:a16="http://schemas.microsoft.com/office/drawing/2014/main" id="{C1F6F85F-80FD-4EE4-BD79-3F4A88AB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240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9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6019848" y="1857470"/>
            <a:ext cx="0" cy="6658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27FAA"/>
            </a:solidFill>
            <a:prstDash val="solid"/>
          </a:ln>
        </p:spPr>
      </p:cxnSp>
      <p:sp>
        <p:nvSpPr>
          <p:cNvPr id="18" name="skill-map-en-v2-9">
            <a:extLst xmlns:a="http://schemas.openxmlformats.org/drawingml/2006/main">
              <a:ext uri="{FF2B5EF4-FFF2-40B4-BE49-F238E27FC236}">
                <a16:creationId xmlns:a16="http://schemas.microsoft.com/office/drawing/2014/main" id="{DC402E22-F818-48DD-8804-7CF1690A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752600"/>
            <a:ext cx="628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Research workflow</a:t>
            </a:r>
          </a:p>
        </p:txBody>
      </p:sp>
      <p:sp>
        <p:nvSpPr>
          <p:cNvPr id="19" name="skill-map-en-v2-10">
            <a:extLst xmlns:a="http://schemas.openxmlformats.org/drawingml/2006/main">
              <a:ext uri="{FF2B5EF4-FFF2-40B4-BE49-F238E27FC236}">
                <a16:creationId xmlns:a16="http://schemas.microsoft.com/office/drawing/2014/main" id="{02F88D7A-4508-41F2-94D8-02215422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76475"/>
            <a:ext cx="7458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5788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887"/>
                </a:solidFill>
                <a:latin typeface="Arial"/>
                <a:ea typeface="Arial"/>
                <a:cs typeface="Arial"/>
              </a:rPr>
              <a:t>Organize the work from question to delivery</a:t>
            </a:r>
          </a:p>
        </p:txBody>
      </p:sp>
      <p:sp>
        <p:nvSpPr>
          <p:cNvPr id="20" name="skill-map-en-v2-11-start-1">
            <a:extLst xmlns:a="http://schemas.openxmlformats.org/drawingml/2006/main">
              <a:ext uri="{FF2B5EF4-FFF2-40B4-BE49-F238E27FC236}">
                <a16:creationId xmlns:a16="http://schemas.microsoft.com/office/drawing/2014/main" id="{5B52855B-3FDA-469A-80E4-D7A5BBD5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575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skill-map-en-v2-11-end-1">
            <a:extLst xmlns:a="http://schemas.openxmlformats.org/drawingml/2006/main">
              <a:ext uri="{FF2B5EF4-FFF2-40B4-BE49-F238E27FC236}">
                <a16:creationId xmlns:a16="http://schemas.microsoft.com/office/drawing/2014/main" id="{19597994-B2C2-4746-A173-216B60E9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90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4" name=""/>
          <p:cNvCxnSpPr>
            <a:stCxn xmlns:a="http://schemas.openxmlformats.org/drawingml/2006/main" id="20" idx="0"/>
            <a:endCxn xmlns:a="http://schemas.openxmlformats.org/drawingml/2006/main" id="21" idx="2"/>
          </p:cNvCxnSpPr>
          <p:nvPr/>
        </p:nvCxnSpPr>
        <p:spPr>
          <a:xfrm xmlns:a="http://schemas.openxmlformats.org/drawingml/2006/main" flipV="1">
            <a:off x="1504998" y="2790920"/>
            <a:ext cx="0" cy="26660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7FAA"/>
            </a:solidFill>
            <a:prstDash val="solid"/>
          </a:ln>
        </p:spPr>
      </p:cxnSp>
      <p:sp>
        <p:nvSpPr>
          <p:cNvPr id="23" name="skill-map-en-v2-11-start-2">
            <a:extLst xmlns:a="http://schemas.openxmlformats.org/drawingml/2006/main">
              <a:ext uri="{FF2B5EF4-FFF2-40B4-BE49-F238E27FC236}">
                <a16:creationId xmlns:a16="http://schemas.microsoft.com/office/drawing/2014/main" id="{0318CA5B-9424-4140-9C24-F24713AE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90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skill-map-en-v2-11-end-2">
            <a:extLst xmlns:a="http://schemas.openxmlformats.org/drawingml/2006/main">
              <a:ext uri="{FF2B5EF4-FFF2-40B4-BE49-F238E27FC236}">
                <a16:creationId xmlns:a16="http://schemas.microsoft.com/office/drawing/2014/main" id="{2BD47145-E802-472F-A3AC-21D9FA6F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790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7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1505045" y="2790873"/>
            <a:ext cx="38194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7FAA"/>
            </a:solidFill>
            <a:prstDash val="solid"/>
          </a:ln>
        </p:spPr>
      </p:cxnSp>
      <p:sp>
        <p:nvSpPr>
          <p:cNvPr id="26" name="skill-map-en-v2-12-start-1">
            <a:extLst xmlns:a="http://schemas.openxmlformats.org/drawingml/2006/main">
              <a:ext uri="{FF2B5EF4-FFF2-40B4-BE49-F238E27FC236}">
                <a16:creationId xmlns:a16="http://schemas.microsoft.com/office/drawing/2014/main" id="{72BA5F37-EA4D-448E-8559-D5A6D748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790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skill-map-en-v2-12-end-1">
            <a:extLst xmlns:a="http://schemas.openxmlformats.org/drawingml/2006/main">
              <a:ext uri="{FF2B5EF4-FFF2-40B4-BE49-F238E27FC236}">
                <a16:creationId xmlns:a16="http://schemas.microsoft.com/office/drawing/2014/main" id="{41AAEA94-5361-4965-B804-321BE8C9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7925" y="2790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0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6791420" y="2790873"/>
            <a:ext cx="708650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7FAA"/>
            </a:solidFill>
            <a:prstDash val="solid"/>
          </a:ln>
        </p:spPr>
      </p:cxnSp>
      <p:sp>
        <p:nvSpPr>
          <p:cNvPr id="29" name="skill-map-en-v2-12-start-2">
            <a:extLst xmlns:a="http://schemas.openxmlformats.org/drawingml/2006/main">
              <a:ext uri="{FF2B5EF4-FFF2-40B4-BE49-F238E27FC236}">
                <a16:creationId xmlns:a16="http://schemas.microsoft.com/office/drawing/2014/main" id="{CE74D809-1888-42CD-BCCC-3AF949EF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7925" y="2790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skill-map-en-v2-12-end-2">
            <a:extLst xmlns:a="http://schemas.openxmlformats.org/drawingml/2006/main">
              <a:ext uri="{FF2B5EF4-FFF2-40B4-BE49-F238E27FC236}">
                <a16:creationId xmlns:a16="http://schemas.microsoft.com/office/drawing/2014/main" id="{0050486F-5772-4D2A-80A4-5BD30A4F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7925" y="30575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3" name=""/>
          <p:cNvCxnSpPr>
            <a:stCxn xmlns:a="http://schemas.openxmlformats.org/drawingml/2006/main" id="29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13877973" y="2790920"/>
            <a:ext cx="0" cy="26660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7FAA"/>
            </a:solidFill>
            <a:prstDash val="solid"/>
          </a:ln>
        </p:spPr>
      </p:cxnSp>
      <p:sp>
        <p:nvSpPr>
          <p:cNvPr id="32" name="skill-map-en-v2-13">
            <a:extLst xmlns:a="http://schemas.openxmlformats.org/drawingml/2006/main">
              <a:ext uri="{FF2B5EF4-FFF2-40B4-BE49-F238E27FC236}">
                <a16:creationId xmlns:a16="http://schemas.microsoft.com/office/drawing/2014/main" id="{071AB7D3-D976-4438-9CA6-81E98ED7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321945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Topic</a:t>
            </a:r>
          </a:p>
        </p:txBody>
      </p:sp>
      <p:sp>
        <p:nvSpPr>
          <p:cNvPr id="33" name="skill-map-en-v2-14">
            <a:extLst xmlns:a="http://schemas.openxmlformats.org/drawingml/2006/main">
              <a:ext uri="{FF2B5EF4-FFF2-40B4-BE49-F238E27FC236}">
                <a16:creationId xmlns:a16="http://schemas.microsoft.com/office/drawing/2014/main" id="{11F33DE3-D72C-4A01-BA2D-BB2EDEF0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2324100" cy="1971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kill-map-en-v2-15-start-1">
            <a:extLst xmlns:a="http://schemas.openxmlformats.org/drawingml/2006/main">
              <a:ext uri="{FF2B5EF4-FFF2-40B4-BE49-F238E27FC236}">
                <a16:creationId xmlns:a16="http://schemas.microsoft.com/office/drawing/2014/main" id="{C783C528-B1D1-40F0-9AEC-5DDD6E4F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7720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skill-map-en-v2-15-end-1">
            <a:extLst xmlns:a="http://schemas.openxmlformats.org/drawingml/2006/main">
              <a:ext uri="{FF2B5EF4-FFF2-40B4-BE49-F238E27FC236}">
                <a16:creationId xmlns:a16="http://schemas.microsoft.com/office/drawing/2014/main" id="{E23E6E65-50FC-4DF4-A8E6-3CBFA698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7720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8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2971895" y="4772073"/>
            <a:ext cx="28565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CB4C3"/>
            </a:solidFill>
            <a:prstDash val="solid"/>
            <a:tailEnd type="triangle" w="med" len="med"/>
          </a:ln>
        </p:spPr>
      </p:cxnSp>
      <p:sp>
        <p:nvSpPr>
          <p:cNvPr id="37" name="skill-map-en-v2-16">
            <a:extLst xmlns:a="http://schemas.openxmlformats.org/drawingml/2006/main">
              <a:ext uri="{FF2B5EF4-FFF2-40B4-BE49-F238E27FC236}">
                <a16:creationId xmlns:a16="http://schemas.microsoft.com/office/drawing/2014/main" id="{93ECE23E-7802-4DC1-AF66-3B66BE46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1945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38" name="skill-map-en-v2-17">
            <a:extLst xmlns:a="http://schemas.openxmlformats.org/drawingml/2006/main">
              <a:ext uri="{FF2B5EF4-FFF2-40B4-BE49-F238E27FC236}">
                <a16:creationId xmlns:a16="http://schemas.microsoft.com/office/drawing/2014/main" id="{9BD1E611-55EC-42AF-B236-5B70FFEB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790950"/>
            <a:ext cx="2324100" cy="1971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F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kill-map-en-v2-18-start-1">
            <a:extLst xmlns:a="http://schemas.openxmlformats.org/drawingml/2006/main">
              <a:ext uri="{FF2B5EF4-FFF2-40B4-BE49-F238E27FC236}">
                <a16:creationId xmlns:a16="http://schemas.microsoft.com/office/drawing/2014/main" id="{1F24C6F4-A3F5-454B-A005-4B640D89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7720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" name="skill-map-en-v2-18-end-1">
            <a:extLst xmlns:a="http://schemas.openxmlformats.org/drawingml/2006/main">
              <a:ext uri="{FF2B5EF4-FFF2-40B4-BE49-F238E27FC236}">
                <a16:creationId xmlns:a16="http://schemas.microsoft.com/office/drawing/2014/main" id="{34B19BF8-0D47-465D-B561-8F2F1BF2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7720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3" name=""/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5972270" y="4772073"/>
            <a:ext cx="28565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CB4C3"/>
            </a:solidFill>
            <a:prstDash val="solid"/>
            <a:tailEnd type="triangle" w="med" len="med"/>
          </a:ln>
        </p:spPr>
      </p:cxnSp>
      <p:sp>
        <p:nvSpPr>
          <p:cNvPr id="42" name="skill-map-en-v2-19">
            <a:extLst xmlns:a="http://schemas.openxmlformats.org/drawingml/2006/main">
              <a:ext uri="{FF2B5EF4-FFF2-40B4-BE49-F238E27FC236}">
                <a16:creationId xmlns:a16="http://schemas.microsoft.com/office/drawing/2014/main" id="{9D4B2071-18AB-4D54-86E7-A9BA99B1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21945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Writing</a:t>
            </a:r>
          </a:p>
        </p:txBody>
      </p:sp>
      <p:sp>
        <p:nvSpPr>
          <p:cNvPr id="43" name="skill-map-en-v2-20">
            <a:extLst xmlns:a="http://schemas.openxmlformats.org/drawingml/2006/main">
              <a:ext uri="{FF2B5EF4-FFF2-40B4-BE49-F238E27FC236}">
                <a16:creationId xmlns:a16="http://schemas.microsoft.com/office/drawing/2014/main" id="{40E2A573-BE63-4BE2-AA09-D89F1D9E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90950"/>
            <a:ext cx="2324100" cy="1971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F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skill-map-en-v2-21-start-1">
            <a:extLst xmlns:a="http://schemas.openxmlformats.org/drawingml/2006/main">
              <a:ext uri="{FF2B5EF4-FFF2-40B4-BE49-F238E27FC236}">
                <a16:creationId xmlns:a16="http://schemas.microsoft.com/office/drawing/2014/main" id="{4DDBE832-4FEA-4865-A8BC-951E6DDA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7720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" name="skill-map-en-v2-21-end-1">
            <a:extLst xmlns:a="http://schemas.openxmlformats.org/drawingml/2006/main">
              <a:ext uri="{FF2B5EF4-FFF2-40B4-BE49-F238E27FC236}">
                <a16:creationId xmlns:a16="http://schemas.microsoft.com/office/drawing/2014/main" id="{28C7AC88-A7C3-48F8-A621-4E291BA6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7720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8" name=""/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8972645" y="4772073"/>
            <a:ext cx="28565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CB4C3"/>
            </a:solidFill>
            <a:prstDash val="solid"/>
            <a:tailEnd type="triangle" w="med" len="med"/>
          </a:ln>
        </p:spPr>
      </p:cxnSp>
      <p:sp>
        <p:nvSpPr>
          <p:cNvPr id="47" name="skill-map-en-v2-22">
            <a:extLst xmlns:a="http://schemas.openxmlformats.org/drawingml/2006/main">
              <a:ext uri="{FF2B5EF4-FFF2-40B4-BE49-F238E27FC236}">
                <a16:creationId xmlns:a16="http://schemas.microsoft.com/office/drawing/2014/main" id="{24DA01CC-F65F-4FF9-813E-403D78D2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1945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Pre-submission</a:t>
            </a:r>
          </a:p>
        </p:txBody>
      </p:sp>
      <p:sp>
        <p:nvSpPr>
          <p:cNvPr id="48" name="skill-map-en-v2-23">
            <a:extLst xmlns:a="http://schemas.openxmlformats.org/drawingml/2006/main">
              <a:ext uri="{FF2B5EF4-FFF2-40B4-BE49-F238E27FC236}">
                <a16:creationId xmlns:a16="http://schemas.microsoft.com/office/drawing/2014/main" id="{04FC41F3-8468-46D9-9624-871049C3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790950"/>
            <a:ext cx="2324100" cy="1971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skill-map-en-v2-24-start-1">
            <a:extLst xmlns:a="http://schemas.openxmlformats.org/drawingml/2006/main">
              <a:ext uri="{FF2B5EF4-FFF2-40B4-BE49-F238E27FC236}">
                <a16:creationId xmlns:a16="http://schemas.microsoft.com/office/drawing/2014/main" id="{9FE2A0CA-4565-40C3-80DD-C7FEAA1E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47720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skill-map-en-v2-24-end-1">
            <a:extLst xmlns:a="http://schemas.openxmlformats.org/drawingml/2006/main">
              <a:ext uri="{FF2B5EF4-FFF2-40B4-BE49-F238E27FC236}">
                <a16:creationId xmlns:a16="http://schemas.microsoft.com/office/drawing/2014/main" id="{2839899B-2D7F-451E-A9AC-53D02336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47720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3" name=""/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11973020" y="4772073"/>
            <a:ext cx="28565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CB4C3"/>
            </a:solidFill>
            <a:prstDash val="solid"/>
            <a:tailEnd type="triangle" w="med" len="med"/>
          </a:ln>
        </p:spPr>
      </p:cxnSp>
      <p:sp>
        <p:nvSpPr>
          <p:cNvPr id="52" name="skill-map-en-v2-25">
            <a:extLst xmlns:a="http://schemas.openxmlformats.org/drawingml/2006/main">
              <a:ext uri="{FF2B5EF4-FFF2-40B4-BE49-F238E27FC236}">
                <a16:creationId xmlns:a16="http://schemas.microsoft.com/office/drawing/2014/main" id="{ABAFFED5-386E-4438-8008-5F952AB3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321945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Release</a:t>
            </a:r>
          </a:p>
        </p:txBody>
      </p:sp>
      <p:sp>
        <p:nvSpPr>
          <p:cNvPr id="53" name="skill-map-en-v2-26">
            <a:extLst xmlns:a="http://schemas.openxmlformats.org/drawingml/2006/main">
              <a:ext uri="{FF2B5EF4-FFF2-40B4-BE49-F238E27FC236}">
                <a16:creationId xmlns:a16="http://schemas.microsoft.com/office/drawing/2014/main" id="{21DBF007-E851-48D3-99AE-B72A0DD9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3790950"/>
            <a:ext cx="2324100" cy="1971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F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skill-map-en-v2-27-start-1">
            <a:extLst xmlns:a="http://schemas.openxmlformats.org/drawingml/2006/main">
              <a:ext uri="{FF2B5EF4-FFF2-40B4-BE49-F238E27FC236}">
                <a16:creationId xmlns:a16="http://schemas.microsoft.com/office/drawing/2014/main" id="{B1FEDDD1-05C0-456F-A1C6-70F897ED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skill-map-en-v2-27-end-1">
            <a:extLst xmlns:a="http://schemas.openxmlformats.org/drawingml/2006/main">
              <a:ext uri="{FF2B5EF4-FFF2-40B4-BE49-F238E27FC236}">
                <a16:creationId xmlns:a16="http://schemas.microsoft.com/office/drawing/2014/main" id="{AC08B115-81C0-425F-A860-BED9FFED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7814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8" name=""/>
          <p:cNvCxnSpPr>
            <a:stCxn xmlns:a="http://schemas.openxmlformats.org/drawingml/2006/main" id="54" idx="0"/>
            <a:endCxn xmlns:a="http://schemas.openxmlformats.org/drawingml/2006/main" id="55" idx="2"/>
          </p:cNvCxnSpPr>
          <p:nvPr/>
        </p:nvCxnSpPr>
        <p:spPr>
          <a:xfrm xmlns:a="http://schemas.openxmlformats.org/drawingml/2006/main" flipV="1">
            <a:off x="742998" y="3781520"/>
            <a:ext cx="295275" cy="31423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A4C6"/>
            </a:solidFill>
            <a:prstDash val="solid"/>
          </a:ln>
        </p:spPr>
      </p:cxnSp>
      <p:sp>
        <p:nvSpPr>
          <p:cNvPr id="57" name="skill-map-en-v2-28-start-1">
            <a:extLst xmlns:a="http://schemas.openxmlformats.org/drawingml/2006/main">
              <a:ext uri="{FF2B5EF4-FFF2-40B4-BE49-F238E27FC236}">
                <a16:creationId xmlns:a16="http://schemas.microsoft.com/office/drawing/2014/main" id="{7B357D79-1FCD-4C4F-9541-6552FBA6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skill-map-en-v2-28-end-1">
            <a:extLst xmlns:a="http://schemas.openxmlformats.org/drawingml/2006/main">
              <a:ext uri="{FF2B5EF4-FFF2-40B4-BE49-F238E27FC236}">
                <a16:creationId xmlns:a16="http://schemas.microsoft.com/office/drawing/2014/main" id="{6EBD4556-D1B2-4EA8-8575-17DF0679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5339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1" name=""/>
          <p:cNvCxnSpPr>
            <a:stCxn xmlns:a="http://schemas.openxmlformats.org/drawingml/2006/main" id="57" idx="2"/>
            <a:endCxn xmlns:a="http://schemas.openxmlformats.org/drawingml/2006/main" id="58" idx="0"/>
          </p:cNvCxnSpPr>
          <p:nvPr/>
        </p:nvCxnSpPr>
        <p:spPr>
          <a:xfrm xmlns:a="http://schemas.openxmlformats.org/drawingml/2006/main">
            <a:off x="742998" y="4095845"/>
            <a:ext cx="428625" cy="43805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A4C6"/>
            </a:solidFill>
            <a:prstDash val="solid"/>
          </a:ln>
        </p:spPr>
      </p:cxnSp>
      <p:sp>
        <p:nvSpPr>
          <p:cNvPr id="60" name="skill-map-en-v2-29-start-1">
            <a:extLst xmlns:a="http://schemas.openxmlformats.org/drawingml/2006/main">
              <a:ext uri="{FF2B5EF4-FFF2-40B4-BE49-F238E27FC236}">
                <a16:creationId xmlns:a16="http://schemas.microsoft.com/office/drawing/2014/main" id="{FD9B0613-596B-46CD-AD6C-D99601E2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7814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skill-map-en-v2-29-end-1">
            <a:extLst xmlns:a="http://schemas.openxmlformats.org/drawingml/2006/main">
              <a:ext uri="{FF2B5EF4-FFF2-40B4-BE49-F238E27FC236}">
                <a16:creationId xmlns:a16="http://schemas.microsoft.com/office/drawing/2014/main" id="{C439E5FD-06CE-48AD-BFA0-CDA97F18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0576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4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1038320" y="3781473"/>
            <a:ext cx="399955" cy="2762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A4C6"/>
            </a:solidFill>
            <a:prstDash val="solid"/>
          </a:ln>
        </p:spPr>
      </p:cxnSp>
      <p:sp>
        <p:nvSpPr>
          <p:cNvPr id="63" name="skill-map-en-v2-30-start-1">
            <a:extLst xmlns:a="http://schemas.openxmlformats.org/drawingml/2006/main">
              <a:ext uri="{FF2B5EF4-FFF2-40B4-BE49-F238E27FC236}">
                <a16:creationId xmlns:a16="http://schemas.microsoft.com/office/drawing/2014/main" id="{0443E00B-DA9E-452F-8C27-972252E2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0576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skill-map-en-v2-30-end-1">
            <a:extLst xmlns:a="http://schemas.openxmlformats.org/drawingml/2006/main">
              <a:ext uri="{FF2B5EF4-FFF2-40B4-BE49-F238E27FC236}">
                <a16:creationId xmlns:a16="http://schemas.microsoft.com/office/drawing/2014/main" id="{CEE6D4F4-7BD6-4A30-8338-981434F0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7433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7" name=""/>
          <p:cNvCxnSpPr>
            <a:stCxn xmlns:a="http://schemas.openxmlformats.org/drawingml/2006/main" id="63" idx="3"/>
            <a:endCxn xmlns:a="http://schemas.openxmlformats.org/drawingml/2006/main" id="64" idx="1"/>
          </p:cNvCxnSpPr>
          <p:nvPr/>
        </p:nvCxnSpPr>
        <p:spPr>
          <a:xfrm xmlns:a="http://schemas.openxmlformats.org/drawingml/2006/main" flipV="1">
            <a:off x="1438370" y="3743373"/>
            <a:ext cx="44758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A4C6"/>
            </a:solidFill>
            <a:prstDash val="solid"/>
          </a:ln>
        </p:spPr>
      </p:cxnSp>
      <p:sp>
        <p:nvSpPr>
          <p:cNvPr id="66" name="skill-map-en-v2-31-start-1">
            <a:extLst xmlns:a="http://schemas.openxmlformats.org/drawingml/2006/main">
              <a:ext uri="{FF2B5EF4-FFF2-40B4-BE49-F238E27FC236}">
                <a16:creationId xmlns:a16="http://schemas.microsoft.com/office/drawing/2014/main" id="{182704C3-7F50-4052-B973-58FED671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0576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skill-map-en-v2-31-end-1">
            <a:extLst xmlns:a="http://schemas.openxmlformats.org/drawingml/2006/main">
              <a:ext uri="{FF2B5EF4-FFF2-40B4-BE49-F238E27FC236}">
                <a16:creationId xmlns:a16="http://schemas.microsoft.com/office/drawing/2014/main" id="{25C68279-A122-47A8-B801-B445A74F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5339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0" name=""/>
          <p:cNvCxnSpPr>
            <a:stCxn xmlns:a="http://schemas.openxmlformats.org/drawingml/2006/main" id="66" idx="2"/>
            <a:endCxn xmlns:a="http://schemas.openxmlformats.org/drawingml/2006/main" id="67" idx="0"/>
          </p:cNvCxnSpPr>
          <p:nvPr/>
        </p:nvCxnSpPr>
        <p:spPr>
          <a:xfrm xmlns:a="http://schemas.openxmlformats.org/drawingml/2006/main" flipH="1">
            <a:off x="1171623" y="4057745"/>
            <a:ext cx="266700" cy="47615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A4C6"/>
            </a:solidFill>
            <a:prstDash val="solid"/>
          </a:ln>
        </p:spPr>
      </p:cxnSp>
      <p:sp>
        <p:nvSpPr>
          <p:cNvPr id="69" name="skill-map-en-v2-32-start-1">
            <a:extLst xmlns:a="http://schemas.openxmlformats.org/drawingml/2006/main">
              <a:ext uri="{FF2B5EF4-FFF2-40B4-BE49-F238E27FC236}">
                <a16:creationId xmlns:a16="http://schemas.microsoft.com/office/drawing/2014/main" id="{E2DF43A2-3C5C-4426-A919-5DBACC6F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7433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" name="skill-map-en-v2-32-end-1">
            <a:extLst xmlns:a="http://schemas.openxmlformats.org/drawingml/2006/main">
              <a:ext uri="{FF2B5EF4-FFF2-40B4-BE49-F238E27FC236}">
                <a16:creationId xmlns:a16="http://schemas.microsoft.com/office/drawing/2014/main" id="{72501698-5197-40A4-8B16-2A461A76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1814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3" name=""/>
          <p:cNvCxnSpPr>
            <a:stCxn xmlns:a="http://schemas.openxmlformats.org/drawingml/2006/main" id="69" idx="2"/>
            <a:endCxn xmlns:a="http://schemas.openxmlformats.org/drawingml/2006/main" id="70" idx="0"/>
          </p:cNvCxnSpPr>
          <p:nvPr/>
        </p:nvCxnSpPr>
        <p:spPr>
          <a:xfrm xmlns:a="http://schemas.openxmlformats.org/drawingml/2006/main">
            <a:off x="1885998" y="3743420"/>
            <a:ext cx="409575" cy="43805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A4C6"/>
            </a:solidFill>
            <a:prstDash val="solid"/>
          </a:ln>
        </p:spPr>
      </p:cxnSp>
      <p:sp>
        <p:nvSpPr>
          <p:cNvPr id="72" name="skill-map-en-v2-33-start-1">
            <a:extLst xmlns:a="http://schemas.openxmlformats.org/drawingml/2006/main">
              <a:ext uri="{FF2B5EF4-FFF2-40B4-BE49-F238E27FC236}">
                <a16:creationId xmlns:a16="http://schemas.microsoft.com/office/drawing/2014/main" id="{619F8E5D-38DB-464B-A51E-753F7341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1814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skill-map-en-v2-33-end-1">
            <a:extLst xmlns:a="http://schemas.openxmlformats.org/drawingml/2006/main">
              <a:ext uri="{FF2B5EF4-FFF2-40B4-BE49-F238E27FC236}">
                <a16:creationId xmlns:a16="http://schemas.microsoft.com/office/drawing/2014/main" id="{1D6F71E9-AC9B-487A-9FFC-D21E9FA8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6005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6" name=""/>
          <p:cNvCxnSpPr>
            <a:stCxn xmlns:a="http://schemas.openxmlformats.org/drawingml/2006/main" id="72" idx="2"/>
            <a:endCxn xmlns:a="http://schemas.openxmlformats.org/drawingml/2006/main" id="73" idx="0"/>
          </p:cNvCxnSpPr>
          <p:nvPr/>
        </p:nvCxnSpPr>
        <p:spPr>
          <a:xfrm xmlns:a="http://schemas.openxmlformats.org/drawingml/2006/main" flipH="1">
            <a:off x="2019348" y="4181570"/>
            <a:ext cx="276225" cy="41900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A4C6"/>
            </a:solidFill>
            <a:prstDash val="solid"/>
          </a:ln>
        </p:spPr>
      </p:cxnSp>
      <p:sp>
        <p:nvSpPr>
          <p:cNvPr id="75" name="skill-map-en-v2-34-start-1">
            <a:extLst xmlns:a="http://schemas.openxmlformats.org/drawingml/2006/main">
              <a:ext uri="{FF2B5EF4-FFF2-40B4-BE49-F238E27FC236}">
                <a16:creationId xmlns:a16="http://schemas.microsoft.com/office/drawing/2014/main" id="{6DADB734-13E4-46FF-AD4A-6929DFF9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6005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6" name="skill-map-en-v2-34-end-1">
            <a:extLst xmlns:a="http://schemas.openxmlformats.org/drawingml/2006/main">
              <a:ext uri="{FF2B5EF4-FFF2-40B4-BE49-F238E27FC236}">
                <a16:creationId xmlns:a16="http://schemas.microsoft.com/office/drawing/2014/main" id="{4F0C128A-39AF-4FBC-9CDC-05701C3C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5339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9" name=""/>
          <p:cNvCxnSpPr>
            <a:stCxn xmlns:a="http://schemas.openxmlformats.org/drawingml/2006/main" id="75" idx="1"/>
            <a:endCxn xmlns:a="http://schemas.openxmlformats.org/drawingml/2006/main" id="76" idx="3"/>
          </p:cNvCxnSpPr>
          <p:nvPr/>
        </p:nvCxnSpPr>
        <p:spPr>
          <a:xfrm xmlns:a="http://schemas.openxmlformats.org/drawingml/2006/main" flipH="1" flipV="1">
            <a:off x="1171670" y="4533948"/>
            <a:ext cx="847630" cy="66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A4C6"/>
            </a:solidFill>
            <a:prstDash val="solid"/>
          </a:ln>
        </p:spPr>
      </p:cxnSp>
      <p:sp>
        <p:nvSpPr>
          <p:cNvPr id="78" name="skill-map-en-v2-35">
            <a:extLst xmlns:a="http://schemas.openxmlformats.org/drawingml/2006/main">
              <a:ext uri="{FF2B5EF4-FFF2-40B4-BE49-F238E27FC236}">
                <a16:creationId xmlns:a16="http://schemas.microsoft.com/office/drawing/2014/main" id="{1150248A-C7C2-4EC0-B402-DD4FB457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29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14288">
            <a:solidFill>
              <a:srgbClr val="527FAA"/>
            </a:solidFill>
            <a:prstDash val="solid"/>
          </a:ln>
        </p:spPr>
      </p:sp>
      <p:sp>
        <p:nvSpPr>
          <p:cNvPr id="79" name="skill-map-en-v2-36">
            <a:extLst xmlns:a="http://schemas.openxmlformats.org/drawingml/2006/main">
              <a:ext uri="{FF2B5EF4-FFF2-40B4-BE49-F238E27FC236}">
                <a16:creationId xmlns:a16="http://schemas.microsoft.com/office/drawing/2014/main" id="{650AB142-B84C-4E31-AFD1-D455C268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14288">
            <a:solidFill>
              <a:srgbClr val="527FAA"/>
            </a:solidFill>
            <a:prstDash val="solid"/>
          </a:ln>
        </p:spPr>
      </p:sp>
      <p:sp>
        <p:nvSpPr>
          <p:cNvPr id="80" name="skill-map-en-v2-37">
            <a:extLst xmlns:a="http://schemas.openxmlformats.org/drawingml/2006/main">
              <a:ext uri="{FF2B5EF4-FFF2-40B4-BE49-F238E27FC236}">
                <a16:creationId xmlns:a16="http://schemas.microsoft.com/office/drawing/2014/main" id="{DAB020C0-1F74-4477-A5C8-CB29C946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90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14288">
            <a:solidFill>
              <a:srgbClr val="527FAA"/>
            </a:solidFill>
            <a:prstDash val="solid"/>
          </a:ln>
        </p:spPr>
      </p:sp>
      <p:sp>
        <p:nvSpPr>
          <p:cNvPr id="81" name="skill-map-en-v2-38">
            <a:extLst xmlns:a="http://schemas.openxmlformats.org/drawingml/2006/main">
              <a:ext uri="{FF2B5EF4-FFF2-40B4-BE49-F238E27FC236}">
                <a16:creationId xmlns:a16="http://schemas.microsoft.com/office/drawing/2014/main" id="{80305D38-63F1-4E70-A5B3-22AD00DB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6766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14288">
            <a:solidFill>
              <a:srgbClr val="527FAA"/>
            </a:solidFill>
            <a:prstDash val="solid"/>
          </a:ln>
        </p:spPr>
      </p:sp>
      <p:sp>
        <p:nvSpPr>
          <p:cNvPr id="82" name="skill-map-en-v2-39">
            <a:extLst xmlns:a="http://schemas.openxmlformats.org/drawingml/2006/main">
              <a:ext uri="{FF2B5EF4-FFF2-40B4-BE49-F238E27FC236}">
                <a16:creationId xmlns:a16="http://schemas.microsoft.com/office/drawing/2014/main" id="{CD49C073-C589-462A-9776-89E2E69D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114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14288">
            <a:solidFill>
              <a:srgbClr val="527FAA"/>
            </a:solidFill>
            <a:prstDash val="solid"/>
          </a:ln>
        </p:spPr>
      </p:sp>
      <p:sp>
        <p:nvSpPr>
          <p:cNvPr id="83" name="skill-map-en-v2-40">
            <a:extLst xmlns:a="http://schemas.openxmlformats.org/drawingml/2006/main">
              <a:ext uri="{FF2B5EF4-FFF2-40B4-BE49-F238E27FC236}">
                <a16:creationId xmlns:a16="http://schemas.microsoft.com/office/drawing/2014/main" id="{052BC040-DAC2-412A-BB96-B0665996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533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14288">
            <a:solidFill>
              <a:srgbClr val="527FAA"/>
            </a:solidFill>
            <a:prstDash val="solid"/>
          </a:ln>
        </p:spPr>
      </p:sp>
      <p:sp>
        <p:nvSpPr>
          <p:cNvPr id="84" name="skill-map-en-v2-41">
            <a:extLst xmlns:a="http://schemas.openxmlformats.org/drawingml/2006/main">
              <a:ext uri="{FF2B5EF4-FFF2-40B4-BE49-F238E27FC236}">
                <a16:creationId xmlns:a16="http://schemas.microsoft.com/office/drawing/2014/main" id="{42F2A406-2CF0-4F69-9168-553CFF69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672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14288">
            <a:solidFill>
              <a:srgbClr val="527FAA"/>
            </a:solidFill>
            <a:prstDash val="solid"/>
          </a:ln>
        </p:spPr>
      </p:sp>
      <p:sp>
        <p:nvSpPr>
          <p:cNvPr id="85" name="skill-map-en-v2-42">
            <a:extLst xmlns:a="http://schemas.openxmlformats.org/drawingml/2006/main">
              <a:ext uri="{FF2B5EF4-FFF2-40B4-BE49-F238E27FC236}">
                <a16:creationId xmlns:a16="http://schemas.microsoft.com/office/drawing/2014/main" id="{A3C8A592-4299-4088-9171-01011ADA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286250"/>
            <a:ext cx="1085850" cy="1323975"/>
          </a:xfrm>
          <a:custGeom xmlns:a="http://schemas.openxmlformats.org/drawingml/2006/main">
            <a:pathLst>
              <a:path w="1085850" h="1323975">
                <a:moveTo>
                  <a:pt x="0" y="0"/>
                </a:moveTo>
                <a:lnTo>
                  <a:pt x="890397" y="0"/>
                </a:lnTo>
                <a:lnTo>
                  <a:pt x="1085850" y="195453"/>
                </a:lnTo>
                <a:lnTo>
                  <a:pt x="1085850" y="1323975"/>
                </a:lnTo>
                <a:lnTo>
                  <a:pt x="0" y="13239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527FAA"/>
            </a:solidFill>
            <a:prstDash val="solid"/>
          </a:ln>
        </p:spPr>
      </p:sp>
      <p:sp>
        <p:nvSpPr>
          <p:cNvPr id="86" name="skill-map-en-v2-43-start-1">
            <a:extLst xmlns:a="http://schemas.openxmlformats.org/drawingml/2006/main">
              <a:ext uri="{FF2B5EF4-FFF2-40B4-BE49-F238E27FC236}">
                <a16:creationId xmlns:a16="http://schemas.microsoft.com/office/drawing/2014/main" id="{2A238A7E-C607-42DC-A351-E46EEFC7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4322" y="42862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7" name="skill-map-en-v2-43-end-1">
            <a:extLst xmlns:a="http://schemas.openxmlformats.org/drawingml/2006/main">
              <a:ext uri="{FF2B5EF4-FFF2-40B4-BE49-F238E27FC236}">
                <a16:creationId xmlns:a16="http://schemas.microsoft.com/office/drawing/2014/main" id="{49FECD4B-6943-41A5-8D80-A5DF539C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4322" y="448170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0" name=""/>
          <p:cNvCxnSpPr>
            <a:stCxn xmlns:a="http://schemas.openxmlformats.org/drawingml/2006/main" id="86" idx="2"/>
            <a:endCxn xmlns:a="http://schemas.openxmlformats.org/drawingml/2006/main" id="87" idx="0"/>
          </p:cNvCxnSpPr>
          <p:nvPr/>
        </p:nvCxnSpPr>
        <p:spPr>
          <a:xfrm xmlns:a="http://schemas.openxmlformats.org/drawingml/2006/main">
            <a:off x="1814370" y="4286345"/>
            <a:ext cx="0" cy="195358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27FAA"/>
            </a:solidFill>
            <a:prstDash val="solid"/>
          </a:ln>
        </p:spPr>
      </p:cxnSp>
      <p:sp>
        <p:nvSpPr>
          <p:cNvPr id="89" name="skill-map-en-v2-43-start-2">
            <a:extLst xmlns:a="http://schemas.openxmlformats.org/drawingml/2006/main">
              <a:ext uri="{FF2B5EF4-FFF2-40B4-BE49-F238E27FC236}">
                <a16:creationId xmlns:a16="http://schemas.microsoft.com/office/drawing/2014/main" id="{754E4039-44F9-436B-9AC3-DB23D6AD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4322" y="448170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0" name="skill-map-en-v2-43-end-2">
            <a:extLst xmlns:a="http://schemas.openxmlformats.org/drawingml/2006/main">
              <a:ext uri="{FF2B5EF4-FFF2-40B4-BE49-F238E27FC236}">
                <a16:creationId xmlns:a16="http://schemas.microsoft.com/office/drawing/2014/main" id="{54A1C74C-F987-417E-9426-A66B15D9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48170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3" name=""/>
          <p:cNvCxnSpPr>
            <a:stCxn xmlns:a="http://schemas.openxmlformats.org/drawingml/2006/main" id="89" idx="3"/>
            <a:endCxn xmlns:a="http://schemas.openxmlformats.org/drawingml/2006/main" id="90" idx="1"/>
          </p:cNvCxnSpPr>
          <p:nvPr/>
        </p:nvCxnSpPr>
        <p:spPr>
          <a:xfrm xmlns:a="http://schemas.openxmlformats.org/drawingml/2006/main">
            <a:off x="1814417" y="4481751"/>
            <a:ext cx="195358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27FAA"/>
            </a:solidFill>
            <a:prstDash val="solid"/>
          </a:ln>
        </p:spPr>
      </p:cxnSp>
      <p:sp>
        <p:nvSpPr>
          <p:cNvPr id="92" name="skill-map-en-v2-44">
            <a:extLst xmlns:a="http://schemas.openxmlformats.org/drawingml/2006/main">
              <a:ext uri="{FF2B5EF4-FFF2-40B4-BE49-F238E27FC236}">
                <a16:creationId xmlns:a16="http://schemas.microsoft.com/office/drawing/2014/main" id="{30A941B8-0961-4B8F-987D-45C90A5F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3" y="4617244"/>
            <a:ext cx="564642" cy="357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skill-map-en-v2-45">
            <a:extLst xmlns:a="http://schemas.openxmlformats.org/drawingml/2006/main">
              <a:ext uri="{FF2B5EF4-FFF2-40B4-BE49-F238E27FC236}">
                <a16:creationId xmlns:a16="http://schemas.microsoft.com/office/drawing/2014/main" id="{545FCA7E-42E6-4751-A31A-3A6D572E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3" y="4762881"/>
            <a:ext cx="716661" cy="357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skill-map-en-v2-46">
            <a:extLst xmlns:a="http://schemas.openxmlformats.org/drawingml/2006/main">
              <a:ext uri="{FF2B5EF4-FFF2-40B4-BE49-F238E27FC236}">
                <a16:creationId xmlns:a16="http://schemas.microsoft.com/office/drawing/2014/main" id="{79F5C69A-4455-47A3-BCB7-57BBA2AA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3" y="4908518"/>
            <a:ext cx="716661" cy="357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A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skill-map-en-v2-47">
            <a:extLst xmlns:a="http://schemas.openxmlformats.org/drawingml/2006/main">
              <a:ext uri="{FF2B5EF4-FFF2-40B4-BE49-F238E27FC236}">
                <a16:creationId xmlns:a16="http://schemas.microsoft.com/office/drawing/2014/main" id="{A37CA3A7-98FC-46E2-B8ED-DC511A09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3" y="5054156"/>
            <a:ext cx="716661" cy="357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skill-map-en-v2-48">
            <a:extLst xmlns:a="http://schemas.openxmlformats.org/drawingml/2006/main">
              <a:ext uri="{FF2B5EF4-FFF2-40B4-BE49-F238E27FC236}">
                <a16:creationId xmlns:a16="http://schemas.microsoft.com/office/drawing/2014/main" id="{85591FFD-0804-49C5-A5B1-A16AA386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810125"/>
            <a:ext cx="657225" cy="657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527FAA"/>
            </a:solidFill>
            <a:prstDash val="solid"/>
          </a:ln>
        </p:spPr>
      </p:sp>
      <p:sp>
        <p:nvSpPr>
          <p:cNvPr id="97" name="skill-map-en-v2-49">
            <a:extLst xmlns:a="http://schemas.openxmlformats.org/drawingml/2006/main">
              <a:ext uri="{FF2B5EF4-FFF2-40B4-BE49-F238E27FC236}">
                <a16:creationId xmlns:a16="http://schemas.microsoft.com/office/drawing/2014/main" id="{097EAC84-012F-49DE-9001-05B5640B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95850"/>
            <a:ext cx="485775" cy="485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F5F2"/>
          </a:solidFill>
          <a:ln xmlns:a="http://schemas.openxmlformats.org/drawingml/2006/main" w="28575">
            <a:solidFill>
              <a:srgbClr val="B1D3C5"/>
            </a:solidFill>
            <a:prstDash val="solid"/>
          </a:ln>
        </p:spPr>
      </p:sp>
      <p:sp>
        <p:nvSpPr>
          <p:cNvPr id="98" name="skill-map-en-v2-50">
            <a:extLst xmlns:a="http://schemas.openxmlformats.org/drawingml/2006/main">
              <a:ext uri="{FF2B5EF4-FFF2-40B4-BE49-F238E27FC236}">
                <a16:creationId xmlns:a16="http://schemas.microsoft.com/office/drawing/2014/main" id="{15F19482-6266-4B69-BC32-A2AB3286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67325"/>
            <a:ext cx="476250" cy="476250"/>
          </a:xfrm>
          <a:custGeom xmlns:a="http://schemas.openxmlformats.org/drawingml/2006/main">
            <a:pathLst>
              <a:path w="476250" h="476250">
                <a:moveTo>
                  <a:pt x="0" y="123825"/>
                </a:moveTo>
                <a:lnTo>
                  <a:pt x="142875" y="0"/>
                </a:lnTo>
                <a:lnTo>
                  <a:pt x="476250" y="352425"/>
                </a:lnTo>
                <a:lnTo>
                  <a:pt x="342900" y="476250"/>
                </a:lnTo>
                <a:close/>
              </a:path>
            </a:pathLst>
          </a:custGeom>
          <a:solidFill xmlns:a="http://schemas.openxmlformats.org/drawingml/2006/main">
            <a:srgbClr val="527FAA"/>
          </a:solidFill>
          <a:ln xmlns:a="http://schemas.openxmlformats.org/drawingml/2006/main" w="9525">
            <a:solidFill>
              <a:srgbClr val="527FAA"/>
            </a:solidFill>
            <a:prstDash val="solid"/>
          </a:ln>
        </p:spPr>
      </p:sp>
      <p:sp>
        <p:nvSpPr>
          <p:cNvPr id="99" name="skill-map-en-v2-51">
            <a:extLst xmlns:a="http://schemas.openxmlformats.org/drawingml/2006/main">
              <a:ext uri="{FF2B5EF4-FFF2-40B4-BE49-F238E27FC236}">
                <a16:creationId xmlns:a16="http://schemas.microsoft.com/office/drawing/2014/main" id="{B00A4BAC-433E-4316-B574-183AD279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143375"/>
            <a:ext cx="1743075" cy="1400175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4A9086"/>
            </a:solidFill>
            <a:prstDash val="solid"/>
          </a:ln>
        </p:spPr>
      </p:sp>
      <p:sp>
        <p:nvSpPr>
          <p:cNvPr id="100" name="skill-map-en-v2-52">
            <a:extLst xmlns:a="http://schemas.openxmlformats.org/drawingml/2006/main">
              <a:ext uri="{FF2B5EF4-FFF2-40B4-BE49-F238E27FC236}">
                <a16:creationId xmlns:a16="http://schemas.microsoft.com/office/drawing/2014/main" id="{79950A57-AF4F-4458-8BF8-8281F85F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162425"/>
            <a:ext cx="17049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skill-map-en-v2-53">
            <a:extLst xmlns:a="http://schemas.openxmlformats.org/drawingml/2006/main">
              <a:ext uri="{FF2B5EF4-FFF2-40B4-BE49-F238E27FC236}">
                <a16:creationId xmlns:a16="http://schemas.microsoft.com/office/drawing/2014/main" id="{7F4AB269-713C-4434-988D-2A8DC6F9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2291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skill-map-en-v2-54">
            <a:extLst xmlns:a="http://schemas.openxmlformats.org/drawingml/2006/main">
              <a:ext uri="{FF2B5EF4-FFF2-40B4-BE49-F238E27FC236}">
                <a16:creationId xmlns:a16="http://schemas.microsoft.com/office/drawing/2014/main" id="{8B44D34C-6B41-4903-9E89-9BEA2E5B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2291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skill-map-en-v2-55">
            <a:extLst xmlns:a="http://schemas.openxmlformats.org/drawingml/2006/main">
              <a:ext uri="{FF2B5EF4-FFF2-40B4-BE49-F238E27FC236}">
                <a16:creationId xmlns:a16="http://schemas.microsoft.com/office/drawing/2014/main" id="{F4771133-DCDA-42C0-BFA2-26CFDDBD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2291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skill-map-en-v2-56">
            <a:extLst xmlns:a="http://schemas.openxmlformats.org/drawingml/2006/main">
              <a:ext uri="{FF2B5EF4-FFF2-40B4-BE49-F238E27FC236}">
                <a16:creationId xmlns:a16="http://schemas.microsoft.com/office/drawing/2014/main" id="{257F720E-B5E6-4D49-93C6-2867F93C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562475"/>
            <a:ext cx="390525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8E5EF"/>
          </a:solidFill>
          <a:ln xmlns:a="http://schemas.openxmlformats.org/drawingml/2006/main" w="16193">
            <a:solidFill>
              <a:srgbClr val="527FAA"/>
            </a:solidFill>
            <a:prstDash val="solid"/>
          </a:ln>
        </p:spPr>
      </p:sp>
      <p:sp>
        <p:nvSpPr>
          <p:cNvPr id="105" name="skill-map-en-v2-57-start-1">
            <a:extLst xmlns:a="http://schemas.openxmlformats.org/drawingml/2006/main">
              <a:ext uri="{FF2B5EF4-FFF2-40B4-BE49-F238E27FC236}">
                <a16:creationId xmlns:a16="http://schemas.microsoft.com/office/drawing/2014/main" id="{EFF8E792-747D-4C58-9143-4D7D84F8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863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6" name="skill-map-en-v2-57-end-1">
            <a:extLst xmlns:a="http://schemas.openxmlformats.org/drawingml/2006/main">
              <a:ext uri="{FF2B5EF4-FFF2-40B4-BE49-F238E27FC236}">
                <a16:creationId xmlns:a16="http://schemas.microsoft.com/office/drawing/2014/main" id="{42E3E635-01EC-482E-BD83-5016EDEE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196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69" name=""/>
          <p:cNvCxnSpPr>
            <a:stCxn xmlns:a="http://schemas.openxmlformats.org/drawingml/2006/main" id="105" idx="2"/>
            <a:endCxn xmlns:a="http://schemas.openxmlformats.org/drawingml/2006/main" id="106" idx="0"/>
          </p:cNvCxnSpPr>
          <p:nvPr/>
        </p:nvCxnSpPr>
        <p:spPr>
          <a:xfrm xmlns:a="http://schemas.openxmlformats.org/drawingml/2006/main">
            <a:off x="4400598" y="4886420"/>
            <a:ext cx="0" cy="13325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A9086"/>
            </a:solidFill>
            <a:prstDash val="solid"/>
          </a:ln>
        </p:spPr>
      </p:cxnSp>
      <p:sp>
        <p:nvSpPr>
          <p:cNvPr id="108" name="skill-map-en-v2-57-start-2">
            <a:extLst xmlns:a="http://schemas.openxmlformats.org/drawingml/2006/main">
              <a:ext uri="{FF2B5EF4-FFF2-40B4-BE49-F238E27FC236}">
                <a16:creationId xmlns:a16="http://schemas.microsoft.com/office/drawing/2014/main" id="{7134CCC4-ABF3-4DA3-93A3-23353D6E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196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skill-map-en-v2-57-end-2">
            <a:extLst xmlns:a="http://schemas.openxmlformats.org/drawingml/2006/main">
              <a:ext uri="{FF2B5EF4-FFF2-40B4-BE49-F238E27FC236}">
                <a16:creationId xmlns:a16="http://schemas.microsoft.com/office/drawing/2014/main" id="{865ECC85-FD18-442F-8527-EF3E98CE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196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72" name=""/>
          <p:cNvCxnSpPr>
            <a:stCxn xmlns:a="http://schemas.openxmlformats.org/drawingml/2006/main" id="108" idx="1"/>
            <a:endCxn xmlns:a="http://schemas.openxmlformats.org/drawingml/2006/main" id="109" idx="3"/>
          </p:cNvCxnSpPr>
          <p:nvPr/>
        </p:nvCxnSpPr>
        <p:spPr>
          <a:xfrm xmlns:a="http://schemas.openxmlformats.org/drawingml/2006/main" flipH="1">
            <a:off x="3943445" y="5019723"/>
            <a:ext cx="45710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A9086"/>
            </a:solidFill>
            <a:prstDash val="solid"/>
          </a:ln>
        </p:spPr>
      </p:cxnSp>
      <p:sp>
        <p:nvSpPr>
          <p:cNvPr id="111" name="skill-map-en-v2-57-start-3">
            <a:extLst xmlns:a="http://schemas.openxmlformats.org/drawingml/2006/main">
              <a:ext uri="{FF2B5EF4-FFF2-40B4-BE49-F238E27FC236}">
                <a16:creationId xmlns:a16="http://schemas.microsoft.com/office/drawing/2014/main" id="{D7855388-6F4D-43C8-A167-804702A4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196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2" name="skill-map-en-v2-57-end-3">
            <a:extLst xmlns:a="http://schemas.openxmlformats.org/drawingml/2006/main">
              <a:ext uri="{FF2B5EF4-FFF2-40B4-BE49-F238E27FC236}">
                <a16:creationId xmlns:a16="http://schemas.microsoft.com/office/drawing/2014/main" id="{B207E1AC-C936-4731-8938-9B4B22E3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435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75" name=""/>
          <p:cNvCxnSpPr>
            <a:stCxn xmlns:a="http://schemas.openxmlformats.org/drawingml/2006/main" id="111" idx="2"/>
            <a:endCxn xmlns:a="http://schemas.openxmlformats.org/drawingml/2006/main" id="112" idx="0"/>
          </p:cNvCxnSpPr>
          <p:nvPr/>
        </p:nvCxnSpPr>
        <p:spPr>
          <a:xfrm xmlns:a="http://schemas.openxmlformats.org/drawingml/2006/main">
            <a:off x="3943398" y="5019770"/>
            <a:ext cx="0" cy="12373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A9086"/>
            </a:solidFill>
            <a:prstDash val="solid"/>
            <a:tailEnd type="triangle" w="med" len="med"/>
          </a:ln>
        </p:spPr>
      </p:cxnSp>
      <p:sp>
        <p:nvSpPr>
          <p:cNvPr id="114" name="skill-map-en-v2-58-start-1">
            <a:extLst xmlns:a="http://schemas.openxmlformats.org/drawingml/2006/main">
              <a:ext uri="{FF2B5EF4-FFF2-40B4-BE49-F238E27FC236}">
                <a16:creationId xmlns:a16="http://schemas.microsoft.com/office/drawing/2014/main" id="{9B792961-4530-46B2-A086-E4715AA1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196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5" name="skill-map-en-v2-58-end-1">
            <a:extLst xmlns:a="http://schemas.openxmlformats.org/drawingml/2006/main">
              <a:ext uri="{FF2B5EF4-FFF2-40B4-BE49-F238E27FC236}">
                <a16:creationId xmlns:a16="http://schemas.microsoft.com/office/drawing/2014/main" id="{398EE1EE-CAFC-45FA-A2F9-BDB0E255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50196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78" name=""/>
          <p:cNvCxnSpPr>
            <a:stCxn xmlns:a="http://schemas.openxmlformats.org/drawingml/2006/main" id="114" idx="3"/>
            <a:endCxn xmlns:a="http://schemas.openxmlformats.org/drawingml/2006/main" id="115" idx="1"/>
          </p:cNvCxnSpPr>
          <p:nvPr/>
        </p:nvCxnSpPr>
        <p:spPr>
          <a:xfrm xmlns:a="http://schemas.openxmlformats.org/drawingml/2006/main">
            <a:off x="4400645" y="5019723"/>
            <a:ext cx="44758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A9086"/>
            </a:solidFill>
            <a:prstDash val="solid"/>
          </a:ln>
        </p:spPr>
      </p:cxnSp>
      <p:sp>
        <p:nvSpPr>
          <p:cNvPr id="117" name="skill-map-en-v2-58-start-2">
            <a:extLst xmlns:a="http://schemas.openxmlformats.org/drawingml/2006/main">
              <a:ext uri="{FF2B5EF4-FFF2-40B4-BE49-F238E27FC236}">
                <a16:creationId xmlns:a16="http://schemas.microsoft.com/office/drawing/2014/main" id="{A789F1D7-8B12-4901-9BF4-503C1431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50196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8" name="skill-map-en-v2-58-end-2">
            <a:extLst xmlns:a="http://schemas.openxmlformats.org/drawingml/2006/main">
              <a:ext uri="{FF2B5EF4-FFF2-40B4-BE49-F238E27FC236}">
                <a16:creationId xmlns:a16="http://schemas.microsoft.com/office/drawing/2014/main" id="{D4F4D3A6-DC53-4603-B71E-BF78AA13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51435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81" name=""/>
          <p:cNvCxnSpPr>
            <a:stCxn xmlns:a="http://schemas.openxmlformats.org/drawingml/2006/main" id="117" idx="2"/>
            <a:endCxn xmlns:a="http://schemas.openxmlformats.org/drawingml/2006/main" id="118" idx="0"/>
          </p:cNvCxnSpPr>
          <p:nvPr/>
        </p:nvCxnSpPr>
        <p:spPr>
          <a:xfrm xmlns:a="http://schemas.openxmlformats.org/drawingml/2006/main">
            <a:off x="4848273" y="5019770"/>
            <a:ext cx="0" cy="12373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A9086"/>
            </a:solidFill>
            <a:prstDash val="solid"/>
            <a:tailEnd type="triangle" w="med" len="med"/>
          </a:ln>
        </p:spPr>
      </p:cxnSp>
      <p:sp>
        <p:nvSpPr>
          <p:cNvPr id="120" name="skill-map-en-v2-59">
            <a:extLst xmlns:a="http://schemas.openxmlformats.org/drawingml/2006/main">
              <a:ext uri="{FF2B5EF4-FFF2-40B4-BE49-F238E27FC236}">
                <a16:creationId xmlns:a16="http://schemas.microsoft.com/office/drawing/2014/main" id="{F578BBDD-3821-43F0-94C4-BA39788B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248275"/>
            <a:ext cx="419100" cy="2476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9ECE5"/>
          </a:solidFill>
          <a:ln xmlns:a="http://schemas.openxmlformats.org/drawingml/2006/main" w="16193">
            <a:solidFill>
              <a:srgbClr val="4A9086"/>
            </a:solidFill>
            <a:prstDash val="solid"/>
          </a:ln>
        </p:spPr>
      </p:sp>
      <p:sp>
        <p:nvSpPr>
          <p:cNvPr id="121" name="skill-map-en-v2-60">
            <a:extLst xmlns:a="http://schemas.openxmlformats.org/drawingml/2006/main">
              <a:ext uri="{FF2B5EF4-FFF2-40B4-BE49-F238E27FC236}">
                <a16:creationId xmlns:a16="http://schemas.microsoft.com/office/drawing/2014/main" id="{77F85D14-D008-41DC-AC76-3EBBF450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248275"/>
            <a:ext cx="419100" cy="2476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5DBF1"/>
          </a:solidFill>
          <a:ln xmlns:a="http://schemas.openxmlformats.org/drawingml/2006/main" w="16193">
            <a:solidFill>
              <a:srgbClr val="9380B4"/>
            </a:solidFill>
            <a:prstDash val="solid"/>
          </a:ln>
        </p:spPr>
      </p:sp>
      <p:sp>
        <p:nvSpPr>
          <p:cNvPr id="122" name="skill-map-en-v2-61">
            <a:extLst xmlns:a="http://schemas.openxmlformats.org/drawingml/2006/main">
              <a:ext uri="{FF2B5EF4-FFF2-40B4-BE49-F238E27FC236}">
                <a16:creationId xmlns:a16="http://schemas.microsoft.com/office/drawing/2014/main" id="{D19B42E4-DFF9-4283-B87E-23666424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38675"/>
            <a:ext cx="647700" cy="1028700"/>
          </a:xfrm>
          <a:custGeom xmlns:a="http://schemas.openxmlformats.org/drawingml/2006/main">
            <a:pathLst>
              <a:path w="647700" h="1028700">
                <a:moveTo>
                  <a:pt x="0" y="0"/>
                </a:moveTo>
                <a:lnTo>
                  <a:pt x="531114" y="0"/>
                </a:lnTo>
                <a:lnTo>
                  <a:pt x="647700" y="116586"/>
                </a:lnTo>
                <a:lnTo>
                  <a:pt x="647700" y="1028700"/>
                </a:lnTo>
                <a:lnTo>
                  <a:pt x="0" y="10287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9380B4"/>
            </a:solidFill>
            <a:prstDash val="solid"/>
          </a:ln>
        </p:spPr>
      </p:sp>
      <p:sp>
        <p:nvSpPr>
          <p:cNvPr id="123" name="skill-map-en-v2-62-start-1">
            <a:extLst xmlns:a="http://schemas.openxmlformats.org/drawingml/2006/main">
              <a:ext uri="{FF2B5EF4-FFF2-40B4-BE49-F238E27FC236}">
                <a16:creationId xmlns:a16="http://schemas.microsoft.com/office/drawing/2014/main" id="{54629367-931D-46DF-BBEE-51296D9F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764" y="46386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4" name="skill-map-en-v2-62-end-1">
            <a:extLst xmlns:a="http://schemas.openxmlformats.org/drawingml/2006/main">
              <a:ext uri="{FF2B5EF4-FFF2-40B4-BE49-F238E27FC236}">
                <a16:creationId xmlns:a16="http://schemas.microsoft.com/office/drawing/2014/main" id="{5B58365C-F865-45A4-8F8E-17D2A0C7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764" y="47552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87" name=""/>
          <p:cNvCxnSpPr>
            <a:stCxn xmlns:a="http://schemas.openxmlformats.org/drawingml/2006/main" id="123" idx="2"/>
            <a:endCxn xmlns:a="http://schemas.openxmlformats.org/drawingml/2006/main" id="124" idx="0"/>
          </p:cNvCxnSpPr>
          <p:nvPr/>
        </p:nvCxnSpPr>
        <p:spPr>
          <a:xfrm xmlns:a="http://schemas.openxmlformats.org/drawingml/2006/main">
            <a:off x="5731811" y="4638770"/>
            <a:ext cx="0" cy="116491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9380B4"/>
            </a:solidFill>
            <a:prstDash val="solid"/>
          </a:ln>
        </p:spPr>
      </p:cxnSp>
      <p:sp>
        <p:nvSpPr>
          <p:cNvPr id="126" name="skill-map-en-v2-62-start-2">
            <a:extLst xmlns:a="http://schemas.openxmlformats.org/drawingml/2006/main">
              <a:ext uri="{FF2B5EF4-FFF2-40B4-BE49-F238E27FC236}">
                <a16:creationId xmlns:a16="http://schemas.microsoft.com/office/drawing/2014/main" id="{1DA9E9A4-81B7-46E7-B213-D4B28ABB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764" y="47552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7" name="skill-map-en-v2-62-end-2">
            <a:extLst xmlns:a="http://schemas.openxmlformats.org/drawingml/2006/main">
              <a:ext uri="{FF2B5EF4-FFF2-40B4-BE49-F238E27FC236}">
                <a16:creationId xmlns:a16="http://schemas.microsoft.com/office/drawing/2014/main" id="{FFD7C507-8BC0-4A66-B65B-16F13FBD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7552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90" name=""/>
          <p:cNvCxnSpPr>
            <a:stCxn xmlns:a="http://schemas.openxmlformats.org/drawingml/2006/main" id="126" idx="3"/>
            <a:endCxn xmlns:a="http://schemas.openxmlformats.org/drawingml/2006/main" id="127" idx="1"/>
          </p:cNvCxnSpPr>
          <p:nvPr/>
        </p:nvCxnSpPr>
        <p:spPr>
          <a:xfrm xmlns:a="http://schemas.openxmlformats.org/drawingml/2006/main">
            <a:off x="5731859" y="4755309"/>
            <a:ext cx="116491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9380B4"/>
            </a:solidFill>
            <a:prstDash val="solid"/>
          </a:ln>
        </p:spPr>
      </p:cxnSp>
      <p:sp>
        <p:nvSpPr>
          <p:cNvPr id="129" name="skill-map-en-v2-63">
            <a:extLst xmlns:a="http://schemas.openxmlformats.org/drawingml/2006/main">
              <a:ext uri="{FF2B5EF4-FFF2-40B4-BE49-F238E27FC236}">
                <a16:creationId xmlns:a16="http://schemas.microsoft.com/office/drawing/2014/main" id="{9C9EF579-663A-4E26-9662-015897DF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7805" y="4895850"/>
            <a:ext cx="336804" cy="2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skill-map-en-v2-64">
            <a:extLst xmlns:a="http://schemas.openxmlformats.org/drawingml/2006/main">
              <a:ext uri="{FF2B5EF4-FFF2-40B4-BE49-F238E27FC236}">
                <a16:creationId xmlns:a16="http://schemas.microsoft.com/office/drawing/2014/main" id="{1785517A-3441-4ECC-AC5E-2DB44485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7805" y="5009007"/>
            <a:ext cx="427482" cy="2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skill-map-en-v2-65">
            <a:extLst xmlns:a="http://schemas.openxmlformats.org/drawingml/2006/main">
              <a:ext uri="{FF2B5EF4-FFF2-40B4-BE49-F238E27FC236}">
                <a16:creationId xmlns:a16="http://schemas.microsoft.com/office/drawing/2014/main" id="{472312AA-BB12-486C-B6FA-F2E7C716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7805" y="5122164"/>
            <a:ext cx="427482" cy="2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9C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skill-map-en-v2-66">
            <a:extLst xmlns:a="http://schemas.openxmlformats.org/drawingml/2006/main">
              <a:ext uri="{FF2B5EF4-FFF2-40B4-BE49-F238E27FC236}">
                <a16:creationId xmlns:a16="http://schemas.microsoft.com/office/drawing/2014/main" id="{BDBA07E3-D20F-4A98-A9EC-A8F20FE6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7805" y="5235321"/>
            <a:ext cx="427482" cy="2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skill-map-en-v2-67">
            <a:extLst xmlns:a="http://schemas.openxmlformats.org/drawingml/2006/main">
              <a:ext uri="{FF2B5EF4-FFF2-40B4-BE49-F238E27FC236}">
                <a16:creationId xmlns:a16="http://schemas.microsoft.com/office/drawing/2014/main" id="{46743095-A13B-412D-99EE-FF2EFD8C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000500"/>
            <a:ext cx="1009650" cy="1524000"/>
          </a:xfrm>
          <a:custGeom xmlns:a="http://schemas.openxmlformats.org/drawingml/2006/main">
            <a:pathLst>
              <a:path w="1009650" h="1524000">
                <a:moveTo>
                  <a:pt x="0" y="0"/>
                </a:moveTo>
                <a:lnTo>
                  <a:pt x="827913" y="0"/>
                </a:lnTo>
                <a:lnTo>
                  <a:pt x="1009650" y="181737"/>
                </a:lnTo>
                <a:lnTo>
                  <a:pt x="1009650" y="1524000"/>
                </a:lnTo>
                <a:lnTo>
                  <a:pt x="0" y="15240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527FAA"/>
            </a:solidFill>
            <a:prstDash val="solid"/>
          </a:ln>
        </p:spPr>
      </p:sp>
      <p:sp>
        <p:nvSpPr>
          <p:cNvPr id="134" name="skill-map-en-v2-68-start-1">
            <a:extLst xmlns:a="http://schemas.openxmlformats.org/drawingml/2006/main">
              <a:ext uri="{FF2B5EF4-FFF2-40B4-BE49-F238E27FC236}">
                <a16:creationId xmlns:a16="http://schemas.microsoft.com/office/drawing/2014/main" id="{77D06E57-00FF-48ED-B94E-BF384602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4438" y="40005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5" name="skill-map-en-v2-68-end-1">
            <a:extLst xmlns:a="http://schemas.openxmlformats.org/drawingml/2006/main">
              <a:ext uri="{FF2B5EF4-FFF2-40B4-BE49-F238E27FC236}">
                <a16:creationId xmlns:a16="http://schemas.microsoft.com/office/drawing/2014/main" id="{C88963E3-564F-41AE-86DA-410F9FDA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4438" y="41822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98" name=""/>
          <p:cNvCxnSpPr>
            <a:stCxn xmlns:a="http://schemas.openxmlformats.org/drawingml/2006/main" id="134" idx="2"/>
            <a:endCxn xmlns:a="http://schemas.openxmlformats.org/drawingml/2006/main" id="135" idx="0"/>
          </p:cNvCxnSpPr>
          <p:nvPr/>
        </p:nvCxnSpPr>
        <p:spPr>
          <a:xfrm xmlns:a="http://schemas.openxmlformats.org/drawingml/2006/main">
            <a:off x="7314486" y="4000595"/>
            <a:ext cx="0" cy="181642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27FAA"/>
            </a:solidFill>
            <a:prstDash val="solid"/>
          </a:ln>
        </p:spPr>
      </p:cxnSp>
      <p:sp>
        <p:nvSpPr>
          <p:cNvPr id="137" name="skill-map-en-v2-68-start-2">
            <a:extLst xmlns:a="http://schemas.openxmlformats.org/drawingml/2006/main">
              <a:ext uri="{FF2B5EF4-FFF2-40B4-BE49-F238E27FC236}">
                <a16:creationId xmlns:a16="http://schemas.microsoft.com/office/drawing/2014/main" id="{5BBFCDFE-9424-49EA-8108-A7738003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4438" y="41822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8" name="skill-map-en-v2-68-end-2">
            <a:extLst xmlns:a="http://schemas.openxmlformats.org/drawingml/2006/main">
              <a:ext uri="{FF2B5EF4-FFF2-40B4-BE49-F238E27FC236}">
                <a16:creationId xmlns:a16="http://schemas.microsoft.com/office/drawing/2014/main" id="{4E8BFE64-A580-4B82-B478-9B223933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1822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01" name=""/>
          <p:cNvCxnSpPr>
            <a:stCxn xmlns:a="http://schemas.openxmlformats.org/drawingml/2006/main" id="137" idx="3"/>
            <a:endCxn xmlns:a="http://schemas.openxmlformats.org/drawingml/2006/main" id="138" idx="1"/>
          </p:cNvCxnSpPr>
          <p:nvPr/>
        </p:nvCxnSpPr>
        <p:spPr>
          <a:xfrm xmlns:a="http://schemas.openxmlformats.org/drawingml/2006/main">
            <a:off x="7314533" y="4182285"/>
            <a:ext cx="181642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27FAA"/>
            </a:solidFill>
            <a:prstDash val="solid"/>
          </a:ln>
        </p:spPr>
      </p:cxnSp>
      <p:sp>
        <p:nvSpPr>
          <p:cNvPr id="140" name="skill-map-en-v2-69">
            <a:extLst xmlns:a="http://schemas.openxmlformats.org/drawingml/2006/main">
              <a:ext uri="{FF2B5EF4-FFF2-40B4-BE49-F238E27FC236}">
                <a16:creationId xmlns:a16="http://schemas.microsoft.com/office/drawing/2014/main" id="{37F6557F-B9CE-4233-86FE-02B675BB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7973" y="4381500"/>
            <a:ext cx="525018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skill-map-en-v2-70">
            <a:extLst xmlns:a="http://schemas.openxmlformats.org/drawingml/2006/main">
              <a:ext uri="{FF2B5EF4-FFF2-40B4-BE49-F238E27FC236}">
                <a16:creationId xmlns:a16="http://schemas.microsoft.com/office/drawing/2014/main" id="{30A37684-9FE2-4EE7-85AC-5B60B8E6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7973" y="4549140"/>
            <a:ext cx="666369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skill-map-en-v2-71">
            <a:extLst xmlns:a="http://schemas.openxmlformats.org/drawingml/2006/main">
              <a:ext uri="{FF2B5EF4-FFF2-40B4-BE49-F238E27FC236}">
                <a16:creationId xmlns:a16="http://schemas.microsoft.com/office/drawing/2014/main" id="{7D3D6C12-9963-4FD2-8E8C-AA50170F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7973" y="4716780"/>
            <a:ext cx="666369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A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skill-map-en-v2-72">
            <a:extLst xmlns:a="http://schemas.openxmlformats.org/drawingml/2006/main">
              <a:ext uri="{FF2B5EF4-FFF2-40B4-BE49-F238E27FC236}">
                <a16:creationId xmlns:a16="http://schemas.microsoft.com/office/drawing/2014/main" id="{52EB1180-E582-4227-BAA4-B1A8B962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7973" y="4884420"/>
            <a:ext cx="666369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skill-map-en-v2-73">
            <a:extLst xmlns:a="http://schemas.openxmlformats.org/drawingml/2006/main">
              <a:ext uri="{FF2B5EF4-FFF2-40B4-BE49-F238E27FC236}">
                <a16:creationId xmlns:a16="http://schemas.microsoft.com/office/drawing/2014/main" id="{AC74C650-BA3C-466D-BBF3-18C658FE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7973" y="4914900"/>
            <a:ext cx="666369" cy="365760"/>
          </a:xfrm>
          <a:custGeom xmlns:a="http://schemas.openxmlformats.org/drawingml/2006/main">
            <a:pathLst>
              <a:path w="666369" h="365760">
                <a:moveTo>
                  <a:pt x="0" y="365760"/>
                </a:moveTo>
                <a:lnTo>
                  <a:pt x="171640" y="106680"/>
                </a:lnTo>
                <a:lnTo>
                  <a:pt x="323088" y="274320"/>
                </a:lnTo>
                <a:lnTo>
                  <a:pt x="504825" y="0"/>
                </a:lnTo>
                <a:lnTo>
                  <a:pt x="666369" y="365760"/>
                </a:lnTo>
                <a:close/>
              </a:path>
            </a:pathLst>
          </a:custGeom>
          <a:solidFill xmlns:a="http://schemas.openxmlformats.org/drawingml/2006/main">
            <a:srgbClr val="AFC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skill-map-en-v2-74">
            <a:extLst xmlns:a="http://schemas.openxmlformats.org/drawingml/2006/main">
              <a:ext uri="{FF2B5EF4-FFF2-40B4-BE49-F238E27FC236}">
                <a16:creationId xmlns:a16="http://schemas.microsoft.com/office/drawing/2014/main" id="{F024FF26-A092-44F4-946B-C4866A4D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000500"/>
            <a:ext cx="1009650" cy="1524000"/>
          </a:xfrm>
          <a:custGeom xmlns:a="http://schemas.openxmlformats.org/drawingml/2006/main">
            <a:pathLst>
              <a:path w="1009650" h="1524000">
                <a:moveTo>
                  <a:pt x="0" y="0"/>
                </a:moveTo>
                <a:lnTo>
                  <a:pt x="827913" y="0"/>
                </a:lnTo>
                <a:lnTo>
                  <a:pt x="1009650" y="181737"/>
                </a:lnTo>
                <a:lnTo>
                  <a:pt x="1009650" y="1524000"/>
                </a:lnTo>
                <a:lnTo>
                  <a:pt x="0" y="15240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9380B4"/>
            </a:solidFill>
            <a:prstDash val="solid"/>
          </a:ln>
        </p:spPr>
      </p:sp>
      <p:sp>
        <p:nvSpPr>
          <p:cNvPr id="146" name="skill-map-en-v2-75-start-1">
            <a:extLst xmlns:a="http://schemas.openxmlformats.org/drawingml/2006/main">
              <a:ext uri="{FF2B5EF4-FFF2-40B4-BE49-F238E27FC236}">
                <a16:creationId xmlns:a16="http://schemas.microsoft.com/office/drawing/2014/main" id="{2D692F9B-1768-46BB-A175-AC2874A3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738" y="40005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7" name="skill-map-en-v2-75-end-1">
            <a:extLst xmlns:a="http://schemas.openxmlformats.org/drawingml/2006/main">
              <a:ext uri="{FF2B5EF4-FFF2-40B4-BE49-F238E27FC236}">
                <a16:creationId xmlns:a16="http://schemas.microsoft.com/office/drawing/2014/main" id="{F834DE10-E387-4A68-B83B-02E60324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738" y="41822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10" name=""/>
          <p:cNvCxnSpPr>
            <a:stCxn xmlns:a="http://schemas.openxmlformats.org/drawingml/2006/main" id="146" idx="2"/>
            <a:endCxn xmlns:a="http://schemas.openxmlformats.org/drawingml/2006/main" id="147" idx="0"/>
          </p:cNvCxnSpPr>
          <p:nvPr/>
        </p:nvCxnSpPr>
        <p:spPr>
          <a:xfrm xmlns:a="http://schemas.openxmlformats.org/drawingml/2006/main">
            <a:off x="8571786" y="4000595"/>
            <a:ext cx="0" cy="181642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9380B4"/>
            </a:solidFill>
            <a:prstDash val="solid"/>
          </a:ln>
        </p:spPr>
      </p:cxnSp>
      <p:sp>
        <p:nvSpPr>
          <p:cNvPr id="149" name="skill-map-en-v2-75-start-2">
            <a:extLst xmlns:a="http://schemas.openxmlformats.org/drawingml/2006/main">
              <a:ext uri="{FF2B5EF4-FFF2-40B4-BE49-F238E27FC236}">
                <a16:creationId xmlns:a16="http://schemas.microsoft.com/office/drawing/2014/main" id="{A4A89B53-5FEA-42E2-BF28-98EA7344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738" y="41822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0" name="skill-map-en-v2-75-end-2">
            <a:extLst xmlns:a="http://schemas.openxmlformats.org/drawingml/2006/main">
              <a:ext uri="{FF2B5EF4-FFF2-40B4-BE49-F238E27FC236}">
                <a16:creationId xmlns:a16="http://schemas.microsoft.com/office/drawing/2014/main" id="{650D281A-E549-4F2F-9C5B-04F9F2A9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1822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13" name=""/>
          <p:cNvCxnSpPr>
            <a:stCxn xmlns:a="http://schemas.openxmlformats.org/drawingml/2006/main" id="149" idx="3"/>
            <a:endCxn xmlns:a="http://schemas.openxmlformats.org/drawingml/2006/main" id="150" idx="1"/>
          </p:cNvCxnSpPr>
          <p:nvPr/>
        </p:nvCxnSpPr>
        <p:spPr>
          <a:xfrm xmlns:a="http://schemas.openxmlformats.org/drawingml/2006/main">
            <a:off x="8571833" y="4182285"/>
            <a:ext cx="181642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9380B4"/>
            </a:solidFill>
            <a:prstDash val="solid"/>
          </a:ln>
        </p:spPr>
      </p:cxnSp>
      <p:sp>
        <p:nvSpPr>
          <p:cNvPr id="152" name="skill-map-en-v2-76">
            <a:extLst xmlns:a="http://schemas.openxmlformats.org/drawingml/2006/main">
              <a:ext uri="{FF2B5EF4-FFF2-40B4-BE49-F238E27FC236}">
                <a16:creationId xmlns:a16="http://schemas.microsoft.com/office/drawing/2014/main" id="{59161480-FD2B-4056-B751-DE51C87A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5273" y="4381500"/>
            <a:ext cx="525018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skill-map-en-v2-77">
            <a:extLst xmlns:a="http://schemas.openxmlformats.org/drawingml/2006/main">
              <a:ext uri="{FF2B5EF4-FFF2-40B4-BE49-F238E27FC236}">
                <a16:creationId xmlns:a16="http://schemas.microsoft.com/office/drawing/2014/main" id="{0FA0D786-9EF5-4C9D-AFBF-648C81CE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5273" y="4549140"/>
            <a:ext cx="666369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skill-map-en-v2-78">
            <a:extLst xmlns:a="http://schemas.openxmlformats.org/drawingml/2006/main">
              <a:ext uri="{FF2B5EF4-FFF2-40B4-BE49-F238E27FC236}">
                <a16:creationId xmlns:a16="http://schemas.microsoft.com/office/drawing/2014/main" id="{1E62C5AC-C6AE-4D6E-A462-8A37297B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5273" y="4716780"/>
            <a:ext cx="666369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9C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skill-map-en-v2-79">
            <a:extLst xmlns:a="http://schemas.openxmlformats.org/drawingml/2006/main">
              <a:ext uri="{FF2B5EF4-FFF2-40B4-BE49-F238E27FC236}">
                <a16:creationId xmlns:a16="http://schemas.microsoft.com/office/drawing/2014/main" id="{40651417-9D44-4100-B9B2-532E18D6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5273" y="4884420"/>
            <a:ext cx="666369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skill-map-en-v2-80">
            <a:extLst xmlns:a="http://schemas.openxmlformats.org/drawingml/2006/main">
              <a:ext uri="{FF2B5EF4-FFF2-40B4-BE49-F238E27FC236}">
                <a16:creationId xmlns:a16="http://schemas.microsoft.com/office/drawing/2014/main" id="{BE680210-048B-498D-A651-61F585D4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5273" y="4914900"/>
            <a:ext cx="666369" cy="365760"/>
          </a:xfrm>
          <a:custGeom xmlns:a="http://schemas.openxmlformats.org/drawingml/2006/main">
            <a:pathLst>
              <a:path w="666369" h="365760">
                <a:moveTo>
                  <a:pt x="0" y="365760"/>
                </a:moveTo>
                <a:lnTo>
                  <a:pt x="171640" y="106680"/>
                </a:lnTo>
                <a:lnTo>
                  <a:pt x="323088" y="274320"/>
                </a:lnTo>
                <a:lnTo>
                  <a:pt x="504825" y="0"/>
                </a:lnTo>
                <a:lnTo>
                  <a:pt x="666369" y="365760"/>
                </a:lnTo>
                <a:close/>
              </a:path>
            </a:pathLst>
          </a:custGeom>
          <a:solidFill xmlns:a="http://schemas.openxmlformats.org/drawingml/2006/main">
            <a:srgbClr val="CDB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skill-map-en-v2-81">
            <a:extLst xmlns:a="http://schemas.openxmlformats.org/drawingml/2006/main">
              <a:ext uri="{FF2B5EF4-FFF2-40B4-BE49-F238E27FC236}">
                <a16:creationId xmlns:a16="http://schemas.microsoft.com/office/drawing/2014/main" id="{4F900145-0444-4B5C-9E1C-8E3E7713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295775"/>
            <a:ext cx="895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Conference</a:t>
            </a:r>
          </a:p>
        </p:txBody>
      </p:sp>
      <p:sp>
        <p:nvSpPr>
          <p:cNvPr id="158" name="skill-map-en-v2-82">
            <a:extLst xmlns:a="http://schemas.openxmlformats.org/drawingml/2006/main">
              <a:ext uri="{FF2B5EF4-FFF2-40B4-BE49-F238E27FC236}">
                <a16:creationId xmlns:a16="http://schemas.microsoft.com/office/drawing/2014/main" id="{A0D79F58-77EA-44D6-AD6E-B0104A6B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295775"/>
            <a:ext cx="895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Journal</a:t>
            </a:r>
          </a:p>
        </p:txBody>
      </p:sp>
      <p:sp>
        <p:nvSpPr>
          <p:cNvPr id="159" name="skill-map-en-v2-83">
            <a:extLst xmlns:a="http://schemas.openxmlformats.org/drawingml/2006/main">
              <a:ext uri="{FF2B5EF4-FFF2-40B4-BE49-F238E27FC236}">
                <a16:creationId xmlns:a16="http://schemas.microsoft.com/office/drawing/2014/main" id="{810D1E50-69FF-4ECD-8B46-FF5534C6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057650"/>
            <a:ext cx="1323975" cy="1685925"/>
          </a:xfrm>
          <a:custGeom xmlns:a="http://schemas.openxmlformats.org/drawingml/2006/main">
            <a:pathLst>
              <a:path w="1323975" h="1685925">
                <a:moveTo>
                  <a:pt x="0" y="0"/>
                </a:moveTo>
                <a:lnTo>
                  <a:pt x="1085660" y="0"/>
                </a:lnTo>
                <a:lnTo>
                  <a:pt x="1323975" y="238315"/>
                </a:lnTo>
                <a:lnTo>
                  <a:pt x="1323975" y="1685925"/>
                </a:lnTo>
                <a:lnTo>
                  <a:pt x="0" y="16859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C99950"/>
            </a:solidFill>
            <a:prstDash val="solid"/>
          </a:ln>
        </p:spPr>
      </p:sp>
      <p:sp>
        <p:nvSpPr>
          <p:cNvPr id="160" name="skill-map-en-v2-84-start-1">
            <a:extLst xmlns:a="http://schemas.openxmlformats.org/drawingml/2006/main">
              <a:ext uri="{FF2B5EF4-FFF2-40B4-BE49-F238E27FC236}">
                <a16:creationId xmlns:a16="http://schemas.microsoft.com/office/drawing/2014/main" id="{C5A84595-A0B0-47AB-BE72-472C4222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560" y="40576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1" name="skill-map-en-v2-84-end-1">
            <a:extLst xmlns:a="http://schemas.openxmlformats.org/drawingml/2006/main">
              <a:ext uri="{FF2B5EF4-FFF2-40B4-BE49-F238E27FC236}">
                <a16:creationId xmlns:a16="http://schemas.microsoft.com/office/drawing/2014/main" id="{9D29131B-FCE4-4CF9-B55C-629731AA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560" y="42959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24" name=""/>
          <p:cNvCxnSpPr>
            <a:stCxn xmlns:a="http://schemas.openxmlformats.org/drawingml/2006/main" id="160" idx="2"/>
            <a:endCxn xmlns:a="http://schemas.openxmlformats.org/drawingml/2006/main" id="161" idx="0"/>
          </p:cNvCxnSpPr>
          <p:nvPr/>
        </p:nvCxnSpPr>
        <p:spPr>
          <a:xfrm xmlns:a="http://schemas.openxmlformats.org/drawingml/2006/main">
            <a:off x="10953608" y="4057745"/>
            <a:ext cx="0" cy="238221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C99950"/>
            </a:solidFill>
            <a:prstDash val="solid"/>
          </a:ln>
        </p:spPr>
      </p:cxnSp>
      <p:sp>
        <p:nvSpPr>
          <p:cNvPr id="163" name="skill-map-en-v2-84-start-2">
            <a:extLst xmlns:a="http://schemas.openxmlformats.org/drawingml/2006/main">
              <a:ext uri="{FF2B5EF4-FFF2-40B4-BE49-F238E27FC236}">
                <a16:creationId xmlns:a16="http://schemas.microsoft.com/office/drawing/2014/main" id="{E29A3DE5-8606-4F9C-AE26-D7148D52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560" y="42959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4" name="skill-map-en-v2-84-end-2">
            <a:extLst xmlns:a="http://schemas.openxmlformats.org/drawingml/2006/main">
              <a:ext uri="{FF2B5EF4-FFF2-40B4-BE49-F238E27FC236}">
                <a16:creationId xmlns:a16="http://schemas.microsoft.com/office/drawing/2014/main" id="{94105F49-FA4B-4F09-BB6E-78EF833B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2959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27" name=""/>
          <p:cNvCxnSpPr>
            <a:stCxn xmlns:a="http://schemas.openxmlformats.org/drawingml/2006/main" id="163" idx="3"/>
            <a:endCxn xmlns:a="http://schemas.openxmlformats.org/drawingml/2006/main" id="164" idx="1"/>
          </p:cNvCxnSpPr>
          <p:nvPr/>
        </p:nvCxnSpPr>
        <p:spPr>
          <a:xfrm xmlns:a="http://schemas.openxmlformats.org/drawingml/2006/main">
            <a:off x="10953655" y="4296014"/>
            <a:ext cx="23822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C99950"/>
            </a:solidFill>
            <a:prstDash val="solid"/>
          </a:ln>
        </p:spPr>
      </p:cxnSp>
      <p:sp>
        <p:nvSpPr>
          <p:cNvPr id="166" name="skill-map-en-v2-85">
            <a:extLst xmlns:a="http://schemas.openxmlformats.org/drawingml/2006/main">
              <a:ext uri="{FF2B5EF4-FFF2-40B4-BE49-F238E27FC236}">
                <a16:creationId xmlns:a16="http://schemas.microsoft.com/office/drawing/2014/main" id="{2B0C88C8-3AB5-4520-8664-04879CAC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6496" y="4479131"/>
            <a:ext cx="688467" cy="45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skill-map-en-v2-86">
            <a:extLst xmlns:a="http://schemas.openxmlformats.org/drawingml/2006/main">
              <a:ext uri="{FF2B5EF4-FFF2-40B4-BE49-F238E27FC236}">
                <a16:creationId xmlns:a16="http://schemas.microsoft.com/office/drawing/2014/main" id="{B5B2496D-44E3-4BBD-869F-37255696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6496" y="4664583"/>
            <a:ext cx="873824" cy="45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CF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skill-map-en-v2-87">
            <a:extLst xmlns:a="http://schemas.openxmlformats.org/drawingml/2006/main">
              <a:ext uri="{FF2B5EF4-FFF2-40B4-BE49-F238E27FC236}">
                <a16:creationId xmlns:a16="http://schemas.microsoft.com/office/drawing/2014/main" id="{3FF8B522-906F-4FAD-B414-CE0D7DD0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6496" y="4850035"/>
            <a:ext cx="873824" cy="45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7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skill-map-en-v2-88">
            <a:extLst xmlns:a="http://schemas.openxmlformats.org/drawingml/2006/main">
              <a:ext uri="{FF2B5EF4-FFF2-40B4-BE49-F238E27FC236}">
                <a16:creationId xmlns:a16="http://schemas.microsoft.com/office/drawing/2014/main" id="{12395D98-8483-4236-B417-3D917BBD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6496" y="5035487"/>
            <a:ext cx="873824" cy="45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skill-map-en-v2-89">
            <a:extLst xmlns:a="http://schemas.openxmlformats.org/drawingml/2006/main">
              <a:ext uri="{FF2B5EF4-FFF2-40B4-BE49-F238E27FC236}">
                <a16:creationId xmlns:a16="http://schemas.microsoft.com/office/drawing/2014/main" id="{6844A04B-1213-45F8-9229-CB887E46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91490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CF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skill-map-en-v2-90">
            <a:extLst xmlns:a="http://schemas.openxmlformats.org/drawingml/2006/main">
              <a:ext uri="{FF2B5EF4-FFF2-40B4-BE49-F238E27FC236}">
                <a16:creationId xmlns:a16="http://schemas.microsoft.com/office/drawing/2014/main" id="{B7A1C268-05AF-46CC-952B-EC95C558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5114925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CF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skill-map-en-v2-91">
            <a:extLst xmlns:a="http://schemas.openxmlformats.org/drawingml/2006/main">
              <a:ext uri="{FF2B5EF4-FFF2-40B4-BE49-F238E27FC236}">
                <a16:creationId xmlns:a16="http://schemas.microsoft.com/office/drawing/2014/main" id="{DDC635DC-585C-4B62-9E01-1EC56C21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381500"/>
            <a:ext cx="762000" cy="4572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A9086"/>
            </a:solidFill>
            <a:prstDash val="solid"/>
          </a:ln>
        </p:spPr>
      </p:sp>
      <p:sp>
        <p:nvSpPr>
          <p:cNvPr id="173" name="skill-map-en-v2-92-start-1">
            <a:extLst xmlns:a="http://schemas.openxmlformats.org/drawingml/2006/main">
              <a:ext uri="{FF2B5EF4-FFF2-40B4-BE49-F238E27FC236}">
                <a16:creationId xmlns:a16="http://schemas.microsoft.com/office/drawing/2014/main" id="{D2143BDA-FB84-4C58-A9FC-5AE0D548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48387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4" name="skill-map-en-v2-92-end-1">
            <a:extLst xmlns:a="http://schemas.openxmlformats.org/drawingml/2006/main">
              <a:ext uri="{FF2B5EF4-FFF2-40B4-BE49-F238E27FC236}">
                <a16:creationId xmlns:a16="http://schemas.microsoft.com/office/drawing/2014/main" id="{24ED7E05-DB6E-4F32-9279-2171B48A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815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37" name=""/>
          <p:cNvCxnSpPr>
            <a:stCxn xmlns:a="http://schemas.openxmlformats.org/drawingml/2006/main" id="173" idx="2"/>
            <a:endCxn xmlns:a="http://schemas.openxmlformats.org/drawingml/2006/main" id="174" idx="0"/>
          </p:cNvCxnSpPr>
          <p:nvPr/>
        </p:nvCxnSpPr>
        <p:spPr>
          <a:xfrm xmlns:a="http://schemas.openxmlformats.org/drawingml/2006/main" flipH="1">
            <a:off x="10953798" y="4838795"/>
            <a:ext cx="38100" cy="14278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A9086"/>
            </a:solidFill>
            <a:prstDash val="solid"/>
          </a:ln>
        </p:spPr>
      </p:cxnSp>
      <p:sp>
        <p:nvSpPr>
          <p:cNvPr id="176" name="skill-map-en-v2-92-start-2">
            <a:extLst xmlns:a="http://schemas.openxmlformats.org/drawingml/2006/main">
              <a:ext uri="{FF2B5EF4-FFF2-40B4-BE49-F238E27FC236}">
                <a16:creationId xmlns:a16="http://schemas.microsoft.com/office/drawing/2014/main" id="{FAB663DE-3DF0-4624-83EA-7DBB3761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815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7" name="skill-map-en-v2-92-end-2">
            <a:extLst xmlns:a="http://schemas.openxmlformats.org/drawingml/2006/main">
              <a:ext uri="{FF2B5EF4-FFF2-40B4-BE49-F238E27FC236}">
                <a16:creationId xmlns:a16="http://schemas.microsoft.com/office/drawing/2014/main" id="{55E1E687-5972-411F-9AFF-8700D4A5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8387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40" name=""/>
          <p:cNvCxnSpPr>
            <a:stCxn xmlns:a="http://schemas.openxmlformats.org/drawingml/2006/main" id="176" idx="3"/>
            <a:endCxn xmlns:a="http://schemas.openxmlformats.org/drawingml/2006/main" id="177" idx="1"/>
          </p:cNvCxnSpPr>
          <p:nvPr/>
        </p:nvCxnSpPr>
        <p:spPr>
          <a:xfrm xmlns:a="http://schemas.openxmlformats.org/drawingml/2006/main" flipV="1">
            <a:off x="10953845" y="4838748"/>
            <a:ext cx="209455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A9086"/>
            </a:solidFill>
            <a:prstDash val="solid"/>
          </a:ln>
        </p:spPr>
      </p:cxnSp>
      <p:sp>
        <p:nvSpPr>
          <p:cNvPr id="179" name="skill-map-en-v2-93-start-1">
            <a:extLst xmlns:a="http://schemas.openxmlformats.org/drawingml/2006/main">
              <a:ext uri="{FF2B5EF4-FFF2-40B4-BE49-F238E27FC236}">
                <a16:creationId xmlns:a16="http://schemas.microsoft.com/office/drawing/2014/main" id="{6D5667BC-7A35-4D46-A287-EA60BB1C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148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0" name="skill-map-en-v2-93-end-1">
            <a:extLst xmlns:a="http://schemas.openxmlformats.org/drawingml/2006/main">
              <a:ext uri="{FF2B5EF4-FFF2-40B4-BE49-F238E27FC236}">
                <a16:creationId xmlns:a16="http://schemas.microsoft.com/office/drawing/2014/main" id="{F486DAE8-BB9A-4022-B390-112A5F56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45148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43" name=""/>
          <p:cNvCxnSpPr>
            <a:stCxn xmlns:a="http://schemas.openxmlformats.org/drawingml/2006/main" id="179" idx="3"/>
            <a:endCxn xmlns:a="http://schemas.openxmlformats.org/drawingml/2006/main" id="180" idx="1"/>
          </p:cNvCxnSpPr>
          <p:nvPr/>
        </p:nvCxnSpPr>
        <p:spPr>
          <a:xfrm xmlns:a="http://schemas.openxmlformats.org/drawingml/2006/main">
            <a:off x="11010995" y="4514898"/>
            <a:ext cx="53330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9B2A0"/>
            </a:solidFill>
            <a:prstDash val="solid"/>
          </a:ln>
        </p:spPr>
      </p:cxnSp>
      <p:sp>
        <p:nvSpPr>
          <p:cNvPr id="182" name="skill-map-en-v2-94-start-1">
            <a:extLst xmlns:a="http://schemas.openxmlformats.org/drawingml/2006/main">
              <a:ext uri="{FF2B5EF4-FFF2-40B4-BE49-F238E27FC236}">
                <a16:creationId xmlns:a16="http://schemas.microsoft.com/office/drawing/2014/main" id="{26BE2647-AA4D-45B1-A4E9-BA3DDEB1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6291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3" name="skill-map-en-v2-94-end-1">
            <a:extLst xmlns:a="http://schemas.openxmlformats.org/drawingml/2006/main">
              <a:ext uri="{FF2B5EF4-FFF2-40B4-BE49-F238E27FC236}">
                <a16:creationId xmlns:a16="http://schemas.microsoft.com/office/drawing/2014/main" id="{D0905DC9-7AE4-4E01-8370-35DC2761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46291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46" name=""/>
          <p:cNvCxnSpPr>
            <a:stCxn xmlns:a="http://schemas.openxmlformats.org/drawingml/2006/main" id="182" idx="3"/>
            <a:endCxn xmlns:a="http://schemas.openxmlformats.org/drawingml/2006/main" id="183" idx="1"/>
          </p:cNvCxnSpPr>
          <p:nvPr/>
        </p:nvCxnSpPr>
        <p:spPr>
          <a:xfrm xmlns:a="http://schemas.openxmlformats.org/drawingml/2006/main">
            <a:off x="11010995" y="4629198"/>
            <a:ext cx="53330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9B2A0"/>
            </a:solidFill>
            <a:prstDash val="solid"/>
          </a:ln>
        </p:spPr>
      </p:cxnSp>
      <p:sp>
        <p:nvSpPr>
          <p:cNvPr id="185" name="skill-map-en-v2-95">
            <a:extLst xmlns:a="http://schemas.openxmlformats.org/drawingml/2006/main">
              <a:ext uri="{FF2B5EF4-FFF2-40B4-BE49-F238E27FC236}">
                <a16:creationId xmlns:a16="http://schemas.microsoft.com/office/drawing/2014/main" id="{80B50F7D-A829-4B10-8161-212F4A91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286375"/>
            <a:ext cx="733425" cy="695325"/>
          </a:xfrm>
          <a:custGeom xmlns:a="http://schemas.openxmlformats.org/drawingml/2006/main">
            <a:pathLst>
              <a:path w="733425" h="695325">
                <a:moveTo>
                  <a:pt x="0" y="133350"/>
                </a:moveTo>
                <a:lnTo>
                  <a:pt x="142875" y="0"/>
                </a:lnTo>
                <a:lnTo>
                  <a:pt x="733425" y="561975"/>
                </a:lnTo>
                <a:lnTo>
                  <a:pt x="600075" y="695325"/>
                </a:lnTo>
                <a:close/>
              </a:path>
            </a:pathLst>
          </a:custGeom>
          <a:solidFill xmlns:a="http://schemas.openxmlformats.org/drawingml/2006/main">
            <a:srgbClr val="B1D3C5"/>
          </a:solidFill>
          <a:ln xmlns:a="http://schemas.openxmlformats.org/drawingml/2006/main" w="19050">
            <a:solidFill>
              <a:srgbClr val="4A9086"/>
            </a:solidFill>
            <a:prstDash val="solid"/>
          </a:ln>
        </p:spPr>
      </p:sp>
      <p:sp>
        <p:nvSpPr>
          <p:cNvPr id="186" name="skill-map-en-v2-96">
            <a:extLst xmlns:a="http://schemas.openxmlformats.org/drawingml/2006/main">
              <a:ext uri="{FF2B5EF4-FFF2-40B4-BE49-F238E27FC236}">
                <a16:creationId xmlns:a16="http://schemas.microsoft.com/office/drawing/2014/main" id="{A0E19231-82FF-45DE-84A4-49C6C3D2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5419725"/>
            <a:ext cx="209550" cy="142875"/>
          </a:xfrm>
          <a:custGeom xmlns:a="http://schemas.openxmlformats.org/drawingml/2006/main">
            <a:pathLst>
              <a:path w="209550" h="142875">
                <a:moveTo>
                  <a:pt x="66675" y="0"/>
                </a:moveTo>
                <a:lnTo>
                  <a:pt x="0" y="142875"/>
                </a:lnTo>
                <a:lnTo>
                  <a:pt x="209550" y="95250"/>
                </a:lnTo>
                <a:close/>
              </a:path>
            </a:pathLst>
          </a:custGeom>
          <a:solidFill xmlns:a="http://schemas.openxmlformats.org/drawingml/2006/main">
            <a:srgbClr val="F3E8D0"/>
          </a:solidFill>
          <a:ln xmlns:a="http://schemas.openxmlformats.org/drawingml/2006/main" w="14288">
            <a:solidFill>
              <a:srgbClr val="4A9086"/>
            </a:solidFill>
            <a:prstDash val="solid"/>
          </a:ln>
        </p:spPr>
      </p:sp>
      <p:sp>
        <p:nvSpPr>
          <p:cNvPr id="187" name="skill-map-en-v2-97">
            <a:extLst xmlns:a="http://schemas.openxmlformats.org/drawingml/2006/main">
              <a:ext uri="{FF2B5EF4-FFF2-40B4-BE49-F238E27FC236}">
                <a16:creationId xmlns:a16="http://schemas.microsoft.com/office/drawing/2014/main" id="{6EF44119-59F7-4DB8-87AB-8542664A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4010025"/>
            <a:ext cx="752475" cy="1066800"/>
          </a:xfrm>
          <a:custGeom xmlns:a="http://schemas.openxmlformats.org/drawingml/2006/main">
            <a:pathLst>
              <a:path w="752475" h="1066800">
                <a:moveTo>
                  <a:pt x="0" y="0"/>
                </a:moveTo>
                <a:lnTo>
                  <a:pt x="617029" y="0"/>
                </a:lnTo>
                <a:lnTo>
                  <a:pt x="752475" y="135446"/>
                </a:lnTo>
                <a:lnTo>
                  <a:pt x="752475" y="1066800"/>
                </a:lnTo>
                <a:lnTo>
                  <a:pt x="0" y="10668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527FAA"/>
            </a:solidFill>
            <a:prstDash val="solid"/>
          </a:ln>
        </p:spPr>
      </p:sp>
      <p:sp>
        <p:nvSpPr>
          <p:cNvPr id="188" name="skill-map-en-v2-98-start-1">
            <a:extLst xmlns:a="http://schemas.openxmlformats.org/drawingml/2006/main">
              <a:ext uri="{FF2B5EF4-FFF2-40B4-BE49-F238E27FC236}">
                <a16:creationId xmlns:a16="http://schemas.microsoft.com/office/drawing/2014/main" id="{6406E2B9-2679-4F07-B955-854F1FDA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7655" y="40100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9" name="skill-map-en-v2-98-end-1">
            <a:extLst xmlns:a="http://schemas.openxmlformats.org/drawingml/2006/main">
              <a:ext uri="{FF2B5EF4-FFF2-40B4-BE49-F238E27FC236}">
                <a16:creationId xmlns:a16="http://schemas.microsoft.com/office/drawing/2014/main" id="{1914E6B0-7A30-4044-A925-311A8A75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7655" y="41454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52" name=""/>
          <p:cNvCxnSpPr>
            <a:stCxn xmlns:a="http://schemas.openxmlformats.org/drawingml/2006/main" id="188" idx="2"/>
            <a:endCxn xmlns:a="http://schemas.openxmlformats.org/drawingml/2006/main" id="189" idx="0"/>
          </p:cNvCxnSpPr>
          <p:nvPr/>
        </p:nvCxnSpPr>
        <p:spPr>
          <a:xfrm xmlns:a="http://schemas.openxmlformats.org/drawingml/2006/main">
            <a:off x="13237703" y="4010120"/>
            <a:ext cx="0" cy="135351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27FAA"/>
            </a:solidFill>
            <a:prstDash val="solid"/>
          </a:ln>
        </p:spPr>
      </p:cxnSp>
      <p:sp>
        <p:nvSpPr>
          <p:cNvPr id="191" name="skill-map-en-v2-98-start-2">
            <a:extLst xmlns:a="http://schemas.openxmlformats.org/drawingml/2006/main">
              <a:ext uri="{FF2B5EF4-FFF2-40B4-BE49-F238E27FC236}">
                <a16:creationId xmlns:a16="http://schemas.microsoft.com/office/drawing/2014/main" id="{790FB836-4A0D-48C4-8AB0-46127C71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7655" y="41454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2" name="skill-map-en-v2-98-end-2">
            <a:extLst xmlns:a="http://schemas.openxmlformats.org/drawingml/2006/main">
              <a:ext uri="{FF2B5EF4-FFF2-40B4-BE49-F238E27FC236}">
                <a16:creationId xmlns:a16="http://schemas.microsoft.com/office/drawing/2014/main" id="{5450E089-A47F-40F0-B9CF-28B53C7C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41454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55" name=""/>
          <p:cNvCxnSpPr>
            <a:stCxn xmlns:a="http://schemas.openxmlformats.org/drawingml/2006/main" id="191" idx="3"/>
            <a:endCxn xmlns:a="http://schemas.openxmlformats.org/drawingml/2006/main" id="192" idx="1"/>
          </p:cNvCxnSpPr>
          <p:nvPr/>
        </p:nvCxnSpPr>
        <p:spPr>
          <a:xfrm xmlns:a="http://schemas.openxmlformats.org/drawingml/2006/main">
            <a:off x="13237750" y="4145519"/>
            <a:ext cx="1353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27FAA"/>
            </a:solidFill>
            <a:prstDash val="solid"/>
          </a:ln>
        </p:spPr>
      </p:cxnSp>
      <p:sp>
        <p:nvSpPr>
          <p:cNvPr id="194" name="skill-map-en-v2-99">
            <a:extLst xmlns:a="http://schemas.openxmlformats.org/drawingml/2006/main">
              <a:ext uri="{FF2B5EF4-FFF2-40B4-BE49-F238E27FC236}">
                <a16:creationId xmlns:a16="http://schemas.microsoft.com/office/drawing/2014/main" id="{EBD0D3DA-62B4-4FAD-AED6-9410F247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3496" y="4276725"/>
            <a:ext cx="391287" cy="288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skill-map-en-v2-100">
            <a:extLst xmlns:a="http://schemas.openxmlformats.org/drawingml/2006/main">
              <a:ext uri="{FF2B5EF4-FFF2-40B4-BE49-F238E27FC236}">
                <a16:creationId xmlns:a16="http://schemas.microsoft.com/office/drawing/2014/main" id="{9C60B8CD-4350-49C1-BAA8-FD204926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3496" y="4394073"/>
            <a:ext cx="496634" cy="288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skill-map-en-v2-101">
            <a:extLst xmlns:a="http://schemas.openxmlformats.org/drawingml/2006/main">
              <a:ext uri="{FF2B5EF4-FFF2-40B4-BE49-F238E27FC236}">
                <a16:creationId xmlns:a16="http://schemas.microsoft.com/office/drawing/2014/main" id="{0B710DCE-361E-4A99-BD90-5EEAAA89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3496" y="4511421"/>
            <a:ext cx="496634" cy="288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A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skill-map-en-v2-102">
            <a:extLst xmlns:a="http://schemas.openxmlformats.org/drawingml/2006/main">
              <a:ext uri="{FF2B5EF4-FFF2-40B4-BE49-F238E27FC236}">
                <a16:creationId xmlns:a16="http://schemas.microsoft.com/office/drawing/2014/main" id="{79F2CF78-3632-4FBF-88AF-C9CF7777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3496" y="4628769"/>
            <a:ext cx="496634" cy="288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skill-map-en-v2-103">
            <a:extLst xmlns:a="http://schemas.openxmlformats.org/drawingml/2006/main">
              <a:ext uri="{FF2B5EF4-FFF2-40B4-BE49-F238E27FC236}">
                <a16:creationId xmlns:a16="http://schemas.microsoft.com/office/drawing/2014/main" id="{1BA1FD29-9A41-41E2-BD63-8A771DC6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3496" y="4639437"/>
            <a:ext cx="526733" cy="2987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27FA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27FAA"/>
                </a:solidFill>
                <a:latin typeface="Arial"/>
                <a:ea typeface="Arial"/>
                <a:cs typeface="Arial"/>
              </a:rPr>
              <a:t>&lt;/&gt;</a:t>
            </a:r>
          </a:p>
        </p:txBody>
      </p:sp>
      <p:sp>
        <p:nvSpPr>
          <p:cNvPr id="199" name="skill-map-en-v2-104">
            <a:extLst xmlns:a="http://schemas.openxmlformats.org/drawingml/2006/main">
              <a:ext uri="{FF2B5EF4-FFF2-40B4-BE49-F238E27FC236}">
                <a16:creationId xmlns:a16="http://schemas.microsoft.com/office/drawing/2014/main" id="{3AA3FD91-C6C0-47EF-9CEB-30811F93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3933825"/>
            <a:ext cx="809625" cy="1152525"/>
          </a:xfrm>
          <a:custGeom xmlns:a="http://schemas.openxmlformats.org/drawingml/2006/main">
            <a:pathLst>
              <a:path w="809625" h="1152525">
                <a:moveTo>
                  <a:pt x="0" y="0"/>
                </a:moveTo>
                <a:lnTo>
                  <a:pt x="663893" y="0"/>
                </a:lnTo>
                <a:lnTo>
                  <a:pt x="809625" y="145733"/>
                </a:lnTo>
                <a:lnTo>
                  <a:pt x="809625" y="1152525"/>
                </a:lnTo>
                <a:lnTo>
                  <a:pt x="0" y="11525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4A9086"/>
            </a:solidFill>
            <a:prstDash val="solid"/>
          </a:ln>
        </p:spPr>
      </p:sp>
      <p:sp>
        <p:nvSpPr>
          <p:cNvPr id="200" name="skill-map-en-v2-105-start-1">
            <a:extLst xmlns:a="http://schemas.openxmlformats.org/drawingml/2006/main">
              <a:ext uri="{FF2B5EF4-FFF2-40B4-BE49-F238E27FC236}">
                <a16:creationId xmlns:a16="http://schemas.microsoft.com/office/drawing/2014/main" id="{E8B7A9EF-5FE1-40B3-A45A-A9EC2BC2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2243" y="3933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1" name="skill-map-en-v2-105-end-1">
            <a:extLst xmlns:a="http://schemas.openxmlformats.org/drawingml/2006/main">
              <a:ext uri="{FF2B5EF4-FFF2-40B4-BE49-F238E27FC236}">
                <a16:creationId xmlns:a16="http://schemas.microsoft.com/office/drawing/2014/main" id="{4DDC85EB-B83F-4BB7-98A8-F4374758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2243" y="40795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64" name=""/>
          <p:cNvCxnSpPr>
            <a:stCxn xmlns:a="http://schemas.openxmlformats.org/drawingml/2006/main" id="200" idx="2"/>
            <a:endCxn xmlns:a="http://schemas.openxmlformats.org/drawingml/2006/main" id="201" idx="0"/>
          </p:cNvCxnSpPr>
          <p:nvPr/>
        </p:nvCxnSpPr>
        <p:spPr>
          <a:xfrm xmlns:a="http://schemas.openxmlformats.org/drawingml/2006/main">
            <a:off x="14132291" y="3933920"/>
            <a:ext cx="0" cy="145638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203" name="skill-map-en-v2-105-start-2">
            <a:extLst xmlns:a="http://schemas.openxmlformats.org/drawingml/2006/main">
              <a:ext uri="{FF2B5EF4-FFF2-40B4-BE49-F238E27FC236}">
                <a16:creationId xmlns:a16="http://schemas.microsoft.com/office/drawing/2014/main" id="{45E4353F-02C5-4CAE-89A7-F985D4F7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2243" y="40795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4" name="skill-map-en-v2-105-end-2">
            <a:extLst xmlns:a="http://schemas.openxmlformats.org/drawingml/2006/main">
              <a:ext uri="{FF2B5EF4-FFF2-40B4-BE49-F238E27FC236}">
                <a16:creationId xmlns:a16="http://schemas.microsoft.com/office/drawing/2014/main" id="{8DC14D0F-CF28-4909-8336-E9DE372C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7975" y="40795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67" name=""/>
          <p:cNvCxnSpPr>
            <a:stCxn xmlns:a="http://schemas.openxmlformats.org/drawingml/2006/main" id="203" idx="3"/>
            <a:endCxn xmlns:a="http://schemas.openxmlformats.org/drawingml/2006/main" id="204" idx="1"/>
          </p:cNvCxnSpPr>
          <p:nvPr/>
        </p:nvCxnSpPr>
        <p:spPr>
          <a:xfrm xmlns:a="http://schemas.openxmlformats.org/drawingml/2006/main">
            <a:off x="14132338" y="4079606"/>
            <a:ext cx="145637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206" name="skill-map-en-v2-106">
            <a:extLst xmlns:a="http://schemas.openxmlformats.org/drawingml/2006/main">
              <a:ext uri="{FF2B5EF4-FFF2-40B4-BE49-F238E27FC236}">
                <a16:creationId xmlns:a16="http://schemas.microsoft.com/office/drawing/2014/main" id="{2594C40F-E4A2-40A0-9C34-F1159C1D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9794" y="4221956"/>
            <a:ext cx="421005" cy="31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skill-map-en-v2-107">
            <a:extLst xmlns:a="http://schemas.openxmlformats.org/drawingml/2006/main">
              <a:ext uri="{FF2B5EF4-FFF2-40B4-BE49-F238E27FC236}">
                <a16:creationId xmlns:a16="http://schemas.microsoft.com/office/drawing/2014/main" id="{1A47498C-51FD-4DFA-AB68-352134EB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9794" y="4348734"/>
            <a:ext cx="534353" cy="31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D3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skill-map-en-v2-108">
            <a:extLst xmlns:a="http://schemas.openxmlformats.org/drawingml/2006/main">
              <a:ext uri="{FF2B5EF4-FFF2-40B4-BE49-F238E27FC236}">
                <a16:creationId xmlns:a16="http://schemas.microsoft.com/office/drawing/2014/main" id="{E5CC147D-13DF-42D4-96AA-92942981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9794" y="4475512"/>
            <a:ext cx="534353" cy="31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B2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skill-map-en-v2-109">
            <a:extLst xmlns:a="http://schemas.openxmlformats.org/drawingml/2006/main">
              <a:ext uri="{FF2B5EF4-FFF2-40B4-BE49-F238E27FC236}">
                <a16:creationId xmlns:a16="http://schemas.microsoft.com/office/drawing/2014/main" id="{5EE6474F-5872-4166-9A92-30F503BB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9794" y="4602290"/>
            <a:ext cx="534353" cy="31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skill-map-en-v2-110">
            <a:extLst xmlns:a="http://schemas.openxmlformats.org/drawingml/2006/main">
              <a:ext uri="{FF2B5EF4-FFF2-40B4-BE49-F238E27FC236}">
                <a16:creationId xmlns:a16="http://schemas.microsoft.com/office/drawing/2014/main" id="{876DB233-95F2-416D-A3C8-2250B291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9794" y="4625340"/>
            <a:ext cx="534352" cy="276606"/>
          </a:xfrm>
          <a:custGeom xmlns:a="http://schemas.openxmlformats.org/drawingml/2006/main">
            <a:pathLst>
              <a:path w="534352" h="276606">
                <a:moveTo>
                  <a:pt x="0" y="276606"/>
                </a:moveTo>
                <a:lnTo>
                  <a:pt x="137636" y="80677"/>
                </a:lnTo>
                <a:lnTo>
                  <a:pt x="259080" y="207454"/>
                </a:lnTo>
                <a:lnTo>
                  <a:pt x="404813" y="0"/>
                </a:lnTo>
                <a:lnTo>
                  <a:pt x="534352" y="276606"/>
                </a:lnTo>
                <a:close/>
              </a:path>
            </a:pathLst>
          </a:custGeom>
          <a:solidFill xmlns:a="http://schemas.openxmlformats.org/drawingml/2006/main">
            <a:srgbClr val="B1D3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skill-map-en-v2-111">
            <a:extLst xmlns:a="http://schemas.openxmlformats.org/drawingml/2006/main">
              <a:ext uri="{FF2B5EF4-FFF2-40B4-BE49-F238E27FC236}">
                <a16:creationId xmlns:a16="http://schemas.microsoft.com/office/drawing/2014/main" id="{2962162E-AEBF-4751-BBBC-18FBC3D8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4650" y="4152900"/>
            <a:ext cx="514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17145">
            <a:solidFill>
              <a:srgbClr val="527FAA"/>
            </a:solidFill>
            <a:prstDash val="solid"/>
          </a:ln>
        </p:spPr>
      </p:sp>
      <p:sp>
        <p:nvSpPr>
          <p:cNvPr id="212" name="skill-map-en-v2-112">
            <a:extLst xmlns:a="http://schemas.openxmlformats.org/drawingml/2006/main">
              <a:ext uri="{FF2B5EF4-FFF2-40B4-BE49-F238E27FC236}">
                <a16:creationId xmlns:a16="http://schemas.microsoft.com/office/drawing/2014/main" id="{1B41B2FC-4DA6-4AE6-8D57-79F1DA7B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4650" y="4048125"/>
            <a:ext cx="51435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E5EF"/>
          </a:solidFill>
          <a:ln xmlns:a="http://schemas.openxmlformats.org/drawingml/2006/main" w="17145">
            <a:solidFill>
              <a:srgbClr val="527FAA"/>
            </a:solidFill>
            <a:prstDash val="solid"/>
          </a:ln>
        </p:spPr>
      </p:sp>
      <p:sp>
        <p:nvSpPr>
          <p:cNvPr id="213" name="skill-map-en-v2-113-start-1">
            <a:extLst xmlns:a="http://schemas.openxmlformats.org/drawingml/2006/main">
              <a:ext uri="{FF2B5EF4-FFF2-40B4-BE49-F238E27FC236}">
                <a16:creationId xmlns:a16="http://schemas.microsoft.com/office/drawing/2014/main" id="{51367B01-7402-4396-9343-572F1CCD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44291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4" name="skill-map-en-v2-113-end-1">
            <a:extLst xmlns:a="http://schemas.openxmlformats.org/drawingml/2006/main">
              <a:ext uri="{FF2B5EF4-FFF2-40B4-BE49-F238E27FC236}">
                <a16:creationId xmlns:a16="http://schemas.microsoft.com/office/drawing/2014/main" id="{84C3D4DB-3BCD-4BD5-BF4F-DEC9E508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44862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77" name=""/>
          <p:cNvCxnSpPr>
            <a:stCxn xmlns:a="http://schemas.openxmlformats.org/drawingml/2006/main" id="213" idx="2"/>
            <a:endCxn xmlns:a="http://schemas.openxmlformats.org/drawingml/2006/main" id="214" idx="1"/>
          </p:cNvCxnSpPr>
          <p:nvPr/>
        </p:nvCxnSpPr>
        <p:spPr>
          <a:xfrm xmlns:a="http://schemas.openxmlformats.org/drawingml/2006/main">
            <a:off x="14363748" y="4429220"/>
            <a:ext cx="57102" cy="5710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FFFF"/>
            </a:solidFill>
            <a:prstDash val="solid"/>
          </a:ln>
        </p:spPr>
      </p:cxnSp>
      <p:sp>
        <p:nvSpPr>
          <p:cNvPr id="216" name="skill-map-en-v2-113-start-2">
            <a:extLst xmlns:a="http://schemas.openxmlformats.org/drawingml/2006/main">
              <a:ext uri="{FF2B5EF4-FFF2-40B4-BE49-F238E27FC236}">
                <a16:creationId xmlns:a16="http://schemas.microsoft.com/office/drawing/2014/main" id="{86F358BD-F5D2-4468-8DB3-0F645215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44862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7" name="skill-map-en-v2-113-end-2">
            <a:extLst xmlns:a="http://schemas.openxmlformats.org/drawingml/2006/main">
              <a:ext uri="{FF2B5EF4-FFF2-40B4-BE49-F238E27FC236}">
                <a16:creationId xmlns:a16="http://schemas.microsoft.com/office/drawing/2014/main" id="{CC4BD6FF-BFF3-457C-B6C2-053C1ACE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3275" y="44862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80" name=""/>
          <p:cNvCxnSpPr>
            <a:stCxn xmlns:a="http://schemas.openxmlformats.org/drawingml/2006/main" id="216" idx="3"/>
            <a:endCxn xmlns:a="http://schemas.openxmlformats.org/drawingml/2006/main" id="217" idx="1"/>
          </p:cNvCxnSpPr>
          <p:nvPr/>
        </p:nvCxnSpPr>
        <p:spPr>
          <a:xfrm xmlns:a="http://schemas.openxmlformats.org/drawingml/2006/main">
            <a:off x="14420945" y="4486323"/>
            <a:ext cx="3523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FFFF"/>
            </a:solidFill>
            <a:prstDash val="solid"/>
          </a:ln>
        </p:spPr>
      </p:cxnSp>
      <p:sp>
        <p:nvSpPr>
          <p:cNvPr id="219" name="skill-map-en-v2-113-start-3">
            <a:extLst xmlns:a="http://schemas.openxmlformats.org/drawingml/2006/main">
              <a:ext uri="{FF2B5EF4-FFF2-40B4-BE49-F238E27FC236}">
                <a16:creationId xmlns:a16="http://schemas.microsoft.com/office/drawing/2014/main" id="{DC7666B8-C312-432E-BD66-883196AC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3275" y="44862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0" name="skill-map-en-v2-113-end-3">
            <a:extLst xmlns:a="http://schemas.openxmlformats.org/drawingml/2006/main">
              <a:ext uri="{FF2B5EF4-FFF2-40B4-BE49-F238E27FC236}">
                <a16:creationId xmlns:a16="http://schemas.microsoft.com/office/drawing/2014/main" id="{689752D6-77F1-4D84-AA08-9D14B322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49475" y="44291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83" name=""/>
          <p:cNvCxnSpPr>
            <a:stCxn xmlns:a="http://schemas.openxmlformats.org/drawingml/2006/main" id="219" idx="3"/>
            <a:endCxn xmlns:a="http://schemas.openxmlformats.org/drawingml/2006/main" id="220" idx="1"/>
          </p:cNvCxnSpPr>
          <p:nvPr/>
        </p:nvCxnSpPr>
        <p:spPr>
          <a:xfrm xmlns:a="http://schemas.openxmlformats.org/drawingml/2006/main" flipV="1">
            <a:off x="14773370" y="4429173"/>
            <a:ext cx="76105" cy="57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FFFF"/>
            </a:solidFill>
            <a:prstDash val="solid"/>
          </a:ln>
        </p:spPr>
      </p:cxnSp>
      <p:sp>
        <p:nvSpPr>
          <p:cNvPr id="222" name="skill-map-en-v2-114-start-1">
            <a:extLst xmlns:a="http://schemas.openxmlformats.org/drawingml/2006/main">
              <a:ext uri="{FF2B5EF4-FFF2-40B4-BE49-F238E27FC236}">
                <a16:creationId xmlns:a16="http://schemas.microsoft.com/office/drawing/2014/main" id="{DD0FD8AE-C946-4A6C-870D-8ECF2A2A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46577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3" name="skill-map-en-v2-114-end-1">
            <a:extLst xmlns:a="http://schemas.openxmlformats.org/drawingml/2006/main">
              <a:ext uri="{FF2B5EF4-FFF2-40B4-BE49-F238E27FC236}">
                <a16:creationId xmlns:a16="http://schemas.microsoft.com/office/drawing/2014/main" id="{19DAE29D-5C66-4770-BE3D-0BF59573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47148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86" name=""/>
          <p:cNvCxnSpPr>
            <a:stCxn xmlns:a="http://schemas.openxmlformats.org/drawingml/2006/main" id="222" idx="2"/>
            <a:endCxn xmlns:a="http://schemas.openxmlformats.org/drawingml/2006/main" id="223" idx="1"/>
          </p:cNvCxnSpPr>
          <p:nvPr/>
        </p:nvCxnSpPr>
        <p:spPr>
          <a:xfrm xmlns:a="http://schemas.openxmlformats.org/drawingml/2006/main">
            <a:off x="14363748" y="4657820"/>
            <a:ext cx="57102" cy="5710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FFFF"/>
            </a:solidFill>
            <a:prstDash val="solid"/>
          </a:ln>
        </p:spPr>
      </p:cxnSp>
      <p:sp>
        <p:nvSpPr>
          <p:cNvPr id="225" name="skill-map-en-v2-114-start-2">
            <a:extLst xmlns:a="http://schemas.openxmlformats.org/drawingml/2006/main">
              <a:ext uri="{FF2B5EF4-FFF2-40B4-BE49-F238E27FC236}">
                <a16:creationId xmlns:a16="http://schemas.microsoft.com/office/drawing/2014/main" id="{AEF9B1C2-6407-4DA5-805C-1F530F57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47148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6" name="skill-map-en-v2-114-end-2">
            <a:extLst xmlns:a="http://schemas.openxmlformats.org/drawingml/2006/main">
              <a:ext uri="{FF2B5EF4-FFF2-40B4-BE49-F238E27FC236}">
                <a16:creationId xmlns:a16="http://schemas.microsoft.com/office/drawing/2014/main" id="{456A181C-8987-4626-A4BA-9F4FAE5E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3275" y="47148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89" name=""/>
          <p:cNvCxnSpPr>
            <a:stCxn xmlns:a="http://schemas.openxmlformats.org/drawingml/2006/main" id="225" idx="3"/>
            <a:endCxn xmlns:a="http://schemas.openxmlformats.org/drawingml/2006/main" id="226" idx="1"/>
          </p:cNvCxnSpPr>
          <p:nvPr/>
        </p:nvCxnSpPr>
        <p:spPr>
          <a:xfrm xmlns:a="http://schemas.openxmlformats.org/drawingml/2006/main">
            <a:off x="14420945" y="4714923"/>
            <a:ext cx="3523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FFFF"/>
            </a:solidFill>
            <a:prstDash val="solid"/>
          </a:ln>
        </p:spPr>
      </p:cxnSp>
      <p:sp>
        <p:nvSpPr>
          <p:cNvPr id="228" name="skill-map-en-v2-114-start-3">
            <a:extLst xmlns:a="http://schemas.openxmlformats.org/drawingml/2006/main">
              <a:ext uri="{FF2B5EF4-FFF2-40B4-BE49-F238E27FC236}">
                <a16:creationId xmlns:a16="http://schemas.microsoft.com/office/drawing/2014/main" id="{5AEFA09F-353C-4674-BBD2-59444885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3275" y="47148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9" name="skill-map-en-v2-114-end-3">
            <a:extLst xmlns:a="http://schemas.openxmlformats.org/drawingml/2006/main">
              <a:ext uri="{FF2B5EF4-FFF2-40B4-BE49-F238E27FC236}">
                <a16:creationId xmlns:a16="http://schemas.microsoft.com/office/drawing/2014/main" id="{85B7A0A6-0887-414D-AEAE-5D1AD968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49475" y="46577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92" name=""/>
          <p:cNvCxnSpPr>
            <a:stCxn xmlns:a="http://schemas.openxmlformats.org/drawingml/2006/main" id="228" idx="3"/>
            <a:endCxn xmlns:a="http://schemas.openxmlformats.org/drawingml/2006/main" id="229" idx="1"/>
          </p:cNvCxnSpPr>
          <p:nvPr/>
        </p:nvCxnSpPr>
        <p:spPr>
          <a:xfrm xmlns:a="http://schemas.openxmlformats.org/drawingml/2006/main" flipV="1">
            <a:off x="14773370" y="4657773"/>
            <a:ext cx="76105" cy="57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FFFF"/>
            </a:solidFill>
            <a:prstDash val="solid"/>
          </a:ln>
        </p:spPr>
      </p:cxnSp>
      <p:sp>
        <p:nvSpPr>
          <p:cNvPr id="231" name="skill-map-en-v2-115">
            <a:extLst xmlns:a="http://schemas.openxmlformats.org/drawingml/2006/main">
              <a:ext uri="{FF2B5EF4-FFF2-40B4-BE49-F238E27FC236}">
                <a16:creationId xmlns:a16="http://schemas.microsoft.com/office/drawing/2014/main" id="{0C4332D9-BAF3-4490-920E-9E2B77EF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1075" y="4981575"/>
            <a:ext cx="1876425" cy="866775"/>
          </a:xfrm>
          <a:custGeom xmlns:a="http://schemas.openxmlformats.org/drawingml/2006/main">
            <a:pathLst>
              <a:path w="1876425" h="866775">
                <a:moveTo>
                  <a:pt x="0" y="0"/>
                </a:moveTo>
                <a:lnTo>
                  <a:pt x="1876425" y="0"/>
                </a:lnTo>
                <a:lnTo>
                  <a:pt x="1876425" y="866775"/>
                </a:lnTo>
                <a:lnTo>
                  <a:pt x="0" y="866775"/>
                </a:lnTo>
                <a:close/>
              </a:path>
            </a:pathLst>
          </a:custGeom>
          <a:solidFill xmlns:a="http://schemas.openxmlformats.org/drawingml/2006/main">
            <a:srgbClr val="D9ECE5"/>
          </a:solidFill>
          <a:ln xmlns:a="http://schemas.openxmlformats.org/drawingml/2006/main" w="20955">
            <a:solidFill>
              <a:srgbClr val="4A9086"/>
            </a:solidFill>
            <a:prstDash val="solid"/>
          </a:ln>
        </p:spPr>
      </p:sp>
      <p:sp>
        <p:nvSpPr>
          <p:cNvPr id="232" name="skill-map-en-v2-116">
            <a:extLst xmlns:a="http://schemas.openxmlformats.org/drawingml/2006/main">
              <a:ext uri="{FF2B5EF4-FFF2-40B4-BE49-F238E27FC236}">
                <a16:creationId xmlns:a16="http://schemas.microsoft.com/office/drawing/2014/main" id="{84B4DDBB-C8D8-41AA-8471-70F9141A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4981575"/>
            <a:ext cx="1257300" cy="457200"/>
          </a:xfrm>
          <a:custGeom xmlns:a="http://schemas.openxmlformats.org/drawingml/2006/main">
            <a:pathLst>
              <a:path w="1257300" h="457200">
                <a:moveTo>
                  <a:pt x="314325" y="0"/>
                </a:moveTo>
                <a:lnTo>
                  <a:pt x="0" y="276225"/>
                </a:lnTo>
                <a:lnTo>
                  <a:pt x="866775" y="457200"/>
                </a:lnTo>
                <a:lnTo>
                  <a:pt x="1257300" y="0"/>
                </a:lnTo>
                <a:close/>
              </a:path>
            </a:pathLst>
          </a:custGeom>
          <a:solidFill xmlns:a="http://schemas.openxmlformats.org/drawingml/2006/main">
            <a:srgbClr val="B1D3C5"/>
          </a:solidFill>
          <a:ln xmlns:a="http://schemas.openxmlformats.org/drawingml/2006/main" w="20955">
            <a:solidFill>
              <a:srgbClr val="4A9086"/>
            </a:solidFill>
            <a:prstDash val="solid"/>
          </a:ln>
        </p:spPr>
      </p:sp>
      <p:sp>
        <p:nvSpPr>
          <p:cNvPr id="233" name="skill-map-en-v2-117">
            <a:extLst xmlns:a="http://schemas.openxmlformats.org/drawingml/2006/main">
              <a:ext uri="{FF2B5EF4-FFF2-40B4-BE49-F238E27FC236}">
                <a16:creationId xmlns:a16="http://schemas.microsoft.com/office/drawing/2014/main" id="{2D043067-31E2-4678-AF12-001DCFBE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4981575"/>
            <a:ext cx="1304925" cy="457200"/>
          </a:xfrm>
          <a:custGeom xmlns:a="http://schemas.openxmlformats.org/drawingml/2006/main">
            <a:pathLst>
              <a:path w="1304925" h="457200">
                <a:moveTo>
                  <a:pt x="0" y="0"/>
                </a:moveTo>
                <a:lnTo>
                  <a:pt x="466725" y="457200"/>
                </a:lnTo>
                <a:lnTo>
                  <a:pt x="1304925" y="238125"/>
                </a:lnTo>
                <a:lnTo>
                  <a:pt x="933450" y="0"/>
                </a:lnTo>
                <a:close/>
              </a:path>
            </a:pathLst>
          </a:custGeom>
          <a:solidFill xmlns:a="http://schemas.openxmlformats.org/drawingml/2006/main">
            <a:srgbClr val="D8E5EF"/>
          </a:solidFill>
          <a:ln xmlns:a="http://schemas.openxmlformats.org/drawingml/2006/main" w="20955">
            <a:solidFill>
              <a:srgbClr val="4A9086"/>
            </a:solidFill>
            <a:prstDash val="solid"/>
          </a:ln>
        </p:spPr>
      </p:sp>
      <p:sp>
        <p:nvSpPr>
          <p:cNvPr id="234" name="skill-map-en-v2-118-start-1">
            <a:extLst xmlns:a="http://schemas.openxmlformats.org/drawingml/2006/main">
              <a:ext uri="{FF2B5EF4-FFF2-40B4-BE49-F238E27FC236}">
                <a16:creationId xmlns:a16="http://schemas.microsoft.com/office/drawing/2014/main" id="{D3AB9486-A8EE-4CE1-A66B-0FB91387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54483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5" name="skill-map-en-v2-118-end-1">
            <a:extLst xmlns:a="http://schemas.openxmlformats.org/drawingml/2006/main">
              <a:ext uri="{FF2B5EF4-FFF2-40B4-BE49-F238E27FC236}">
                <a16:creationId xmlns:a16="http://schemas.microsoft.com/office/drawing/2014/main" id="{F8C9411C-B6D9-485B-8941-9AB1A744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58102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98" name=""/>
          <p:cNvCxnSpPr>
            <a:stCxn xmlns:a="http://schemas.openxmlformats.org/drawingml/2006/main" id="234" idx="2"/>
            <a:endCxn xmlns:a="http://schemas.openxmlformats.org/drawingml/2006/main" id="235" idx="0"/>
          </p:cNvCxnSpPr>
          <p:nvPr/>
        </p:nvCxnSpPr>
        <p:spPr>
          <a:xfrm xmlns:a="http://schemas.openxmlformats.org/drawingml/2006/main">
            <a:off x="13354098" y="5448395"/>
            <a:ext cx="0" cy="36185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A9086"/>
            </a:solidFill>
            <a:prstDash val="solid"/>
          </a:ln>
        </p:spPr>
      </p:cxnSp>
      <p:sp>
        <p:nvSpPr>
          <p:cNvPr id="237" name="skill-map-en-v2-119">
            <a:extLst xmlns:a="http://schemas.openxmlformats.org/drawingml/2006/main">
              <a:ext uri="{FF2B5EF4-FFF2-40B4-BE49-F238E27FC236}">
                <a16:creationId xmlns:a16="http://schemas.microsoft.com/office/drawing/2014/main" id="{175601CF-1023-47D2-80C0-58E64908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Novelty &amp; feasibility</a:t>
            </a:r>
          </a:p>
        </p:txBody>
      </p:sp>
      <p:sp>
        <p:nvSpPr>
          <p:cNvPr id="238" name="skill-map-en-v2-120">
            <a:extLst xmlns:a="http://schemas.openxmlformats.org/drawingml/2006/main">
              <a:ext uri="{FF2B5EF4-FFF2-40B4-BE49-F238E27FC236}">
                <a16:creationId xmlns:a16="http://schemas.microsoft.com/office/drawing/2014/main" id="{6051EBC2-B30D-4847-8331-6AEE09C7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6124575"/>
            <a:ext cx="2495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Method development</a:t>
            </a:r>
          </a:p>
        </p:txBody>
      </p:sp>
      <p:sp>
        <p:nvSpPr>
          <p:cNvPr id="239" name="skill-map-en-v2-121">
            <a:extLst xmlns:a="http://schemas.openxmlformats.org/drawingml/2006/main">
              <a:ext uri="{FF2B5EF4-FFF2-40B4-BE49-F238E27FC236}">
                <a16:creationId xmlns:a16="http://schemas.microsoft.com/office/drawing/2014/main" id="{821A0CD5-6F0A-4D54-8BF4-DD4F5390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9150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Conference papers</a:t>
            </a:r>
          </a:p>
        </p:txBody>
      </p:sp>
      <p:sp>
        <p:nvSpPr>
          <p:cNvPr id="240" name="skill-map-en-v2-122">
            <a:extLst xmlns:a="http://schemas.openxmlformats.org/drawingml/2006/main">
              <a:ext uri="{FF2B5EF4-FFF2-40B4-BE49-F238E27FC236}">
                <a16:creationId xmlns:a16="http://schemas.microsoft.com/office/drawing/2014/main" id="{AD34C895-EFDD-4101-9E55-3BB7210A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3341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Journal manuscripts</a:t>
            </a:r>
          </a:p>
        </p:txBody>
      </p:sp>
      <p:sp>
        <p:nvSpPr>
          <p:cNvPr id="241" name="skill-map-en-v2-123">
            <a:extLst xmlns:a="http://schemas.openxmlformats.org/drawingml/2006/main">
              <a:ext uri="{FF2B5EF4-FFF2-40B4-BE49-F238E27FC236}">
                <a16:creationId xmlns:a16="http://schemas.microsoft.com/office/drawing/2014/main" id="{3CE189C8-794D-4585-B0A7-E095AE34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124575"/>
            <a:ext cx="2676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Review your own paper</a:t>
            </a:r>
          </a:p>
        </p:txBody>
      </p:sp>
      <p:sp>
        <p:nvSpPr>
          <p:cNvPr id="242" name="skill-map-en-v2-124">
            <a:extLst xmlns:a="http://schemas.openxmlformats.org/drawingml/2006/main">
              <a:ext uri="{FF2B5EF4-FFF2-40B4-BE49-F238E27FC236}">
                <a16:creationId xmlns:a16="http://schemas.microsoft.com/office/drawing/2014/main" id="{19D1CA3C-FADD-4166-BBAC-7947E193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6124575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Code &amp; data release</a:t>
            </a:r>
          </a:p>
        </p:txBody>
      </p:sp>
      <p:sp>
        <p:nvSpPr>
          <p:cNvPr id="243" name="skill-map-en-v2-125-start-1">
            <a:extLst xmlns:a="http://schemas.openxmlformats.org/drawingml/2006/main">
              <a:ext uri="{FF2B5EF4-FFF2-40B4-BE49-F238E27FC236}">
                <a16:creationId xmlns:a16="http://schemas.microsoft.com/office/drawing/2014/main" id="{DFDA147F-7125-4AB0-8CAD-B77E5B69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6865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4" name="skill-map-en-v2-125-end-1">
            <a:extLst xmlns:a="http://schemas.openxmlformats.org/drawingml/2006/main">
              <a:ext uri="{FF2B5EF4-FFF2-40B4-BE49-F238E27FC236}">
                <a16:creationId xmlns:a16="http://schemas.microsoft.com/office/drawing/2014/main" id="{EEA4C892-A308-40D1-A2A9-FC3A364C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9532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07" name=""/>
          <p:cNvCxnSpPr>
            <a:stCxn xmlns:a="http://schemas.openxmlformats.org/drawingml/2006/main" id="243" idx="2"/>
            <a:endCxn xmlns:a="http://schemas.openxmlformats.org/drawingml/2006/main" id="244" idx="0"/>
          </p:cNvCxnSpPr>
          <p:nvPr/>
        </p:nvCxnSpPr>
        <p:spPr>
          <a:xfrm xmlns:a="http://schemas.openxmlformats.org/drawingml/2006/main">
            <a:off x="1504998" y="6686645"/>
            <a:ext cx="0" cy="26660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A9086"/>
            </a:solidFill>
            <a:prstDash val="solid"/>
          </a:ln>
        </p:spPr>
      </p:cxnSp>
      <p:sp>
        <p:nvSpPr>
          <p:cNvPr id="246" name="skill-map-en-v2-125-start-2">
            <a:extLst xmlns:a="http://schemas.openxmlformats.org/drawingml/2006/main">
              <a:ext uri="{FF2B5EF4-FFF2-40B4-BE49-F238E27FC236}">
                <a16:creationId xmlns:a16="http://schemas.microsoft.com/office/drawing/2014/main" id="{63CE21D9-DF40-42A9-ABFF-55C6542E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9532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7" name="skill-map-en-v2-125-end-2">
            <a:extLst xmlns:a="http://schemas.openxmlformats.org/drawingml/2006/main">
              <a:ext uri="{FF2B5EF4-FFF2-40B4-BE49-F238E27FC236}">
                <a16:creationId xmlns:a16="http://schemas.microsoft.com/office/drawing/2014/main" id="{4084452F-67BD-45BC-8B36-A4581365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69532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10" name=""/>
          <p:cNvCxnSpPr>
            <a:stCxn xmlns:a="http://schemas.openxmlformats.org/drawingml/2006/main" id="246" idx="3"/>
            <a:endCxn xmlns:a="http://schemas.openxmlformats.org/drawingml/2006/main" id="247" idx="1"/>
          </p:cNvCxnSpPr>
          <p:nvPr/>
        </p:nvCxnSpPr>
        <p:spPr>
          <a:xfrm xmlns:a="http://schemas.openxmlformats.org/drawingml/2006/main">
            <a:off x="1505045" y="6953298"/>
            <a:ext cx="376228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A9086"/>
            </a:solidFill>
            <a:prstDash val="solid"/>
          </a:ln>
        </p:spPr>
      </p:cxnSp>
      <p:sp>
        <p:nvSpPr>
          <p:cNvPr id="249" name="skill-map-en-v2-126-start-1">
            <a:extLst xmlns:a="http://schemas.openxmlformats.org/drawingml/2006/main">
              <a:ext uri="{FF2B5EF4-FFF2-40B4-BE49-F238E27FC236}">
                <a16:creationId xmlns:a16="http://schemas.microsoft.com/office/drawing/2014/main" id="{92BAB953-951F-4EDB-8F80-0695F46D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69532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0" name="skill-map-en-v2-126-end-1">
            <a:extLst xmlns:a="http://schemas.openxmlformats.org/drawingml/2006/main">
              <a:ext uri="{FF2B5EF4-FFF2-40B4-BE49-F238E27FC236}">
                <a16:creationId xmlns:a16="http://schemas.microsoft.com/office/drawing/2014/main" id="{B9F01DE5-0FF1-43AA-8870-823A27E3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7925" y="69532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13" name=""/>
          <p:cNvCxnSpPr>
            <a:stCxn xmlns:a="http://schemas.openxmlformats.org/drawingml/2006/main" id="249" idx="3"/>
            <a:endCxn xmlns:a="http://schemas.openxmlformats.org/drawingml/2006/main" id="250" idx="1"/>
          </p:cNvCxnSpPr>
          <p:nvPr/>
        </p:nvCxnSpPr>
        <p:spPr>
          <a:xfrm xmlns:a="http://schemas.openxmlformats.org/drawingml/2006/main">
            <a:off x="6867620" y="6953298"/>
            <a:ext cx="701030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A9086"/>
            </a:solidFill>
            <a:prstDash val="solid"/>
          </a:ln>
        </p:spPr>
      </p:cxnSp>
      <p:sp>
        <p:nvSpPr>
          <p:cNvPr id="252" name="skill-map-en-v2-126-start-2">
            <a:extLst xmlns:a="http://schemas.openxmlformats.org/drawingml/2006/main">
              <a:ext uri="{FF2B5EF4-FFF2-40B4-BE49-F238E27FC236}">
                <a16:creationId xmlns:a16="http://schemas.microsoft.com/office/drawing/2014/main" id="{2827531A-7AB1-4103-9FCB-CDF44640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7925" y="69532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3" name="skill-map-en-v2-126-end-2">
            <a:extLst xmlns:a="http://schemas.openxmlformats.org/drawingml/2006/main">
              <a:ext uri="{FF2B5EF4-FFF2-40B4-BE49-F238E27FC236}">
                <a16:creationId xmlns:a16="http://schemas.microsoft.com/office/drawing/2014/main" id="{6C2E24A5-835F-4F71-B363-3E91CB88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7925" y="66865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16" name=""/>
          <p:cNvCxnSpPr>
            <a:stCxn xmlns:a="http://schemas.openxmlformats.org/drawingml/2006/main" id="252" idx="0"/>
            <a:endCxn xmlns:a="http://schemas.openxmlformats.org/drawingml/2006/main" id="253" idx="2"/>
          </p:cNvCxnSpPr>
          <p:nvPr/>
        </p:nvCxnSpPr>
        <p:spPr>
          <a:xfrm xmlns:a="http://schemas.openxmlformats.org/drawingml/2006/main" flipV="1">
            <a:off x="13877973" y="6686645"/>
            <a:ext cx="0" cy="26660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A9086"/>
            </a:solidFill>
            <a:prstDash val="solid"/>
          </a:ln>
        </p:spPr>
      </p:cxnSp>
      <p:sp>
        <p:nvSpPr>
          <p:cNvPr id="255" name="skill-map-en-v2-127-start-1">
            <a:extLst xmlns:a="http://schemas.openxmlformats.org/drawingml/2006/main">
              <a:ext uri="{FF2B5EF4-FFF2-40B4-BE49-F238E27FC236}">
                <a16:creationId xmlns:a16="http://schemas.microsoft.com/office/drawing/2014/main" id="{BC60AB76-A4B8-4086-B07C-E46FF107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73152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6" name="skill-map-en-v2-127-end-1">
            <a:extLst xmlns:a="http://schemas.openxmlformats.org/drawingml/2006/main">
              <a:ext uri="{FF2B5EF4-FFF2-40B4-BE49-F238E27FC236}">
                <a16:creationId xmlns:a16="http://schemas.microsoft.com/office/drawing/2014/main" id="{5DF07024-74FB-40D5-ACBE-48099B71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9758" y="72814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19" name=""/>
          <p:cNvCxnSpPr>
            <a:stCxn xmlns:a="http://schemas.openxmlformats.org/drawingml/2006/main" id="255" idx="0"/>
            <a:endCxn xmlns:a="http://schemas.openxmlformats.org/drawingml/2006/main" id="256" idx="2"/>
          </p:cNvCxnSpPr>
          <p:nvPr/>
        </p:nvCxnSpPr>
        <p:spPr>
          <a:xfrm xmlns:a="http://schemas.openxmlformats.org/drawingml/2006/main" flipV="1">
            <a:off x="5438823" y="7281511"/>
            <a:ext cx="983" cy="3368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258" name="skill-map-en-v2-127-start-2">
            <a:extLst xmlns:a="http://schemas.openxmlformats.org/drawingml/2006/main">
              <a:ext uri="{FF2B5EF4-FFF2-40B4-BE49-F238E27FC236}">
                <a16:creationId xmlns:a16="http://schemas.microsoft.com/office/drawing/2014/main" id="{BF117AEE-0CF0-4853-A423-C440DF92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9758" y="72814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9" name="skill-map-en-v2-127-end-2">
            <a:extLst xmlns:a="http://schemas.openxmlformats.org/drawingml/2006/main">
              <a:ext uri="{FF2B5EF4-FFF2-40B4-BE49-F238E27FC236}">
                <a16:creationId xmlns:a16="http://schemas.microsoft.com/office/drawing/2014/main" id="{005F4913-BDBB-4D2C-B644-E3F12595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2704" y="72477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22" name=""/>
          <p:cNvCxnSpPr>
            <a:stCxn xmlns:a="http://schemas.openxmlformats.org/drawingml/2006/main" id="258" idx="0"/>
            <a:endCxn xmlns:a="http://schemas.openxmlformats.org/drawingml/2006/main" id="259" idx="2"/>
          </p:cNvCxnSpPr>
          <p:nvPr/>
        </p:nvCxnSpPr>
        <p:spPr>
          <a:xfrm xmlns:a="http://schemas.openxmlformats.org/drawingml/2006/main" flipV="1">
            <a:off x="5439806" y="7247842"/>
            <a:ext cx="2946" cy="3357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261" name="skill-map-en-v2-127-start-3">
            <a:extLst xmlns:a="http://schemas.openxmlformats.org/drawingml/2006/main">
              <a:ext uri="{FF2B5EF4-FFF2-40B4-BE49-F238E27FC236}">
                <a16:creationId xmlns:a16="http://schemas.microsoft.com/office/drawing/2014/main" id="{B7E3976E-14CB-4476-BE4F-86189DF3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2704" y="72477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2" name="skill-map-en-v2-127-end-3">
            <a:extLst xmlns:a="http://schemas.openxmlformats.org/drawingml/2006/main">
              <a:ext uri="{FF2B5EF4-FFF2-40B4-BE49-F238E27FC236}">
                <a16:creationId xmlns:a16="http://schemas.microsoft.com/office/drawing/2014/main" id="{8A224620-865F-4A4E-8127-FB6631CA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7602" y="72143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25" name=""/>
          <p:cNvCxnSpPr>
            <a:stCxn xmlns:a="http://schemas.openxmlformats.org/drawingml/2006/main" id="261" idx="0"/>
            <a:endCxn xmlns:a="http://schemas.openxmlformats.org/drawingml/2006/main" id="262" idx="2"/>
          </p:cNvCxnSpPr>
          <p:nvPr/>
        </p:nvCxnSpPr>
        <p:spPr>
          <a:xfrm xmlns:a="http://schemas.openxmlformats.org/drawingml/2006/main" flipV="1">
            <a:off x="5442752" y="7214401"/>
            <a:ext cx="4898" cy="333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264" name="skill-map-en-v2-127-start-4">
            <a:extLst xmlns:a="http://schemas.openxmlformats.org/drawingml/2006/main">
              <a:ext uri="{FF2B5EF4-FFF2-40B4-BE49-F238E27FC236}">
                <a16:creationId xmlns:a16="http://schemas.microsoft.com/office/drawing/2014/main" id="{821E0D1E-19B8-40F3-BB2C-42ED34EF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7602" y="72143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5" name="skill-map-en-v2-127-end-4">
            <a:extLst xmlns:a="http://schemas.openxmlformats.org/drawingml/2006/main">
              <a:ext uri="{FF2B5EF4-FFF2-40B4-BE49-F238E27FC236}">
                <a16:creationId xmlns:a16="http://schemas.microsoft.com/office/drawing/2014/main" id="{3CCAC124-F191-4FA0-B854-F70A4944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4437" y="71812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28" name=""/>
          <p:cNvCxnSpPr>
            <a:stCxn xmlns:a="http://schemas.openxmlformats.org/drawingml/2006/main" id="264" idx="0"/>
            <a:endCxn xmlns:a="http://schemas.openxmlformats.org/drawingml/2006/main" id="265" idx="2"/>
          </p:cNvCxnSpPr>
          <p:nvPr/>
        </p:nvCxnSpPr>
        <p:spPr>
          <a:xfrm xmlns:a="http://schemas.openxmlformats.org/drawingml/2006/main" flipV="1">
            <a:off x="5447650" y="7181301"/>
            <a:ext cx="6835" cy="330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267" name="skill-map-en-v2-127-start-5">
            <a:extLst xmlns:a="http://schemas.openxmlformats.org/drawingml/2006/main">
              <a:ext uri="{FF2B5EF4-FFF2-40B4-BE49-F238E27FC236}">
                <a16:creationId xmlns:a16="http://schemas.microsoft.com/office/drawing/2014/main" id="{4A461353-42B6-4855-8A33-901A2A4F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4437" y="71812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8" name="skill-map-en-v2-127-end-5">
            <a:extLst xmlns:a="http://schemas.openxmlformats.org/drawingml/2006/main">
              <a:ext uri="{FF2B5EF4-FFF2-40B4-BE49-F238E27FC236}">
                <a16:creationId xmlns:a16="http://schemas.microsoft.com/office/drawing/2014/main" id="{B42FD900-D7D0-4982-9C32-43AA543C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184" y="71485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31" name=""/>
          <p:cNvCxnSpPr>
            <a:stCxn xmlns:a="http://schemas.openxmlformats.org/drawingml/2006/main" id="267" idx="0"/>
            <a:endCxn xmlns:a="http://schemas.openxmlformats.org/drawingml/2006/main" id="268" idx="2"/>
          </p:cNvCxnSpPr>
          <p:nvPr/>
        </p:nvCxnSpPr>
        <p:spPr>
          <a:xfrm xmlns:a="http://schemas.openxmlformats.org/drawingml/2006/main" flipV="1">
            <a:off x="5454485" y="7148655"/>
            <a:ext cx="8747" cy="3255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270" name="skill-map-en-v2-127-start-6">
            <a:extLst xmlns:a="http://schemas.openxmlformats.org/drawingml/2006/main">
              <a:ext uri="{FF2B5EF4-FFF2-40B4-BE49-F238E27FC236}">
                <a16:creationId xmlns:a16="http://schemas.microsoft.com/office/drawing/2014/main" id="{8CA9FC53-A456-457C-99DF-500284DE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184" y="71485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1" name="skill-map-en-v2-127-end-6">
            <a:extLst xmlns:a="http://schemas.openxmlformats.org/drawingml/2006/main">
              <a:ext uri="{FF2B5EF4-FFF2-40B4-BE49-F238E27FC236}">
                <a16:creationId xmlns:a16="http://schemas.microsoft.com/office/drawing/2014/main" id="{FF0A0757-BB22-4709-8C56-4CCA668B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815" y="71164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34" name=""/>
          <p:cNvCxnSpPr>
            <a:stCxn xmlns:a="http://schemas.openxmlformats.org/drawingml/2006/main" id="270" idx="0"/>
            <a:endCxn xmlns:a="http://schemas.openxmlformats.org/drawingml/2006/main" id="271" idx="2"/>
          </p:cNvCxnSpPr>
          <p:nvPr/>
        </p:nvCxnSpPr>
        <p:spPr>
          <a:xfrm xmlns:a="http://schemas.openxmlformats.org/drawingml/2006/main" flipV="1">
            <a:off x="5463232" y="7116573"/>
            <a:ext cx="10631" cy="319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273" name="skill-map-en-v2-127-start-7">
            <a:extLst xmlns:a="http://schemas.openxmlformats.org/drawingml/2006/main">
              <a:ext uri="{FF2B5EF4-FFF2-40B4-BE49-F238E27FC236}">
                <a16:creationId xmlns:a16="http://schemas.microsoft.com/office/drawing/2014/main" id="{226B2905-53D2-496E-8750-34D05392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815" y="71164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4" name="skill-map-en-v2-127-end-7">
            <a:extLst xmlns:a="http://schemas.openxmlformats.org/drawingml/2006/main">
              <a:ext uri="{FF2B5EF4-FFF2-40B4-BE49-F238E27FC236}">
                <a16:creationId xmlns:a16="http://schemas.microsoft.com/office/drawing/2014/main" id="{96D1354B-2A06-4FC9-A1C0-826A7BE5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293" y="70850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37" name=""/>
          <p:cNvCxnSpPr>
            <a:stCxn xmlns:a="http://schemas.openxmlformats.org/drawingml/2006/main" id="273" idx="0"/>
            <a:endCxn xmlns:a="http://schemas.openxmlformats.org/drawingml/2006/main" id="274" idx="2"/>
          </p:cNvCxnSpPr>
          <p:nvPr/>
        </p:nvCxnSpPr>
        <p:spPr>
          <a:xfrm xmlns:a="http://schemas.openxmlformats.org/drawingml/2006/main" flipV="1">
            <a:off x="5473863" y="7085163"/>
            <a:ext cx="12478" cy="3131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276" name="skill-map-en-v2-127-start-8">
            <a:extLst xmlns:a="http://schemas.openxmlformats.org/drawingml/2006/main">
              <a:ext uri="{FF2B5EF4-FFF2-40B4-BE49-F238E27FC236}">
                <a16:creationId xmlns:a16="http://schemas.microsoft.com/office/drawing/2014/main" id="{E43EA39E-E9D3-4BCC-B823-61423000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293" y="70850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7" name="skill-map-en-v2-127-end-8">
            <a:extLst xmlns:a="http://schemas.openxmlformats.org/drawingml/2006/main">
              <a:ext uri="{FF2B5EF4-FFF2-40B4-BE49-F238E27FC236}">
                <a16:creationId xmlns:a16="http://schemas.microsoft.com/office/drawing/2014/main" id="{F36E5BB7-7C4A-46FE-99A5-71DC46F7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577" y="70544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40" name=""/>
          <p:cNvCxnSpPr>
            <a:stCxn xmlns:a="http://schemas.openxmlformats.org/drawingml/2006/main" id="276" idx="0"/>
            <a:endCxn xmlns:a="http://schemas.openxmlformats.org/drawingml/2006/main" id="277" idx="2"/>
          </p:cNvCxnSpPr>
          <p:nvPr/>
        </p:nvCxnSpPr>
        <p:spPr>
          <a:xfrm xmlns:a="http://schemas.openxmlformats.org/drawingml/2006/main" flipV="1">
            <a:off x="5486341" y="7054531"/>
            <a:ext cx="14284" cy="3053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279" name="skill-map-en-v2-127-start-9">
            <a:extLst xmlns:a="http://schemas.openxmlformats.org/drawingml/2006/main">
              <a:ext uri="{FF2B5EF4-FFF2-40B4-BE49-F238E27FC236}">
                <a16:creationId xmlns:a16="http://schemas.microsoft.com/office/drawing/2014/main" id="{3B59655E-AA39-4A99-B5A4-25A9E518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577" y="70544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0" name="skill-map-en-v2-127-end-9">
            <a:extLst xmlns:a="http://schemas.openxmlformats.org/drawingml/2006/main">
              <a:ext uri="{FF2B5EF4-FFF2-40B4-BE49-F238E27FC236}">
                <a16:creationId xmlns:a16="http://schemas.microsoft.com/office/drawing/2014/main" id="{96C0762E-0A65-4ABA-81B7-3417B402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6618" y="702468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43" name=""/>
          <p:cNvCxnSpPr>
            <a:stCxn xmlns:a="http://schemas.openxmlformats.org/drawingml/2006/main" id="279" idx="0"/>
            <a:endCxn xmlns:a="http://schemas.openxmlformats.org/drawingml/2006/main" id="280" idx="2"/>
          </p:cNvCxnSpPr>
          <p:nvPr/>
        </p:nvCxnSpPr>
        <p:spPr>
          <a:xfrm xmlns:a="http://schemas.openxmlformats.org/drawingml/2006/main" flipV="1">
            <a:off x="5500624" y="7024783"/>
            <a:ext cx="16041" cy="2965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282" name="skill-map-en-v2-127-start-10">
            <a:extLst xmlns:a="http://schemas.openxmlformats.org/drawingml/2006/main">
              <a:ext uri="{FF2B5EF4-FFF2-40B4-BE49-F238E27FC236}">
                <a16:creationId xmlns:a16="http://schemas.microsoft.com/office/drawing/2014/main" id="{BAEBC889-C829-4888-8AA6-7471CEB3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6618" y="702468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3" name="skill-map-en-v2-127-end-10">
            <a:extLst xmlns:a="http://schemas.openxmlformats.org/drawingml/2006/main">
              <a:ext uri="{FF2B5EF4-FFF2-40B4-BE49-F238E27FC236}">
                <a16:creationId xmlns:a16="http://schemas.microsoft.com/office/drawing/2014/main" id="{C2211C75-4318-4156-AB55-85000CF6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361" y="699592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46" name=""/>
          <p:cNvCxnSpPr>
            <a:stCxn xmlns:a="http://schemas.openxmlformats.org/drawingml/2006/main" id="282" idx="0"/>
            <a:endCxn xmlns:a="http://schemas.openxmlformats.org/drawingml/2006/main" id="283" idx="2"/>
          </p:cNvCxnSpPr>
          <p:nvPr/>
        </p:nvCxnSpPr>
        <p:spPr>
          <a:xfrm xmlns:a="http://schemas.openxmlformats.org/drawingml/2006/main" flipV="1">
            <a:off x="5516665" y="6996017"/>
            <a:ext cx="17743" cy="2867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285" name="skill-map-en-v2-127-start-11">
            <a:extLst xmlns:a="http://schemas.openxmlformats.org/drawingml/2006/main">
              <a:ext uri="{FF2B5EF4-FFF2-40B4-BE49-F238E27FC236}">
                <a16:creationId xmlns:a16="http://schemas.microsoft.com/office/drawing/2014/main" id="{7C695FD7-FECC-4F9D-A5D1-40EF7E6B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361" y="699592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6" name="skill-map-en-v2-127-end-11">
            <a:extLst xmlns:a="http://schemas.openxmlformats.org/drawingml/2006/main">
              <a:ext uri="{FF2B5EF4-FFF2-40B4-BE49-F238E27FC236}">
                <a16:creationId xmlns:a16="http://schemas.microsoft.com/office/drawing/2014/main" id="{4676A6A4-531B-4F7C-B016-833FB2A1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746" y="69682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49" name=""/>
          <p:cNvCxnSpPr>
            <a:stCxn xmlns:a="http://schemas.openxmlformats.org/drawingml/2006/main" id="285" idx="0"/>
            <a:endCxn xmlns:a="http://schemas.openxmlformats.org/drawingml/2006/main" id="286" idx="2"/>
          </p:cNvCxnSpPr>
          <p:nvPr/>
        </p:nvCxnSpPr>
        <p:spPr>
          <a:xfrm xmlns:a="http://schemas.openxmlformats.org/drawingml/2006/main" flipV="1">
            <a:off x="5534409" y="6968331"/>
            <a:ext cx="19385" cy="2759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288" name="skill-map-en-v2-127-start-12">
            <a:extLst xmlns:a="http://schemas.openxmlformats.org/drawingml/2006/main">
              <a:ext uri="{FF2B5EF4-FFF2-40B4-BE49-F238E27FC236}">
                <a16:creationId xmlns:a16="http://schemas.microsoft.com/office/drawing/2014/main" id="{88DA3F61-68EF-48AF-9B73-ED931208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746" y="69682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9" name="skill-map-en-v2-127-end-12">
            <a:extLst xmlns:a="http://schemas.openxmlformats.org/drawingml/2006/main">
              <a:ext uri="{FF2B5EF4-FFF2-40B4-BE49-F238E27FC236}">
                <a16:creationId xmlns:a16="http://schemas.microsoft.com/office/drawing/2014/main" id="{BC676F3D-6635-4065-BDA8-176BA29E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4709" y="69417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2" name=""/>
          <p:cNvCxnSpPr>
            <a:stCxn xmlns:a="http://schemas.openxmlformats.org/drawingml/2006/main" id="288" idx="0"/>
            <a:endCxn xmlns:a="http://schemas.openxmlformats.org/drawingml/2006/main" id="289" idx="2"/>
          </p:cNvCxnSpPr>
          <p:nvPr/>
        </p:nvCxnSpPr>
        <p:spPr>
          <a:xfrm xmlns:a="http://schemas.openxmlformats.org/drawingml/2006/main" flipV="1">
            <a:off x="5553794" y="6941819"/>
            <a:ext cx="20963" cy="2641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291" name="skill-map-en-v2-127-start-13">
            <a:extLst xmlns:a="http://schemas.openxmlformats.org/drawingml/2006/main">
              <a:ext uri="{FF2B5EF4-FFF2-40B4-BE49-F238E27FC236}">
                <a16:creationId xmlns:a16="http://schemas.microsoft.com/office/drawing/2014/main" id="{958EE2F1-7FC7-4B62-BC94-3B201841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4709" y="69417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2" name="skill-map-en-v2-127-end-13">
            <a:extLst xmlns:a="http://schemas.openxmlformats.org/drawingml/2006/main">
              <a:ext uri="{FF2B5EF4-FFF2-40B4-BE49-F238E27FC236}">
                <a16:creationId xmlns:a16="http://schemas.microsoft.com/office/drawing/2014/main" id="{74F2E610-5053-488A-9BF1-F28AA119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7178" y="69164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5" name=""/>
          <p:cNvCxnSpPr>
            <a:stCxn xmlns:a="http://schemas.openxmlformats.org/drawingml/2006/main" id="291" idx="0"/>
            <a:endCxn xmlns:a="http://schemas.openxmlformats.org/drawingml/2006/main" id="292" idx="2"/>
          </p:cNvCxnSpPr>
          <p:nvPr/>
        </p:nvCxnSpPr>
        <p:spPr>
          <a:xfrm xmlns:a="http://schemas.openxmlformats.org/drawingml/2006/main" flipV="1">
            <a:off x="5574757" y="6916571"/>
            <a:ext cx="22469" cy="2515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294" name="skill-map-en-v2-127-start-14">
            <a:extLst xmlns:a="http://schemas.openxmlformats.org/drawingml/2006/main">
              <a:ext uri="{FF2B5EF4-FFF2-40B4-BE49-F238E27FC236}">
                <a16:creationId xmlns:a16="http://schemas.microsoft.com/office/drawing/2014/main" id="{67E9ACF6-705F-4A75-891C-1976EAA7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7178" y="69164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5" name="skill-map-en-v2-127-end-14">
            <a:extLst xmlns:a="http://schemas.openxmlformats.org/drawingml/2006/main">
              <a:ext uri="{FF2B5EF4-FFF2-40B4-BE49-F238E27FC236}">
                <a16:creationId xmlns:a16="http://schemas.microsoft.com/office/drawing/2014/main" id="{3F2CA7F0-61E3-4EFE-85FF-1BA6D7D3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076" y="68925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8" name=""/>
          <p:cNvCxnSpPr>
            <a:stCxn xmlns:a="http://schemas.openxmlformats.org/drawingml/2006/main" id="294" idx="0"/>
            <a:endCxn xmlns:a="http://schemas.openxmlformats.org/drawingml/2006/main" id="295" idx="1"/>
          </p:cNvCxnSpPr>
          <p:nvPr/>
        </p:nvCxnSpPr>
        <p:spPr>
          <a:xfrm xmlns:a="http://schemas.openxmlformats.org/drawingml/2006/main" flipV="1">
            <a:off x="5597226" y="6892626"/>
            <a:ext cx="23851" cy="2385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297" name="skill-map-en-v2-127-start-15">
            <a:extLst xmlns:a="http://schemas.openxmlformats.org/drawingml/2006/main">
              <a:ext uri="{FF2B5EF4-FFF2-40B4-BE49-F238E27FC236}">
                <a16:creationId xmlns:a16="http://schemas.microsoft.com/office/drawing/2014/main" id="{CFB4529F-0949-4D49-BD63-116C8E16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076" y="68925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8" name="skill-map-en-v2-127-end-15">
            <a:extLst xmlns:a="http://schemas.openxmlformats.org/drawingml/2006/main">
              <a:ext uri="{FF2B5EF4-FFF2-40B4-BE49-F238E27FC236}">
                <a16:creationId xmlns:a16="http://schemas.microsoft.com/office/drawing/2014/main" id="{41594B5B-B145-4040-89FD-18B8DE72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6324" y="68701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61" name=""/>
          <p:cNvCxnSpPr>
            <a:stCxn xmlns:a="http://schemas.openxmlformats.org/drawingml/2006/main" id="297" idx="3"/>
            <a:endCxn xmlns:a="http://schemas.openxmlformats.org/drawingml/2006/main" id="298" idx="1"/>
          </p:cNvCxnSpPr>
          <p:nvPr/>
        </p:nvCxnSpPr>
        <p:spPr>
          <a:xfrm xmlns:a="http://schemas.openxmlformats.org/drawingml/2006/main" flipV="1">
            <a:off x="5621171" y="6870157"/>
            <a:ext cx="25153" cy="2246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00" name="skill-map-en-v2-127-start-16">
            <a:extLst xmlns:a="http://schemas.openxmlformats.org/drawingml/2006/main">
              <a:ext uri="{FF2B5EF4-FFF2-40B4-BE49-F238E27FC236}">
                <a16:creationId xmlns:a16="http://schemas.microsoft.com/office/drawing/2014/main" id="{54A739BD-D21A-4C9D-80A1-3CF53D57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6324" y="68701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1" name="skill-map-en-v2-127-end-16">
            <a:extLst xmlns:a="http://schemas.openxmlformats.org/drawingml/2006/main">
              <a:ext uri="{FF2B5EF4-FFF2-40B4-BE49-F238E27FC236}">
                <a16:creationId xmlns:a16="http://schemas.microsoft.com/office/drawing/2014/main" id="{CD1AC5FD-F9A6-4324-B9E0-492E9C19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2836" y="68491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64" name=""/>
          <p:cNvCxnSpPr>
            <a:stCxn xmlns:a="http://schemas.openxmlformats.org/drawingml/2006/main" id="300" idx="3"/>
            <a:endCxn xmlns:a="http://schemas.openxmlformats.org/drawingml/2006/main" id="301" idx="1"/>
          </p:cNvCxnSpPr>
          <p:nvPr/>
        </p:nvCxnSpPr>
        <p:spPr>
          <a:xfrm xmlns:a="http://schemas.openxmlformats.org/drawingml/2006/main" flipV="1">
            <a:off x="5646419" y="6849194"/>
            <a:ext cx="26417" cy="209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03" name="skill-map-en-v2-127-start-17">
            <a:extLst xmlns:a="http://schemas.openxmlformats.org/drawingml/2006/main">
              <a:ext uri="{FF2B5EF4-FFF2-40B4-BE49-F238E27FC236}">
                <a16:creationId xmlns:a16="http://schemas.microsoft.com/office/drawing/2014/main" id="{61A18E14-9544-43CC-AEF0-F9CBCE10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2836" y="68491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4" name="skill-map-en-v2-127-end-17">
            <a:extLst xmlns:a="http://schemas.openxmlformats.org/drawingml/2006/main">
              <a:ext uri="{FF2B5EF4-FFF2-40B4-BE49-F238E27FC236}">
                <a16:creationId xmlns:a16="http://schemas.microsoft.com/office/drawing/2014/main" id="{1F6DF1A7-624F-48EF-A1F9-98299FDD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0522" y="68297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67" name=""/>
          <p:cNvCxnSpPr>
            <a:stCxn xmlns:a="http://schemas.openxmlformats.org/drawingml/2006/main" id="303" idx="3"/>
            <a:endCxn xmlns:a="http://schemas.openxmlformats.org/drawingml/2006/main" id="304" idx="1"/>
          </p:cNvCxnSpPr>
          <p:nvPr/>
        </p:nvCxnSpPr>
        <p:spPr>
          <a:xfrm xmlns:a="http://schemas.openxmlformats.org/drawingml/2006/main" flipV="1">
            <a:off x="5672931" y="6829809"/>
            <a:ext cx="27591" cy="1938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06" name="skill-map-en-v2-127-start-18">
            <a:extLst xmlns:a="http://schemas.openxmlformats.org/drawingml/2006/main">
              <a:ext uri="{FF2B5EF4-FFF2-40B4-BE49-F238E27FC236}">
                <a16:creationId xmlns:a16="http://schemas.microsoft.com/office/drawing/2014/main" id="{BCCA25E9-F756-4D19-BBEC-2B00B4CB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0522" y="68297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7" name="skill-map-en-v2-127-end-18">
            <a:extLst xmlns:a="http://schemas.openxmlformats.org/drawingml/2006/main">
              <a:ext uri="{FF2B5EF4-FFF2-40B4-BE49-F238E27FC236}">
                <a16:creationId xmlns:a16="http://schemas.microsoft.com/office/drawing/2014/main" id="{D6C808C4-6A32-4650-88D7-57400BCE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9288" y="681201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70" name=""/>
          <p:cNvCxnSpPr>
            <a:stCxn xmlns:a="http://schemas.openxmlformats.org/drawingml/2006/main" id="306" idx="3"/>
            <a:endCxn xmlns:a="http://schemas.openxmlformats.org/drawingml/2006/main" id="307" idx="1"/>
          </p:cNvCxnSpPr>
          <p:nvPr/>
        </p:nvCxnSpPr>
        <p:spPr>
          <a:xfrm xmlns:a="http://schemas.openxmlformats.org/drawingml/2006/main" flipV="1">
            <a:off x="5700617" y="6812065"/>
            <a:ext cx="28671" cy="1774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09" name="skill-map-en-v2-127-start-19">
            <a:extLst xmlns:a="http://schemas.openxmlformats.org/drawingml/2006/main">
              <a:ext uri="{FF2B5EF4-FFF2-40B4-BE49-F238E27FC236}">
                <a16:creationId xmlns:a16="http://schemas.microsoft.com/office/drawing/2014/main" id="{3DE77B15-02FE-4193-83BC-662129E6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9288" y="681201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0" name="skill-map-en-v2-127-end-19">
            <a:extLst xmlns:a="http://schemas.openxmlformats.org/drawingml/2006/main">
              <a:ext uri="{FF2B5EF4-FFF2-40B4-BE49-F238E27FC236}">
                <a16:creationId xmlns:a16="http://schemas.microsoft.com/office/drawing/2014/main" id="{E7DFE433-7AC4-4791-8E4C-6B1877FB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036" y="679597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73" name=""/>
          <p:cNvCxnSpPr>
            <a:stCxn xmlns:a="http://schemas.openxmlformats.org/drawingml/2006/main" id="309" idx="3"/>
            <a:endCxn xmlns:a="http://schemas.openxmlformats.org/drawingml/2006/main" id="310" idx="1"/>
          </p:cNvCxnSpPr>
          <p:nvPr/>
        </p:nvCxnSpPr>
        <p:spPr>
          <a:xfrm xmlns:a="http://schemas.openxmlformats.org/drawingml/2006/main" flipV="1">
            <a:off x="5729383" y="6796024"/>
            <a:ext cx="29653" cy="1604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12" name="skill-map-en-v2-127-start-20">
            <a:extLst xmlns:a="http://schemas.openxmlformats.org/drawingml/2006/main">
              <a:ext uri="{FF2B5EF4-FFF2-40B4-BE49-F238E27FC236}">
                <a16:creationId xmlns:a16="http://schemas.microsoft.com/office/drawing/2014/main" id="{403AC210-E95D-4092-B350-90A6B1DF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036" y="679597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3" name="skill-map-en-v2-127-end-20">
            <a:extLst xmlns:a="http://schemas.openxmlformats.org/drawingml/2006/main">
              <a:ext uri="{FF2B5EF4-FFF2-40B4-BE49-F238E27FC236}">
                <a16:creationId xmlns:a16="http://schemas.microsoft.com/office/drawing/2014/main" id="{832F434C-2C0E-4563-9B5D-F536DFA4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9668" y="67816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76" name=""/>
          <p:cNvCxnSpPr>
            <a:stCxn xmlns:a="http://schemas.openxmlformats.org/drawingml/2006/main" id="312" idx="3"/>
            <a:endCxn xmlns:a="http://schemas.openxmlformats.org/drawingml/2006/main" id="313" idx="1"/>
          </p:cNvCxnSpPr>
          <p:nvPr/>
        </p:nvCxnSpPr>
        <p:spPr>
          <a:xfrm xmlns:a="http://schemas.openxmlformats.org/drawingml/2006/main" flipV="1">
            <a:off x="5759131" y="6781741"/>
            <a:ext cx="30537" cy="1428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15" name="skill-map-en-v2-127-start-21">
            <a:extLst xmlns:a="http://schemas.openxmlformats.org/drawingml/2006/main">
              <a:ext uri="{FF2B5EF4-FFF2-40B4-BE49-F238E27FC236}">
                <a16:creationId xmlns:a16="http://schemas.microsoft.com/office/drawing/2014/main" id="{CDE17E4A-1D43-447F-AA16-3F0932BD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9668" y="67816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6" name="skill-map-en-v2-127-end-21">
            <a:extLst xmlns:a="http://schemas.openxmlformats.org/drawingml/2006/main">
              <a:ext uri="{FF2B5EF4-FFF2-40B4-BE49-F238E27FC236}">
                <a16:creationId xmlns:a16="http://schemas.microsoft.com/office/drawing/2014/main" id="{7ED112DE-87D6-4D30-A954-3D012D28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078" y="676921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79" name=""/>
          <p:cNvCxnSpPr>
            <a:stCxn xmlns:a="http://schemas.openxmlformats.org/drawingml/2006/main" id="315" idx="3"/>
            <a:endCxn xmlns:a="http://schemas.openxmlformats.org/drawingml/2006/main" id="316" idx="1"/>
          </p:cNvCxnSpPr>
          <p:nvPr/>
        </p:nvCxnSpPr>
        <p:spPr>
          <a:xfrm xmlns:a="http://schemas.openxmlformats.org/drawingml/2006/main" flipV="1">
            <a:off x="5789763" y="6769263"/>
            <a:ext cx="31315" cy="124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18" name="skill-map-en-v2-127-start-22">
            <a:extLst xmlns:a="http://schemas.openxmlformats.org/drawingml/2006/main">
              <a:ext uri="{FF2B5EF4-FFF2-40B4-BE49-F238E27FC236}">
                <a16:creationId xmlns:a16="http://schemas.microsoft.com/office/drawing/2014/main" id="{6BA5E207-A207-41E8-9317-7F4A04D8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078" y="676921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9" name="skill-map-en-v2-127-end-22">
            <a:extLst xmlns:a="http://schemas.openxmlformats.org/drawingml/2006/main">
              <a:ext uri="{FF2B5EF4-FFF2-40B4-BE49-F238E27FC236}">
                <a16:creationId xmlns:a16="http://schemas.microsoft.com/office/drawing/2014/main" id="{BFA64E07-E603-4B35-8D2C-0FD5B56E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3160" y="67585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2" name=""/>
          <p:cNvCxnSpPr>
            <a:stCxn xmlns:a="http://schemas.openxmlformats.org/drawingml/2006/main" id="318" idx="3"/>
            <a:endCxn xmlns:a="http://schemas.openxmlformats.org/drawingml/2006/main" id="319" idx="1"/>
          </p:cNvCxnSpPr>
          <p:nvPr/>
        </p:nvCxnSpPr>
        <p:spPr>
          <a:xfrm xmlns:a="http://schemas.openxmlformats.org/drawingml/2006/main" flipV="1">
            <a:off x="5821173" y="6758632"/>
            <a:ext cx="31987" cy="1063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21" name="skill-map-en-v2-127-start-23">
            <a:extLst xmlns:a="http://schemas.openxmlformats.org/drawingml/2006/main">
              <a:ext uri="{FF2B5EF4-FFF2-40B4-BE49-F238E27FC236}">
                <a16:creationId xmlns:a16="http://schemas.microsoft.com/office/drawing/2014/main" id="{9C19F799-EAE7-4B07-88D7-1126533A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3160" y="67585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2" name="skill-map-en-v2-127-end-23">
            <a:extLst xmlns:a="http://schemas.openxmlformats.org/drawingml/2006/main">
              <a:ext uri="{FF2B5EF4-FFF2-40B4-BE49-F238E27FC236}">
                <a16:creationId xmlns:a16="http://schemas.microsoft.com/office/drawing/2014/main" id="{93238950-A42B-4973-B72A-D5CB0F7E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806" y="67498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5" name=""/>
          <p:cNvCxnSpPr>
            <a:stCxn xmlns:a="http://schemas.openxmlformats.org/drawingml/2006/main" id="321" idx="3"/>
            <a:endCxn xmlns:a="http://schemas.openxmlformats.org/drawingml/2006/main" id="322" idx="1"/>
          </p:cNvCxnSpPr>
          <p:nvPr/>
        </p:nvCxnSpPr>
        <p:spPr>
          <a:xfrm xmlns:a="http://schemas.openxmlformats.org/drawingml/2006/main" flipV="1">
            <a:off x="5853255" y="6749885"/>
            <a:ext cx="32551" cy="874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24" name="skill-map-en-v2-127-start-24">
            <a:extLst xmlns:a="http://schemas.openxmlformats.org/drawingml/2006/main">
              <a:ext uri="{FF2B5EF4-FFF2-40B4-BE49-F238E27FC236}">
                <a16:creationId xmlns:a16="http://schemas.microsoft.com/office/drawing/2014/main" id="{AFE896C9-3F27-4E01-A73E-BE61DE27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806" y="67498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5" name="skill-map-en-v2-127-end-24">
            <a:extLst xmlns:a="http://schemas.openxmlformats.org/drawingml/2006/main">
              <a:ext uri="{FF2B5EF4-FFF2-40B4-BE49-F238E27FC236}">
                <a16:creationId xmlns:a16="http://schemas.microsoft.com/office/drawing/2014/main" id="{9A8A356B-E0B7-4DDF-8494-EE256FFB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906" y="674300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8" name=""/>
          <p:cNvCxnSpPr>
            <a:stCxn xmlns:a="http://schemas.openxmlformats.org/drawingml/2006/main" id="324" idx="3"/>
            <a:endCxn xmlns:a="http://schemas.openxmlformats.org/drawingml/2006/main" id="325" idx="1"/>
          </p:cNvCxnSpPr>
          <p:nvPr/>
        </p:nvCxnSpPr>
        <p:spPr>
          <a:xfrm xmlns:a="http://schemas.openxmlformats.org/drawingml/2006/main" flipV="1">
            <a:off x="5885901" y="6743050"/>
            <a:ext cx="33005" cy="683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27" name="skill-map-en-v2-127-start-25">
            <a:extLst xmlns:a="http://schemas.openxmlformats.org/drawingml/2006/main">
              <a:ext uri="{FF2B5EF4-FFF2-40B4-BE49-F238E27FC236}">
                <a16:creationId xmlns:a16="http://schemas.microsoft.com/office/drawing/2014/main" id="{8A3414F9-2BED-44B8-907D-B5364F58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906" y="674300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8" name="skill-map-en-v2-127-end-25">
            <a:extLst xmlns:a="http://schemas.openxmlformats.org/drawingml/2006/main">
              <a:ext uri="{FF2B5EF4-FFF2-40B4-BE49-F238E27FC236}">
                <a16:creationId xmlns:a16="http://schemas.microsoft.com/office/drawing/2014/main" id="{70EBE29A-D712-4B73-8028-CAD2A5E9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2347" y="673810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91" name=""/>
          <p:cNvCxnSpPr>
            <a:stCxn xmlns:a="http://schemas.openxmlformats.org/drawingml/2006/main" id="327" idx="3"/>
            <a:endCxn xmlns:a="http://schemas.openxmlformats.org/drawingml/2006/main" id="328" idx="1"/>
          </p:cNvCxnSpPr>
          <p:nvPr/>
        </p:nvCxnSpPr>
        <p:spPr>
          <a:xfrm xmlns:a="http://schemas.openxmlformats.org/drawingml/2006/main" flipV="1">
            <a:off x="5919001" y="6738152"/>
            <a:ext cx="33346" cy="489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30" name="skill-map-en-v2-127-start-26">
            <a:extLst xmlns:a="http://schemas.openxmlformats.org/drawingml/2006/main">
              <a:ext uri="{FF2B5EF4-FFF2-40B4-BE49-F238E27FC236}">
                <a16:creationId xmlns:a16="http://schemas.microsoft.com/office/drawing/2014/main" id="{9504FEFB-C973-42F0-B721-E4FF225C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2347" y="673810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1" name="skill-map-en-v2-127-end-26">
            <a:extLst xmlns:a="http://schemas.openxmlformats.org/drawingml/2006/main">
              <a:ext uri="{FF2B5EF4-FFF2-40B4-BE49-F238E27FC236}">
                <a16:creationId xmlns:a16="http://schemas.microsoft.com/office/drawing/2014/main" id="{8E888EE0-0B54-4500-A6D2-E0D3F452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6016" y="67351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94" name=""/>
          <p:cNvCxnSpPr>
            <a:stCxn xmlns:a="http://schemas.openxmlformats.org/drawingml/2006/main" id="330" idx="3"/>
            <a:endCxn xmlns:a="http://schemas.openxmlformats.org/drawingml/2006/main" id="331" idx="1"/>
          </p:cNvCxnSpPr>
          <p:nvPr/>
        </p:nvCxnSpPr>
        <p:spPr>
          <a:xfrm xmlns:a="http://schemas.openxmlformats.org/drawingml/2006/main" flipV="1">
            <a:off x="5952442" y="6735206"/>
            <a:ext cx="33574" cy="29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33" name="skill-map-en-v2-127-start-27">
            <a:extLst xmlns:a="http://schemas.openxmlformats.org/drawingml/2006/main">
              <a:ext uri="{FF2B5EF4-FFF2-40B4-BE49-F238E27FC236}">
                <a16:creationId xmlns:a16="http://schemas.microsoft.com/office/drawing/2014/main" id="{0832AFD5-3C9F-4ADB-A246-CC962BA4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6016" y="67351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4" name="skill-map-en-v2-127-end-27">
            <a:extLst xmlns:a="http://schemas.openxmlformats.org/drawingml/2006/main">
              <a:ext uri="{FF2B5EF4-FFF2-40B4-BE49-F238E27FC236}">
                <a16:creationId xmlns:a16="http://schemas.microsoft.com/office/drawing/2014/main" id="{7E3F78AB-E409-482F-82C5-3A5BCBFE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67341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97" name=""/>
          <p:cNvCxnSpPr>
            <a:stCxn xmlns:a="http://schemas.openxmlformats.org/drawingml/2006/main" id="333" idx="3"/>
            <a:endCxn xmlns:a="http://schemas.openxmlformats.org/drawingml/2006/main" id="334" idx="1"/>
          </p:cNvCxnSpPr>
          <p:nvPr/>
        </p:nvCxnSpPr>
        <p:spPr>
          <a:xfrm xmlns:a="http://schemas.openxmlformats.org/drawingml/2006/main" flipV="1">
            <a:off x="5986111" y="6734223"/>
            <a:ext cx="33689" cy="98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36" name="skill-map-en-v2-127-start-28">
            <a:extLst xmlns:a="http://schemas.openxmlformats.org/drawingml/2006/main">
              <a:ext uri="{FF2B5EF4-FFF2-40B4-BE49-F238E27FC236}">
                <a16:creationId xmlns:a16="http://schemas.microsoft.com/office/drawing/2014/main" id="{E6A93740-7062-4E50-88B5-C07B0FBD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67341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7" name="skill-map-en-v2-127-end-28">
            <a:extLst xmlns:a="http://schemas.openxmlformats.org/drawingml/2006/main">
              <a:ext uri="{FF2B5EF4-FFF2-40B4-BE49-F238E27FC236}">
                <a16:creationId xmlns:a16="http://schemas.microsoft.com/office/drawing/2014/main" id="{E894F01E-8078-431C-9128-FE47C178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584" y="67351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00" name=""/>
          <p:cNvCxnSpPr>
            <a:stCxn xmlns:a="http://schemas.openxmlformats.org/drawingml/2006/main" id="336" idx="3"/>
            <a:endCxn xmlns:a="http://schemas.openxmlformats.org/drawingml/2006/main" id="337" idx="1"/>
          </p:cNvCxnSpPr>
          <p:nvPr/>
        </p:nvCxnSpPr>
        <p:spPr>
          <a:xfrm xmlns:a="http://schemas.openxmlformats.org/drawingml/2006/main">
            <a:off x="6019895" y="6734223"/>
            <a:ext cx="33689" cy="98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39" name="skill-map-en-v2-127-start-29">
            <a:extLst xmlns:a="http://schemas.openxmlformats.org/drawingml/2006/main">
              <a:ext uri="{FF2B5EF4-FFF2-40B4-BE49-F238E27FC236}">
                <a16:creationId xmlns:a16="http://schemas.microsoft.com/office/drawing/2014/main" id="{7301CFA4-C39E-4BA5-B211-96C17015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584" y="67351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0" name="skill-map-en-v2-127-end-29">
            <a:extLst xmlns:a="http://schemas.openxmlformats.org/drawingml/2006/main">
              <a:ext uri="{FF2B5EF4-FFF2-40B4-BE49-F238E27FC236}">
                <a16:creationId xmlns:a16="http://schemas.microsoft.com/office/drawing/2014/main" id="{EC435068-709E-433A-B91E-1BF3E589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7253" y="673810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03" name=""/>
          <p:cNvCxnSpPr>
            <a:stCxn xmlns:a="http://schemas.openxmlformats.org/drawingml/2006/main" id="339" idx="3"/>
            <a:endCxn xmlns:a="http://schemas.openxmlformats.org/drawingml/2006/main" id="340" idx="1"/>
          </p:cNvCxnSpPr>
          <p:nvPr/>
        </p:nvCxnSpPr>
        <p:spPr>
          <a:xfrm xmlns:a="http://schemas.openxmlformats.org/drawingml/2006/main">
            <a:off x="6053679" y="6735206"/>
            <a:ext cx="33574" cy="29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42" name="skill-map-en-v2-127-start-30">
            <a:extLst xmlns:a="http://schemas.openxmlformats.org/drawingml/2006/main">
              <a:ext uri="{FF2B5EF4-FFF2-40B4-BE49-F238E27FC236}">
                <a16:creationId xmlns:a16="http://schemas.microsoft.com/office/drawing/2014/main" id="{E036247A-B784-4F33-875E-6C353053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7253" y="673810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3" name="skill-map-en-v2-127-end-30">
            <a:extLst xmlns:a="http://schemas.openxmlformats.org/drawingml/2006/main">
              <a:ext uri="{FF2B5EF4-FFF2-40B4-BE49-F238E27FC236}">
                <a16:creationId xmlns:a16="http://schemas.microsoft.com/office/drawing/2014/main" id="{B6374636-F5A7-410D-AEF5-0038200C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0694" y="674300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06" name=""/>
          <p:cNvCxnSpPr>
            <a:stCxn xmlns:a="http://schemas.openxmlformats.org/drawingml/2006/main" id="342" idx="3"/>
            <a:endCxn xmlns:a="http://schemas.openxmlformats.org/drawingml/2006/main" id="343" idx="1"/>
          </p:cNvCxnSpPr>
          <p:nvPr/>
        </p:nvCxnSpPr>
        <p:spPr>
          <a:xfrm xmlns:a="http://schemas.openxmlformats.org/drawingml/2006/main">
            <a:off x="6087348" y="6738152"/>
            <a:ext cx="33346" cy="489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45" name="skill-map-en-v2-127-start-31">
            <a:extLst xmlns:a="http://schemas.openxmlformats.org/drawingml/2006/main">
              <a:ext uri="{FF2B5EF4-FFF2-40B4-BE49-F238E27FC236}">
                <a16:creationId xmlns:a16="http://schemas.microsoft.com/office/drawing/2014/main" id="{3972CEE6-1F00-4F3C-8269-29B52B60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0694" y="674300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6" name="skill-map-en-v2-127-end-31">
            <a:extLst xmlns:a="http://schemas.openxmlformats.org/drawingml/2006/main">
              <a:ext uri="{FF2B5EF4-FFF2-40B4-BE49-F238E27FC236}">
                <a16:creationId xmlns:a16="http://schemas.microsoft.com/office/drawing/2014/main" id="{2167B52C-56E6-46A4-BA0A-C9076098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794" y="67498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09" name=""/>
          <p:cNvCxnSpPr>
            <a:stCxn xmlns:a="http://schemas.openxmlformats.org/drawingml/2006/main" id="345" idx="3"/>
            <a:endCxn xmlns:a="http://schemas.openxmlformats.org/drawingml/2006/main" id="346" idx="1"/>
          </p:cNvCxnSpPr>
          <p:nvPr/>
        </p:nvCxnSpPr>
        <p:spPr>
          <a:xfrm xmlns:a="http://schemas.openxmlformats.org/drawingml/2006/main">
            <a:off x="6120789" y="6743050"/>
            <a:ext cx="33005" cy="683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48" name="skill-map-en-v2-127-start-32">
            <a:extLst xmlns:a="http://schemas.openxmlformats.org/drawingml/2006/main">
              <a:ext uri="{FF2B5EF4-FFF2-40B4-BE49-F238E27FC236}">
                <a16:creationId xmlns:a16="http://schemas.microsoft.com/office/drawing/2014/main" id="{9DBE427F-21B3-4F03-A4C8-17060EB9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794" y="67498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9" name="skill-map-en-v2-127-end-32">
            <a:extLst xmlns:a="http://schemas.openxmlformats.org/drawingml/2006/main">
              <a:ext uri="{FF2B5EF4-FFF2-40B4-BE49-F238E27FC236}">
                <a16:creationId xmlns:a16="http://schemas.microsoft.com/office/drawing/2014/main" id="{D393505A-2E52-4333-B3B9-9D18E88A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6440" y="67585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2" name=""/>
          <p:cNvCxnSpPr>
            <a:stCxn xmlns:a="http://schemas.openxmlformats.org/drawingml/2006/main" id="348" idx="3"/>
            <a:endCxn xmlns:a="http://schemas.openxmlformats.org/drawingml/2006/main" id="349" idx="1"/>
          </p:cNvCxnSpPr>
          <p:nvPr/>
        </p:nvCxnSpPr>
        <p:spPr>
          <a:xfrm xmlns:a="http://schemas.openxmlformats.org/drawingml/2006/main">
            <a:off x="6153889" y="6749885"/>
            <a:ext cx="32551" cy="874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51" name="skill-map-en-v2-127-start-33">
            <a:extLst xmlns:a="http://schemas.openxmlformats.org/drawingml/2006/main">
              <a:ext uri="{FF2B5EF4-FFF2-40B4-BE49-F238E27FC236}">
                <a16:creationId xmlns:a16="http://schemas.microsoft.com/office/drawing/2014/main" id="{978D9853-2695-4ADE-9E06-F6D8435A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6440" y="67585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2" name="skill-map-en-v2-127-end-33">
            <a:extLst xmlns:a="http://schemas.openxmlformats.org/drawingml/2006/main">
              <a:ext uri="{FF2B5EF4-FFF2-40B4-BE49-F238E27FC236}">
                <a16:creationId xmlns:a16="http://schemas.microsoft.com/office/drawing/2014/main" id="{4538E638-798C-44F3-98AC-7B6E45C0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8522" y="676921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5" name=""/>
          <p:cNvCxnSpPr>
            <a:stCxn xmlns:a="http://schemas.openxmlformats.org/drawingml/2006/main" id="351" idx="3"/>
            <a:endCxn xmlns:a="http://schemas.openxmlformats.org/drawingml/2006/main" id="352" idx="1"/>
          </p:cNvCxnSpPr>
          <p:nvPr/>
        </p:nvCxnSpPr>
        <p:spPr>
          <a:xfrm xmlns:a="http://schemas.openxmlformats.org/drawingml/2006/main">
            <a:off x="6186535" y="6758632"/>
            <a:ext cx="31987" cy="1063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54" name="skill-map-en-v2-127-start-34">
            <a:extLst xmlns:a="http://schemas.openxmlformats.org/drawingml/2006/main">
              <a:ext uri="{FF2B5EF4-FFF2-40B4-BE49-F238E27FC236}">
                <a16:creationId xmlns:a16="http://schemas.microsoft.com/office/drawing/2014/main" id="{2F780221-4556-4660-B630-F56567EA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8522" y="676921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5" name="skill-map-en-v2-127-end-34">
            <a:extLst xmlns:a="http://schemas.openxmlformats.org/drawingml/2006/main">
              <a:ext uri="{FF2B5EF4-FFF2-40B4-BE49-F238E27FC236}">
                <a16:creationId xmlns:a16="http://schemas.microsoft.com/office/drawing/2014/main" id="{D876AA14-8BD7-44DF-ACD0-C8F3070F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932" y="67816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8" name=""/>
          <p:cNvCxnSpPr>
            <a:stCxn xmlns:a="http://schemas.openxmlformats.org/drawingml/2006/main" id="354" idx="3"/>
            <a:endCxn xmlns:a="http://schemas.openxmlformats.org/drawingml/2006/main" id="355" idx="1"/>
          </p:cNvCxnSpPr>
          <p:nvPr/>
        </p:nvCxnSpPr>
        <p:spPr>
          <a:xfrm xmlns:a="http://schemas.openxmlformats.org/drawingml/2006/main">
            <a:off x="6218617" y="6769263"/>
            <a:ext cx="31315" cy="124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57" name="skill-map-en-v2-127-start-35">
            <a:extLst xmlns:a="http://schemas.openxmlformats.org/drawingml/2006/main">
              <a:ext uri="{FF2B5EF4-FFF2-40B4-BE49-F238E27FC236}">
                <a16:creationId xmlns:a16="http://schemas.microsoft.com/office/drawing/2014/main" id="{A4E5C042-A843-46BB-ACC0-4333DEA5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932" y="67816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8" name="skill-map-en-v2-127-end-35">
            <a:extLst xmlns:a="http://schemas.openxmlformats.org/drawingml/2006/main">
              <a:ext uri="{FF2B5EF4-FFF2-40B4-BE49-F238E27FC236}">
                <a16:creationId xmlns:a16="http://schemas.microsoft.com/office/drawing/2014/main" id="{4A52DB92-5A5C-42AA-90B7-3C817798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0564" y="679597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21" name=""/>
          <p:cNvCxnSpPr>
            <a:stCxn xmlns:a="http://schemas.openxmlformats.org/drawingml/2006/main" id="357" idx="3"/>
            <a:endCxn xmlns:a="http://schemas.openxmlformats.org/drawingml/2006/main" id="358" idx="1"/>
          </p:cNvCxnSpPr>
          <p:nvPr/>
        </p:nvCxnSpPr>
        <p:spPr>
          <a:xfrm xmlns:a="http://schemas.openxmlformats.org/drawingml/2006/main">
            <a:off x="6250027" y="6781741"/>
            <a:ext cx="30537" cy="1428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60" name="skill-map-en-v2-127-start-36">
            <a:extLst xmlns:a="http://schemas.openxmlformats.org/drawingml/2006/main">
              <a:ext uri="{FF2B5EF4-FFF2-40B4-BE49-F238E27FC236}">
                <a16:creationId xmlns:a16="http://schemas.microsoft.com/office/drawing/2014/main" id="{E802B39C-D104-46FE-8B55-E916EEB9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0564" y="679597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1" name="skill-map-en-v2-127-end-36">
            <a:extLst xmlns:a="http://schemas.openxmlformats.org/drawingml/2006/main">
              <a:ext uri="{FF2B5EF4-FFF2-40B4-BE49-F238E27FC236}">
                <a16:creationId xmlns:a16="http://schemas.microsoft.com/office/drawing/2014/main" id="{7B0750ED-03F3-4E78-9777-86989B79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313" y="681201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24" name=""/>
          <p:cNvCxnSpPr>
            <a:stCxn xmlns:a="http://schemas.openxmlformats.org/drawingml/2006/main" id="360" idx="3"/>
            <a:endCxn xmlns:a="http://schemas.openxmlformats.org/drawingml/2006/main" id="361" idx="1"/>
          </p:cNvCxnSpPr>
          <p:nvPr/>
        </p:nvCxnSpPr>
        <p:spPr>
          <a:xfrm xmlns:a="http://schemas.openxmlformats.org/drawingml/2006/main">
            <a:off x="6280659" y="6796024"/>
            <a:ext cx="29654" cy="1604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63" name="skill-map-en-v2-127-start-37">
            <a:extLst xmlns:a="http://schemas.openxmlformats.org/drawingml/2006/main">
              <a:ext uri="{FF2B5EF4-FFF2-40B4-BE49-F238E27FC236}">
                <a16:creationId xmlns:a16="http://schemas.microsoft.com/office/drawing/2014/main" id="{BE390A92-14F6-4370-A44A-71C58C22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313" y="681201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4" name="skill-map-en-v2-127-end-37">
            <a:extLst xmlns:a="http://schemas.openxmlformats.org/drawingml/2006/main">
              <a:ext uri="{FF2B5EF4-FFF2-40B4-BE49-F238E27FC236}">
                <a16:creationId xmlns:a16="http://schemas.microsoft.com/office/drawing/2014/main" id="{B401C6F7-3DE1-4B3B-B5B7-8951F594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078" y="68297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27" name=""/>
          <p:cNvCxnSpPr>
            <a:stCxn xmlns:a="http://schemas.openxmlformats.org/drawingml/2006/main" id="363" idx="3"/>
            <a:endCxn xmlns:a="http://schemas.openxmlformats.org/drawingml/2006/main" id="364" idx="1"/>
          </p:cNvCxnSpPr>
          <p:nvPr/>
        </p:nvCxnSpPr>
        <p:spPr>
          <a:xfrm xmlns:a="http://schemas.openxmlformats.org/drawingml/2006/main">
            <a:off x="6310408" y="6812065"/>
            <a:ext cx="28670" cy="1774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66" name="skill-map-en-v2-127-start-38">
            <a:extLst xmlns:a="http://schemas.openxmlformats.org/drawingml/2006/main">
              <a:ext uri="{FF2B5EF4-FFF2-40B4-BE49-F238E27FC236}">
                <a16:creationId xmlns:a16="http://schemas.microsoft.com/office/drawing/2014/main" id="{808B68DF-7478-4A15-9FA4-41D026CD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078" y="68297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7" name="skill-map-en-v2-127-end-38">
            <a:extLst xmlns:a="http://schemas.openxmlformats.org/drawingml/2006/main">
              <a:ext uri="{FF2B5EF4-FFF2-40B4-BE49-F238E27FC236}">
                <a16:creationId xmlns:a16="http://schemas.microsoft.com/office/drawing/2014/main" id="{3AC2384F-51D3-4D7C-B2E4-98EE1F51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764" y="68491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30" name=""/>
          <p:cNvCxnSpPr>
            <a:stCxn xmlns:a="http://schemas.openxmlformats.org/drawingml/2006/main" id="366" idx="3"/>
            <a:endCxn xmlns:a="http://schemas.openxmlformats.org/drawingml/2006/main" id="367" idx="1"/>
          </p:cNvCxnSpPr>
          <p:nvPr/>
        </p:nvCxnSpPr>
        <p:spPr>
          <a:xfrm xmlns:a="http://schemas.openxmlformats.org/drawingml/2006/main">
            <a:off x="6339173" y="6829809"/>
            <a:ext cx="27591" cy="1938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69" name="skill-map-en-v2-127-start-39">
            <a:extLst xmlns:a="http://schemas.openxmlformats.org/drawingml/2006/main">
              <a:ext uri="{FF2B5EF4-FFF2-40B4-BE49-F238E27FC236}">
                <a16:creationId xmlns:a16="http://schemas.microsoft.com/office/drawing/2014/main" id="{B2207DD5-3A41-4DDD-9199-58DD9B8A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764" y="68491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0" name="skill-map-en-v2-127-end-39">
            <a:extLst xmlns:a="http://schemas.openxmlformats.org/drawingml/2006/main">
              <a:ext uri="{FF2B5EF4-FFF2-40B4-BE49-F238E27FC236}">
                <a16:creationId xmlns:a16="http://schemas.microsoft.com/office/drawing/2014/main" id="{7B30721F-0919-4C55-BAF7-61D94C36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276" y="68701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33" name=""/>
          <p:cNvCxnSpPr>
            <a:stCxn xmlns:a="http://schemas.openxmlformats.org/drawingml/2006/main" id="369" idx="3"/>
            <a:endCxn xmlns:a="http://schemas.openxmlformats.org/drawingml/2006/main" id="370" idx="1"/>
          </p:cNvCxnSpPr>
          <p:nvPr/>
        </p:nvCxnSpPr>
        <p:spPr>
          <a:xfrm xmlns:a="http://schemas.openxmlformats.org/drawingml/2006/main">
            <a:off x="6366859" y="6849194"/>
            <a:ext cx="26417" cy="209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72" name="skill-map-en-v2-127-start-40">
            <a:extLst xmlns:a="http://schemas.openxmlformats.org/drawingml/2006/main">
              <a:ext uri="{FF2B5EF4-FFF2-40B4-BE49-F238E27FC236}">
                <a16:creationId xmlns:a16="http://schemas.microsoft.com/office/drawing/2014/main" id="{560C8FCD-82A6-4403-8BDB-68B62B37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276" y="68701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3" name="skill-map-en-v2-127-end-40">
            <a:extLst xmlns:a="http://schemas.openxmlformats.org/drawingml/2006/main">
              <a:ext uri="{FF2B5EF4-FFF2-40B4-BE49-F238E27FC236}">
                <a16:creationId xmlns:a16="http://schemas.microsoft.com/office/drawing/2014/main" id="{4C34A860-75A8-4B40-B963-782E46E2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524" y="68925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36" name=""/>
          <p:cNvCxnSpPr>
            <a:stCxn xmlns:a="http://schemas.openxmlformats.org/drawingml/2006/main" id="372" idx="3"/>
            <a:endCxn xmlns:a="http://schemas.openxmlformats.org/drawingml/2006/main" id="373" idx="1"/>
          </p:cNvCxnSpPr>
          <p:nvPr/>
        </p:nvCxnSpPr>
        <p:spPr>
          <a:xfrm xmlns:a="http://schemas.openxmlformats.org/drawingml/2006/main">
            <a:off x="6393371" y="6870157"/>
            <a:ext cx="25153" cy="2246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75" name="skill-map-en-v2-127-start-41">
            <a:extLst xmlns:a="http://schemas.openxmlformats.org/drawingml/2006/main">
              <a:ext uri="{FF2B5EF4-FFF2-40B4-BE49-F238E27FC236}">
                <a16:creationId xmlns:a16="http://schemas.microsoft.com/office/drawing/2014/main" id="{1496D80A-D90C-4156-8F3A-79BEC794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524" y="68925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6" name="skill-map-en-v2-127-end-41">
            <a:extLst xmlns:a="http://schemas.openxmlformats.org/drawingml/2006/main">
              <a:ext uri="{FF2B5EF4-FFF2-40B4-BE49-F238E27FC236}">
                <a16:creationId xmlns:a16="http://schemas.microsoft.com/office/drawing/2014/main" id="{C5CBD265-DB01-4E14-A4C6-573E7695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2422" y="69164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39" name=""/>
          <p:cNvCxnSpPr>
            <a:stCxn xmlns:a="http://schemas.openxmlformats.org/drawingml/2006/main" id="375" idx="2"/>
            <a:endCxn xmlns:a="http://schemas.openxmlformats.org/drawingml/2006/main" id="376" idx="1"/>
          </p:cNvCxnSpPr>
          <p:nvPr/>
        </p:nvCxnSpPr>
        <p:spPr>
          <a:xfrm xmlns:a="http://schemas.openxmlformats.org/drawingml/2006/main">
            <a:off x="6418572" y="6892673"/>
            <a:ext cx="23851" cy="2385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78" name="skill-map-en-v2-127-start-42">
            <a:extLst xmlns:a="http://schemas.openxmlformats.org/drawingml/2006/main">
              <a:ext uri="{FF2B5EF4-FFF2-40B4-BE49-F238E27FC236}">
                <a16:creationId xmlns:a16="http://schemas.microsoft.com/office/drawing/2014/main" id="{FFD6A504-C454-49EA-9899-BE7F7CB4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2422" y="69164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9" name="skill-map-en-v2-127-end-42">
            <a:extLst xmlns:a="http://schemas.openxmlformats.org/drawingml/2006/main">
              <a:ext uri="{FF2B5EF4-FFF2-40B4-BE49-F238E27FC236}">
                <a16:creationId xmlns:a16="http://schemas.microsoft.com/office/drawing/2014/main" id="{940540EE-1E97-499F-B22E-817EC17E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91" y="69417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42" name=""/>
          <p:cNvCxnSpPr>
            <a:stCxn xmlns:a="http://schemas.openxmlformats.org/drawingml/2006/main" id="378" idx="2"/>
            <a:endCxn xmlns:a="http://schemas.openxmlformats.org/drawingml/2006/main" id="379" idx="0"/>
          </p:cNvCxnSpPr>
          <p:nvPr/>
        </p:nvCxnSpPr>
        <p:spPr>
          <a:xfrm xmlns:a="http://schemas.openxmlformats.org/drawingml/2006/main">
            <a:off x="6442470" y="6916571"/>
            <a:ext cx="22469" cy="2515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81" name="skill-map-en-v2-127-start-43">
            <a:extLst xmlns:a="http://schemas.openxmlformats.org/drawingml/2006/main">
              <a:ext uri="{FF2B5EF4-FFF2-40B4-BE49-F238E27FC236}">
                <a16:creationId xmlns:a16="http://schemas.microsoft.com/office/drawing/2014/main" id="{35A9E9A5-3B40-45E0-A269-F0957E45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91" y="69417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2" name="skill-map-en-v2-127-end-43">
            <a:extLst xmlns:a="http://schemas.openxmlformats.org/drawingml/2006/main">
              <a:ext uri="{FF2B5EF4-FFF2-40B4-BE49-F238E27FC236}">
                <a16:creationId xmlns:a16="http://schemas.microsoft.com/office/drawing/2014/main" id="{4A67DD26-772B-4D27-BC4F-BDFE5528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854" y="69682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45" name=""/>
          <p:cNvCxnSpPr>
            <a:stCxn xmlns:a="http://schemas.openxmlformats.org/drawingml/2006/main" id="381" idx="2"/>
            <a:endCxn xmlns:a="http://schemas.openxmlformats.org/drawingml/2006/main" id="382" idx="0"/>
          </p:cNvCxnSpPr>
          <p:nvPr/>
        </p:nvCxnSpPr>
        <p:spPr>
          <a:xfrm xmlns:a="http://schemas.openxmlformats.org/drawingml/2006/main">
            <a:off x="6464938" y="6941819"/>
            <a:ext cx="20963" cy="2641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84" name="skill-map-en-v2-127-start-44">
            <a:extLst xmlns:a="http://schemas.openxmlformats.org/drawingml/2006/main">
              <a:ext uri="{FF2B5EF4-FFF2-40B4-BE49-F238E27FC236}">
                <a16:creationId xmlns:a16="http://schemas.microsoft.com/office/drawing/2014/main" id="{70982774-7E3C-4BA3-88C1-CBC76563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854" y="69682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5" name="skill-map-en-v2-127-end-44">
            <a:extLst xmlns:a="http://schemas.openxmlformats.org/drawingml/2006/main">
              <a:ext uri="{FF2B5EF4-FFF2-40B4-BE49-F238E27FC236}">
                <a16:creationId xmlns:a16="http://schemas.microsoft.com/office/drawing/2014/main" id="{523DF7D9-4302-4957-8543-CE401F98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239" y="699592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48" name=""/>
          <p:cNvCxnSpPr>
            <a:stCxn xmlns:a="http://schemas.openxmlformats.org/drawingml/2006/main" id="384" idx="2"/>
            <a:endCxn xmlns:a="http://schemas.openxmlformats.org/drawingml/2006/main" id="385" idx="0"/>
          </p:cNvCxnSpPr>
          <p:nvPr/>
        </p:nvCxnSpPr>
        <p:spPr>
          <a:xfrm xmlns:a="http://schemas.openxmlformats.org/drawingml/2006/main">
            <a:off x="6485902" y="6968331"/>
            <a:ext cx="19385" cy="2759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87" name="skill-map-en-v2-127-start-45">
            <a:extLst xmlns:a="http://schemas.openxmlformats.org/drawingml/2006/main">
              <a:ext uri="{FF2B5EF4-FFF2-40B4-BE49-F238E27FC236}">
                <a16:creationId xmlns:a16="http://schemas.microsoft.com/office/drawing/2014/main" id="{E4E4BECC-3D55-4FC0-914D-37E31726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239" y="699592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8" name="skill-map-en-v2-127-end-45">
            <a:extLst xmlns:a="http://schemas.openxmlformats.org/drawingml/2006/main">
              <a:ext uri="{FF2B5EF4-FFF2-40B4-BE49-F238E27FC236}">
                <a16:creationId xmlns:a16="http://schemas.microsoft.com/office/drawing/2014/main" id="{A6D409B6-20F1-43BB-8944-0AFB9C52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2982" y="702468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51" name=""/>
          <p:cNvCxnSpPr>
            <a:stCxn xmlns:a="http://schemas.openxmlformats.org/drawingml/2006/main" id="387" idx="2"/>
            <a:endCxn xmlns:a="http://schemas.openxmlformats.org/drawingml/2006/main" id="388" idx="0"/>
          </p:cNvCxnSpPr>
          <p:nvPr/>
        </p:nvCxnSpPr>
        <p:spPr>
          <a:xfrm xmlns:a="http://schemas.openxmlformats.org/drawingml/2006/main">
            <a:off x="6505287" y="6996017"/>
            <a:ext cx="17743" cy="2867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90" name="skill-map-en-v2-127-start-46">
            <a:extLst xmlns:a="http://schemas.openxmlformats.org/drawingml/2006/main">
              <a:ext uri="{FF2B5EF4-FFF2-40B4-BE49-F238E27FC236}">
                <a16:creationId xmlns:a16="http://schemas.microsoft.com/office/drawing/2014/main" id="{9A33BA26-6853-4C55-A8FA-806C26B6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2982" y="702468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1" name="skill-map-en-v2-127-end-46">
            <a:extLst xmlns:a="http://schemas.openxmlformats.org/drawingml/2006/main">
              <a:ext uri="{FF2B5EF4-FFF2-40B4-BE49-F238E27FC236}">
                <a16:creationId xmlns:a16="http://schemas.microsoft.com/office/drawing/2014/main" id="{466764DC-7BE9-4B98-A145-A37064ED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9023" y="70544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54" name=""/>
          <p:cNvCxnSpPr>
            <a:stCxn xmlns:a="http://schemas.openxmlformats.org/drawingml/2006/main" id="390" idx="2"/>
            <a:endCxn xmlns:a="http://schemas.openxmlformats.org/drawingml/2006/main" id="391" idx="0"/>
          </p:cNvCxnSpPr>
          <p:nvPr/>
        </p:nvCxnSpPr>
        <p:spPr>
          <a:xfrm xmlns:a="http://schemas.openxmlformats.org/drawingml/2006/main">
            <a:off x="6523030" y="7024783"/>
            <a:ext cx="16041" cy="2965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93" name="skill-map-en-v2-127-start-47">
            <a:extLst xmlns:a="http://schemas.openxmlformats.org/drawingml/2006/main">
              <a:ext uri="{FF2B5EF4-FFF2-40B4-BE49-F238E27FC236}">
                <a16:creationId xmlns:a16="http://schemas.microsoft.com/office/drawing/2014/main" id="{3265881A-4255-4ACF-A294-60179C8E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9023" y="70544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4" name="skill-map-en-v2-127-end-47">
            <a:extLst xmlns:a="http://schemas.openxmlformats.org/drawingml/2006/main">
              <a:ext uri="{FF2B5EF4-FFF2-40B4-BE49-F238E27FC236}">
                <a16:creationId xmlns:a16="http://schemas.microsoft.com/office/drawing/2014/main" id="{6D9639BA-B01E-47D1-9A44-C38FADE8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307" y="70850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57" name=""/>
          <p:cNvCxnSpPr>
            <a:stCxn xmlns:a="http://schemas.openxmlformats.org/drawingml/2006/main" id="393" idx="2"/>
            <a:endCxn xmlns:a="http://schemas.openxmlformats.org/drawingml/2006/main" id="394" idx="0"/>
          </p:cNvCxnSpPr>
          <p:nvPr/>
        </p:nvCxnSpPr>
        <p:spPr>
          <a:xfrm xmlns:a="http://schemas.openxmlformats.org/drawingml/2006/main">
            <a:off x="6539071" y="7054531"/>
            <a:ext cx="14284" cy="3053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96" name="skill-map-en-v2-127-start-48">
            <a:extLst xmlns:a="http://schemas.openxmlformats.org/drawingml/2006/main">
              <a:ext uri="{FF2B5EF4-FFF2-40B4-BE49-F238E27FC236}">
                <a16:creationId xmlns:a16="http://schemas.microsoft.com/office/drawing/2014/main" id="{24CE2360-165D-4089-AF85-C3F19292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307" y="70850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7" name="skill-map-en-v2-127-end-48">
            <a:extLst xmlns:a="http://schemas.openxmlformats.org/drawingml/2006/main">
              <a:ext uri="{FF2B5EF4-FFF2-40B4-BE49-F238E27FC236}">
                <a16:creationId xmlns:a16="http://schemas.microsoft.com/office/drawing/2014/main" id="{A9AA6F7F-AD72-4FD4-A7EA-45559553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785" y="71164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60" name=""/>
          <p:cNvCxnSpPr>
            <a:stCxn xmlns:a="http://schemas.openxmlformats.org/drawingml/2006/main" id="396" idx="2"/>
            <a:endCxn xmlns:a="http://schemas.openxmlformats.org/drawingml/2006/main" id="397" idx="0"/>
          </p:cNvCxnSpPr>
          <p:nvPr/>
        </p:nvCxnSpPr>
        <p:spPr>
          <a:xfrm xmlns:a="http://schemas.openxmlformats.org/drawingml/2006/main">
            <a:off x="6553355" y="7085163"/>
            <a:ext cx="12478" cy="3131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99" name="skill-map-en-v2-127-start-49">
            <a:extLst xmlns:a="http://schemas.openxmlformats.org/drawingml/2006/main">
              <a:ext uri="{FF2B5EF4-FFF2-40B4-BE49-F238E27FC236}">
                <a16:creationId xmlns:a16="http://schemas.microsoft.com/office/drawing/2014/main" id="{CBA3FB42-0EF1-4CE2-9881-9950511F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785" y="71164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0" name="skill-map-en-v2-127-end-49">
            <a:extLst xmlns:a="http://schemas.openxmlformats.org/drawingml/2006/main">
              <a:ext uri="{FF2B5EF4-FFF2-40B4-BE49-F238E27FC236}">
                <a16:creationId xmlns:a16="http://schemas.microsoft.com/office/drawing/2014/main" id="{D0F1AD9A-338A-45AD-A1C6-71F78CB7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416" y="71485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63" name=""/>
          <p:cNvCxnSpPr>
            <a:stCxn xmlns:a="http://schemas.openxmlformats.org/drawingml/2006/main" id="399" idx="2"/>
            <a:endCxn xmlns:a="http://schemas.openxmlformats.org/drawingml/2006/main" id="400" idx="0"/>
          </p:cNvCxnSpPr>
          <p:nvPr/>
        </p:nvCxnSpPr>
        <p:spPr>
          <a:xfrm xmlns:a="http://schemas.openxmlformats.org/drawingml/2006/main">
            <a:off x="6565832" y="7116573"/>
            <a:ext cx="10631" cy="319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402" name="skill-map-en-v2-127-start-50">
            <a:extLst xmlns:a="http://schemas.openxmlformats.org/drawingml/2006/main">
              <a:ext uri="{FF2B5EF4-FFF2-40B4-BE49-F238E27FC236}">
                <a16:creationId xmlns:a16="http://schemas.microsoft.com/office/drawing/2014/main" id="{8AE4DF2C-6D50-4E3B-8A25-7F88F6C4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416" y="71485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3" name="skill-map-en-v2-127-end-50">
            <a:extLst xmlns:a="http://schemas.openxmlformats.org/drawingml/2006/main">
              <a:ext uri="{FF2B5EF4-FFF2-40B4-BE49-F238E27FC236}">
                <a16:creationId xmlns:a16="http://schemas.microsoft.com/office/drawing/2014/main" id="{7ECFDB71-3613-470A-8589-FD62AF5D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163" y="71812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66" name=""/>
          <p:cNvCxnSpPr>
            <a:stCxn xmlns:a="http://schemas.openxmlformats.org/drawingml/2006/main" id="402" idx="2"/>
            <a:endCxn xmlns:a="http://schemas.openxmlformats.org/drawingml/2006/main" id="403" idx="0"/>
          </p:cNvCxnSpPr>
          <p:nvPr/>
        </p:nvCxnSpPr>
        <p:spPr>
          <a:xfrm xmlns:a="http://schemas.openxmlformats.org/drawingml/2006/main">
            <a:off x="6576464" y="7148655"/>
            <a:ext cx="8747" cy="3255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405" name="skill-map-en-v2-127-start-51">
            <a:extLst xmlns:a="http://schemas.openxmlformats.org/drawingml/2006/main">
              <a:ext uri="{FF2B5EF4-FFF2-40B4-BE49-F238E27FC236}">
                <a16:creationId xmlns:a16="http://schemas.microsoft.com/office/drawing/2014/main" id="{E059CE04-5A16-4F94-97B1-8D103E0C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163" y="71812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6" name="skill-map-en-v2-127-end-51">
            <a:extLst xmlns:a="http://schemas.openxmlformats.org/drawingml/2006/main">
              <a:ext uri="{FF2B5EF4-FFF2-40B4-BE49-F238E27FC236}">
                <a16:creationId xmlns:a16="http://schemas.microsoft.com/office/drawing/2014/main" id="{CA67FEFD-8456-4277-B1FA-730DC3E5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998" y="72143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69" name=""/>
          <p:cNvCxnSpPr>
            <a:stCxn xmlns:a="http://schemas.openxmlformats.org/drawingml/2006/main" id="405" idx="2"/>
            <a:endCxn xmlns:a="http://schemas.openxmlformats.org/drawingml/2006/main" id="406" idx="0"/>
          </p:cNvCxnSpPr>
          <p:nvPr/>
        </p:nvCxnSpPr>
        <p:spPr>
          <a:xfrm xmlns:a="http://schemas.openxmlformats.org/drawingml/2006/main">
            <a:off x="6585210" y="7181301"/>
            <a:ext cx="6835" cy="330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408" name="skill-map-en-v2-127-start-52">
            <a:extLst xmlns:a="http://schemas.openxmlformats.org/drawingml/2006/main">
              <a:ext uri="{FF2B5EF4-FFF2-40B4-BE49-F238E27FC236}">
                <a16:creationId xmlns:a16="http://schemas.microsoft.com/office/drawing/2014/main" id="{45FBED3C-5906-46DD-91C7-B0994191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998" y="72143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9" name="skill-map-en-v2-127-end-52">
            <a:extLst xmlns:a="http://schemas.openxmlformats.org/drawingml/2006/main">
              <a:ext uri="{FF2B5EF4-FFF2-40B4-BE49-F238E27FC236}">
                <a16:creationId xmlns:a16="http://schemas.microsoft.com/office/drawing/2014/main" id="{2A095A4F-FCD6-4B0C-9BF6-7429E983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6896" y="72477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72" name=""/>
          <p:cNvCxnSpPr>
            <a:stCxn xmlns:a="http://schemas.openxmlformats.org/drawingml/2006/main" id="408" idx="2"/>
            <a:endCxn xmlns:a="http://schemas.openxmlformats.org/drawingml/2006/main" id="409" idx="0"/>
          </p:cNvCxnSpPr>
          <p:nvPr/>
        </p:nvCxnSpPr>
        <p:spPr>
          <a:xfrm xmlns:a="http://schemas.openxmlformats.org/drawingml/2006/main">
            <a:off x="6592045" y="7214401"/>
            <a:ext cx="4898" cy="333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411" name="skill-map-en-v2-127-start-53">
            <a:extLst xmlns:a="http://schemas.openxmlformats.org/drawingml/2006/main">
              <a:ext uri="{FF2B5EF4-FFF2-40B4-BE49-F238E27FC236}">
                <a16:creationId xmlns:a16="http://schemas.microsoft.com/office/drawing/2014/main" id="{A1F06F7A-9235-4A18-863D-F0D3527F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6896" y="72477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2" name="skill-map-en-v2-127-end-53">
            <a:extLst xmlns:a="http://schemas.openxmlformats.org/drawingml/2006/main">
              <a:ext uri="{FF2B5EF4-FFF2-40B4-BE49-F238E27FC236}">
                <a16:creationId xmlns:a16="http://schemas.microsoft.com/office/drawing/2014/main" id="{AA36BBB7-0634-4A4C-B853-D6B2FD65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9842" y="72814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75" name=""/>
          <p:cNvCxnSpPr>
            <a:stCxn xmlns:a="http://schemas.openxmlformats.org/drawingml/2006/main" id="411" idx="2"/>
            <a:endCxn xmlns:a="http://schemas.openxmlformats.org/drawingml/2006/main" id="412" idx="0"/>
          </p:cNvCxnSpPr>
          <p:nvPr/>
        </p:nvCxnSpPr>
        <p:spPr>
          <a:xfrm xmlns:a="http://schemas.openxmlformats.org/drawingml/2006/main">
            <a:off x="6596944" y="7247842"/>
            <a:ext cx="2946" cy="3357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414" name="skill-map-en-v2-127-start-54">
            <a:extLst xmlns:a="http://schemas.openxmlformats.org/drawingml/2006/main">
              <a:ext uri="{FF2B5EF4-FFF2-40B4-BE49-F238E27FC236}">
                <a16:creationId xmlns:a16="http://schemas.microsoft.com/office/drawing/2014/main" id="{336A5F10-E2A6-4F6A-94C5-EE161C3C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9842" y="72814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5" name="skill-map-en-v2-127-end-54">
            <a:extLst xmlns:a="http://schemas.openxmlformats.org/drawingml/2006/main">
              <a:ext uri="{FF2B5EF4-FFF2-40B4-BE49-F238E27FC236}">
                <a16:creationId xmlns:a16="http://schemas.microsoft.com/office/drawing/2014/main" id="{10D7D17D-5102-49C4-9F8D-BAC9D98F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73152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78" name=""/>
          <p:cNvCxnSpPr>
            <a:stCxn xmlns:a="http://schemas.openxmlformats.org/drawingml/2006/main" id="414" idx="2"/>
            <a:endCxn xmlns:a="http://schemas.openxmlformats.org/drawingml/2006/main" id="415" idx="0"/>
          </p:cNvCxnSpPr>
          <p:nvPr/>
        </p:nvCxnSpPr>
        <p:spPr>
          <a:xfrm xmlns:a="http://schemas.openxmlformats.org/drawingml/2006/main">
            <a:off x="6599890" y="7281511"/>
            <a:ext cx="983" cy="3368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417" name="skill-map-en-v2-128">
            <a:extLst xmlns:a="http://schemas.openxmlformats.org/drawingml/2006/main">
              <a:ext uri="{FF2B5EF4-FFF2-40B4-BE49-F238E27FC236}">
                <a16:creationId xmlns:a16="http://schemas.microsoft.com/office/drawing/2014/main" id="{1122FF8B-2E28-4A43-B228-4AC3F780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7267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D3C5"/>
          </a:solidFill>
          <a:ln xmlns:a="http://schemas.openxmlformats.org/drawingml/2006/main" w="15240">
            <a:solidFill>
              <a:srgbClr val="4A9086"/>
            </a:solidFill>
            <a:prstDash val="solid"/>
          </a:ln>
        </p:spPr>
      </p:sp>
      <p:sp>
        <p:nvSpPr>
          <p:cNvPr id="418" name="skill-map-en-v2-129">
            <a:extLst xmlns:a="http://schemas.openxmlformats.org/drawingml/2006/main">
              <a:ext uri="{FF2B5EF4-FFF2-40B4-BE49-F238E27FC236}">
                <a16:creationId xmlns:a16="http://schemas.microsoft.com/office/drawing/2014/main" id="{DAD501A3-8508-4D8D-93DE-FF881FAB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1328" y="685672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D3C5"/>
          </a:solidFill>
          <a:ln xmlns:a="http://schemas.openxmlformats.org/drawingml/2006/main" w="15240">
            <a:solidFill>
              <a:srgbClr val="4A9086"/>
            </a:solidFill>
            <a:prstDash val="solid"/>
          </a:ln>
        </p:spPr>
      </p:sp>
      <p:sp>
        <p:nvSpPr>
          <p:cNvPr id="419" name="skill-map-en-v2-130">
            <a:extLst xmlns:a="http://schemas.openxmlformats.org/drawingml/2006/main">
              <a:ext uri="{FF2B5EF4-FFF2-40B4-BE49-F238E27FC236}">
                <a16:creationId xmlns:a16="http://schemas.microsoft.com/office/drawing/2014/main" id="{84707093-C409-4319-AB6C-3D099EE7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6686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D3C5"/>
          </a:solidFill>
          <a:ln xmlns:a="http://schemas.openxmlformats.org/drawingml/2006/main" w="15240">
            <a:solidFill>
              <a:srgbClr val="4A9086"/>
            </a:solidFill>
            <a:prstDash val="solid"/>
          </a:ln>
        </p:spPr>
      </p:sp>
      <p:sp>
        <p:nvSpPr>
          <p:cNvPr id="420" name="skill-map-en-v2-131">
            <a:extLst xmlns:a="http://schemas.openxmlformats.org/drawingml/2006/main">
              <a:ext uri="{FF2B5EF4-FFF2-40B4-BE49-F238E27FC236}">
                <a16:creationId xmlns:a16="http://schemas.microsoft.com/office/drawing/2014/main" id="{9F4BC050-E402-444C-AFF3-62FBD025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3022" y="685672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D3C5"/>
          </a:solidFill>
          <a:ln xmlns:a="http://schemas.openxmlformats.org/drawingml/2006/main" w="15240">
            <a:solidFill>
              <a:srgbClr val="4A9086"/>
            </a:solidFill>
            <a:prstDash val="solid"/>
          </a:ln>
        </p:spPr>
      </p:sp>
      <p:sp>
        <p:nvSpPr>
          <p:cNvPr id="421" name="skill-map-en-v2-132">
            <a:extLst xmlns:a="http://schemas.openxmlformats.org/drawingml/2006/main">
              <a:ext uri="{FF2B5EF4-FFF2-40B4-BE49-F238E27FC236}">
                <a16:creationId xmlns:a16="http://schemas.microsoft.com/office/drawing/2014/main" id="{5A966DF5-E050-4532-B6D3-160F4B48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7267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D3C5"/>
          </a:solidFill>
          <a:ln xmlns:a="http://schemas.openxmlformats.org/drawingml/2006/main" w="15240">
            <a:solidFill>
              <a:srgbClr val="4A9086"/>
            </a:solidFill>
            <a:prstDash val="solid"/>
          </a:ln>
        </p:spPr>
      </p:sp>
      <p:sp>
        <p:nvSpPr>
          <p:cNvPr id="422" name="skill-map-en-v2-133">
            <a:extLst xmlns:a="http://schemas.openxmlformats.org/drawingml/2006/main">
              <a:ext uri="{FF2B5EF4-FFF2-40B4-BE49-F238E27FC236}">
                <a16:creationId xmlns:a16="http://schemas.microsoft.com/office/drawing/2014/main" id="{D7065AE8-CE23-49A4-80E9-C42C7BA6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943725"/>
            <a:ext cx="419100" cy="571500"/>
          </a:xfrm>
          <a:custGeom xmlns:a="http://schemas.openxmlformats.org/drawingml/2006/main">
            <a:pathLst>
              <a:path w="419100" h="571500">
                <a:moveTo>
                  <a:pt x="209550" y="0"/>
                </a:moveTo>
                <a:lnTo>
                  <a:pt x="419100" y="381000"/>
                </a:lnTo>
                <a:lnTo>
                  <a:pt x="304800" y="571500"/>
                </a:lnTo>
                <a:lnTo>
                  <a:pt x="114300" y="571500"/>
                </a:lnTo>
                <a:lnTo>
                  <a:pt x="0" y="381000"/>
                </a:lnTo>
                <a:close/>
              </a:path>
            </a:pathLst>
          </a:custGeom>
          <a:solidFill xmlns:a="http://schemas.openxmlformats.org/drawingml/2006/main">
            <a:srgbClr val="EDF3F8"/>
          </a:solidFill>
          <a:ln xmlns:a="http://schemas.openxmlformats.org/drawingml/2006/main" w="19050">
            <a:solidFill>
              <a:srgbClr val="527FAA"/>
            </a:solidFill>
            <a:prstDash val="solid"/>
          </a:ln>
        </p:spPr>
      </p:sp>
      <p:sp>
        <p:nvSpPr>
          <p:cNvPr id="423" name="skill-map-en-v2-134-start-1">
            <a:extLst xmlns:a="http://schemas.openxmlformats.org/drawingml/2006/main">
              <a:ext uri="{FF2B5EF4-FFF2-40B4-BE49-F238E27FC236}">
                <a16:creationId xmlns:a16="http://schemas.microsoft.com/office/drawing/2014/main" id="{30C2D6C2-F893-4A07-8C11-087C765B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6981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4" name="skill-map-en-v2-134-end-1">
            <a:extLst xmlns:a="http://schemas.openxmlformats.org/drawingml/2006/main">
              <a:ext uri="{FF2B5EF4-FFF2-40B4-BE49-F238E27FC236}">
                <a16:creationId xmlns:a16="http://schemas.microsoft.com/office/drawing/2014/main" id="{BA2237A3-7E80-4C1B-A9E8-066743AB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73056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87" name=""/>
          <p:cNvCxnSpPr>
            <a:stCxn xmlns:a="http://schemas.openxmlformats.org/drawingml/2006/main" id="423" idx="2"/>
            <a:endCxn xmlns:a="http://schemas.openxmlformats.org/drawingml/2006/main" id="424" idx="0"/>
          </p:cNvCxnSpPr>
          <p:nvPr/>
        </p:nvCxnSpPr>
        <p:spPr>
          <a:xfrm xmlns:a="http://schemas.openxmlformats.org/drawingml/2006/main">
            <a:off x="6019848" y="6981920"/>
            <a:ext cx="0" cy="32375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27FAA"/>
            </a:solidFill>
            <a:prstDash val="solid"/>
          </a:ln>
        </p:spPr>
      </p:cxnSp>
      <p:sp>
        <p:nvSpPr>
          <p:cNvPr id="426" name="skill-map-en-v2-135">
            <a:extLst xmlns:a="http://schemas.openxmlformats.org/drawingml/2006/main">
              <a:ext uri="{FF2B5EF4-FFF2-40B4-BE49-F238E27FC236}">
                <a16:creationId xmlns:a16="http://schemas.microsoft.com/office/drawing/2014/main" id="{1D4318A5-1C45-4FA3-A54D-D4795137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7286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1D3C5"/>
          </a:solidFill>
          <a:ln xmlns:a="http://schemas.openxmlformats.org/drawingml/2006/main" w="14288">
            <a:solidFill>
              <a:srgbClr val="527FAA"/>
            </a:solidFill>
            <a:prstDash val="solid"/>
          </a:ln>
        </p:spPr>
      </p:sp>
      <p:sp>
        <p:nvSpPr>
          <p:cNvPr id="427" name="skill-map-en-v2-136">
            <a:extLst xmlns:a="http://schemas.openxmlformats.org/drawingml/2006/main">
              <a:ext uri="{FF2B5EF4-FFF2-40B4-BE49-F238E27FC236}">
                <a16:creationId xmlns:a16="http://schemas.microsoft.com/office/drawing/2014/main" id="{85DBE4B9-8D22-425F-9269-B13FCEF4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7534275"/>
            <a:ext cx="2476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D3C5"/>
          </a:solidFill>
          <a:ln xmlns:a="http://schemas.openxmlformats.org/drawingml/2006/main" w="14288">
            <a:solidFill>
              <a:srgbClr val="527FAA"/>
            </a:solidFill>
            <a:prstDash val="solid"/>
          </a:ln>
        </p:spPr>
      </p:sp>
      <p:sp>
        <p:nvSpPr>
          <p:cNvPr id="428" name="skill-map-en-v2-137">
            <a:extLst xmlns:a="http://schemas.openxmlformats.org/drawingml/2006/main">
              <a:ext uri="{FF2B5EF4-FFF2-40B4-BE49-F238E27FC236}">
                <a16:creationId xmlns:a16="http://schemas.microsoft.com/office/drawing/2014/main" id="{BB745279-D731-47C1-9678-41AB6DB3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7077075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Scientific visualization</a:t>
            </a:r>
          </a:p>
        </p:txBody>
      </p:sp>
      <p:sp>
        <p:nvSpPr>
          <p:cNvPr id="429" name="skill-map-en-v2-138">
            <a:extLst xmlns:a="http://schemas.openxmlformats.org/drawingml/2006/main">
              <a:ext uri="{FF2B5EF4-FFF2-40B4-BE49-F238E27FC236}">
                <a16:creationId xmlns:a16="http://schemas.microsoft.com/office/drawing/2014/main" id="{BB8CB2F8-F8A6-4BC0-9F3B-8B261372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7543800"/>
            <a:ext cx="7762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88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887"/>
                </a:solidFill>
                <a:latin typeface="Arial"/>
                <a:ea typeface="Arial"/>
                <a:cs typeface="Arial"/>
              </a:rPr>
              <a:t>Architecture diagrams, data figures and editable artwork</a:t>
            </a:r>
          </a:p>
        </p:txBody>
      </p:sp>
      <p:sp>
        <p:nvSpPr>
          <p:cNvPr id="430" name="skill-map-en-v2-139-start-1">
            <a:extLst xmlns:a="http://schemas.openxmlformats.org/drawingml/2006/main">
              <a:ext uri="{FF2B5EF4-FFF2-40B4-BE49-F238E27FC236}">
                <a16:creationId xmlns:a16="http://schemas.microsoft.com/office/drawing/2014/main" id="{4329976A-4A67-425F-93F0-FA0EF92C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1915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1" name="skill-map-en-v2-139-end-1">
            <a:extLst xmlns:a="http://schemas.openxmlformats.org/drawingml/2006/main">
              <a:ext uri="{FF2B5EF4-FFF2-40B4-BE49-F238E27FC236}">
                <a16:creationId xmlns:a16="http://schemas.microsoft.com/office/drawing/2014/main" id="{A819B6D8-D2C5-454F-BB46-F27BC6D9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0875" y="81915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94" name=""/>
          <p:cNvCxnSpPr>
            <a:stCxn xmlns:a="http://schemas.openxmlformats.org/drawingml/2006/main" id="430" idx="3"/>
            <a:endCxn xmlns:a="http://schemas.openxmlformats.org/drawingml/2006/main" id="431" idx="1"/>
          </p:cNvCxnSpPr>
          <p:nvPr/>
        </p:nvCxnSpPr>
        <p:spPr>
          <a:xfrm xmlns:a="http://schemas.openxmlformats.org/drawingml/2006/main">
            <a:off x="619220" y="8191548"/>
            <a:ext cx="1400165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CD8E0"/>
            </a:solidFill>
            <a:prstDash val="solid"/>
          </a:ln>
        </p:spPr>
      </p:cxnSp>
      <p:sp>
        <p:nvSpPr>
          <p:cNvPr id="433" name="skill-map-en-v2-140-start-1">
            <a:extLst xmlns:a="http://schemas.openxmlformats.org/drawingml/2006/main">
              <a:ext uri="{FF2B5EF4-FFF2-40B4-BE49-F238E27FC236}">
                <a16:creationId xmlns:a16="http://schemas.microsoft.com/office/drawing/2014/main" id="{5F4039D5-4F15-4CB8-8798-247660CF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8505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4" name="skill-map-en-v2-140-end-1">
            <a:extLst xmlns:a="http://schemas.openxmlformats.org/drawingml/2006/main">
              <a:ext uri="{FF2B5EF4-FFF2-40B4-BE49-F238E27FC236}">
                <a16:creationId xmlns:a16="http://schemas.microsoft.com/office/drawing/2014/main" id="{15F51F34-54C0-4D23-9086-F907355C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92202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97" name=""/>
          <p:cNvCxnSpPr>
            <a:stCxn xmlns:a="http://schemas.openxmlformats.org/drawingml/2006/main" id="433" idx="2"/>
            <a:endCxn xmlns:a="http://schemas.openxmlformats.org/drawingml/2006/main" id="434" idx="0"/>
          </p:cNvCxnSpPr>
          <p:nvPr/>
        </p:nvCxnSpPr>
        <p:spPr>
          <a:xfrm xmlns:a="http://schemas.openxmlformats.org/drawingml/2006/main">
            <a:off x="7658148" y="8505920"/>
            <a:ext cx="0" cy="71428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CD8E0"/>
            </a:solidFill>
            <a:prstDash val="solid"/>
          </a:ln>
        </p:spPr>
      </p:cxnSp>
      <p:sp>
        <p:nvSpPr>
          <p:cNvPr id="436" name="skill-map-en-v2-141">
            <a:extLst xmlns:a="http://schemas.openxmlformats.org/drawingml/2006/main">
              <a:ext uri="{FF2B5EF4-FFF2-40B4-BE49-F238E27FC236}">
                <a16:creationId xmlns:a16="http://schemas.microsoft.com/office/drawing/2014/main" id="{CAB8A50E-7A05-4372-94FF-A7FCDA66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8448675"/>
            <a:ext cx="552450" cy="733425"/>
          </a:xfrm>
          <a:custGeom xmlns:a="http://schemas.openxmlformats.org/drawingml/2006/main">
            <a:pathLst>
              <a:path w="552450" h="733425">
                <a:moveTo>
                  <a:pt x="0" y="0"/>
                </a:moveTo>
                <a:lnTo>
                  <a:pt x="453009" y="0"/>
                </a:lnTo>
                <a:lnTo>
                  <a:pt x="552450" y="99441"/>
                </a:lnTo>
                <a:lnTo>
                  <a:pt x="552450" y="733425"/>
                </a:lnTo>
                <a:lnTo>
                  <a:pt x="0" y="7334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4A9086"/>
            </a:solidFill>
            <a:prstDash val="solid"/>
          </a:ln>
        </p:spPr>
      </p:sp>
      <p:sp>
        <p:nvSpPr>
          <p:cNvPr id="437" name="skill-map-en-v2-142-start-1">
            <a:extLst xmlns:a="http://schemas.openxmlformats.org/drawingml/2006/main">
              <a:ext uri="{FF2B5EF4-FFF2-40B4-BE49-F238E27FC236}">
                <a16:creationId xmlns:a16="http://schemas.microsoft.com/office/drawing/2014/main" id="{41685818-F7AD-4406-955D-3E2802CE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0934" y="84486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8" name="skill-map-en-v2-142-end-1">
            <a:extLst xmlns:a="http://schemas.openxmlformats.org/drawingml/2006/main">
              <a:ext uri="{FF2B5EF4-FFF2-40B4-BE49-F238E27FC236}">
                <a16:creationId xmlns:a16="http://schemas.microsoft.com/office/drawing/2014/main" id="{CB0DBED0-3931-44DA-A3E4-B33E3440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0934" y="85481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01" name=""/>
          <p:cNvCxnSpPr>
            <a:stCxn xmlns:a="http://schemas.openxmlformats.org/drawingml/2006/main" id="437" idx="2"/>
            <a:endCxn xmlns:a="http://schemas.openxmlformats.org/drawingml/2006/main" id="438" idx="0"/>
          </p:cNvCxnSpPr>
          <p:nvPr/>
        </p:nvCxnSpPr>
        <p:spPr>
          <a:xfrm xmlns:a="http://schemas.openxmlformats.org/drawingml/2006/main">
            <a:off x="2900982" y="8448770"/>
            <a:ext cx="0" cy="99346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440" name="skill-map-en-v2-142-start-2">
            <a:extLst xmlns:a="http://schemas.openxmlformats.org/drawingml/2006/main">
              <a:ext uri="{FF2B5EF4-FFF2-40B4-BE49-F238E27FC236}">
                <a16:creationId xmlns:a16="http://schemas.microsoft.com/office/drawing/2014/main" id="{D233CFEF-FC11-4585-BCFE-66CD62BC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0934" y="85481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1" name="skill-map-en-v2-142-end-2">
            <a:extLst xmlns:a="http://schemas.openxmlformats.org/drawingml/2006/main">
              <a:ext uri="{FF2B5EF4-FFF2-40B4-BE49-F238E27FC236}">
                <a16:creationId xmlns:a16="http://schemas.microsoft.com/office/drawing/2014/main" id="{F4A96923-8729-439B-ADFF-866E1097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85481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04" name=""/>
          <p:cNvCxnSpPr>
            <a:stCxn xmlns:a="http://schemas.openxmlformats.org/drawingml/2006/main" id="440" idx="3"/>
            <a:endCxn xmlns:a="http://schemas.openxmlformats.org/drawingml/2006/main" id="441" idx="1"/>
          </p:cNvCxnSpPr>
          <p:nvPr/>
        </p:nvCxnSpPr>
        <p:spPr>
          <a:xfrm xmlns:a="http://schemas.openxmlformats.org/drawingml/2006/main">
            <a:off x="2901029" y="8548164"/>
            <a:ext cx="99346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443" name="skill-map-en-v2-143">
            <a:extLst xmlns:a="http://schemas.openxmlformats.org/drawingml/2006/main">
              <a:ext uri="{FF2B5EF4-FFF2-40B4-BE49-F238E27FC236}">
                <a16:creationId xmlns:a16="http://schemas.microsoft.com/office/drawing/2014/main" id="{7C1DC48D-1557-413E-92F1-50392B0C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0793" y="8632031"/>
            <a:ext cx="287274" cy="19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4" name="skill-map-en-v2-144">
            <a:extLst xmlns:a="http://schemas.openxmlformats.org/drawingml/2006/main">
              <a:ext uri="{FF2B5EF4-FFF2-40B4-BE49-F238E27FC236}">
                <a16:creationId xmlns:a16="http://schemas.microsoft.com/office/drawing/2014/main" id="{D5224BC0-8ECB-4706-8B52-B651111A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0793" y="8712708"/>
            <a:ext cx="364617" cy="19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D3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5" name="skill-map-en-v2-145">
            <a:extLst xmlns:a="http://schemas.openxmlformats.org/drawingml/2006/main">
              <a:ext uri="{FF2B5EF4-FFF2-40B4-BE49-F238E27FC236}">
                <a16:creationId xmlns:a16="http://schemas.microsoft.com/office/drawing/2014/main" id="{4289F78A-8F34-401D-87D9-DD853310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0793" y="8793385"/>
            <a:ext cx="364617" cy="19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B2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6" name="skill-map-en-v2-146">
            <a:extLst xmlns:a="http://schemas.openxmlformats.org/drawingml/2006/main">
              <a:ext uri="{FF2B5EF4-FFF2-40B4-BE49-F238E27FC236}">
                <a16:creationId xmlns:a16="http://schemas.microsoft.com/office/drawing/2014/main" id="{7367128F-715E-4F4B-A20C-AD1A8310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0793" y="8874062"/>
            <a:ext cx="364617" cy="19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7" name="skill-map-en-v2-147">
            <a:extLst xmlns:a="http://schemas.openxmlformats.org/drawingml/2006/main">
              <a:ext uri="{FF2B5EF4-FFF2-40B4-BE49-F238E27FC236}">
                <a16:creationId xmlns:a16="http://schemas.microsoft.com/office/drawing/2014/main" id="{167AD4C6-3893-4425-9DCC-FC1431A6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8448675"/>
            <a:ext cx="4019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Funding proposals</a:t>
            </a:r>
          </a:p>
        </p:txBody>
      </p:sp>
      <p:sp>
        <p:nvSpPr>
          <p:cNvPr id="448" name="skill-map-en-v2-148">
            <a:extLst xmlns:a="http://schemas.openxmlformats.org/drawingml/2006/main">
              <a:ext uri="{FF2B5EF4-FFF2-40B4-BE49-F238E27FC236}">
                <a16:creationId xmlns:a16="http://schemas.microsoft.com/office/drawing/2014/main" id="{B651AF19-9BD1-47A5-9701-E907BED5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8943975"/>
            <a:ext cx="4019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88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887"/>
                </a:solidFill>
                <a:latin typeface="Arial"/>
                <a:ea typeface="Arial"/>
                <a:cs typeface="Arial"/>
              </a:rPr>
              <a:t>National and provincial science funds</a:t>
            </a:r>
          </a:p>
        </p:txBody>
      </p:sp>
      <p:sp>
        <p:nvSpPr>
          <p:cNvPr id="449" name="skill-map-en-v2-149">
            <a:extLst xmlns:a="http://schemas.openxmlformats.org/drawingml/2006/main">
              <a:ext uri="{FF2B5EF4-FFF2-40B4-BE49-F238E27FC236}">
                <a16:creationId xmlns:a16="http://schemas.microsoft.com/office/drawing/2014/main" id="{1CFF6744-23D5-4DBE-8406-6D2684C8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8448675"/>
            <a:ext cx="552450" cy="733425"/>
          </a:xfrm>
          <a:custGeom xmlns:a="http://schemas.openxmlformats.org/drawingml/2006/main">
            <a:pathLst>
              <a:path w="552450" h="733425">
                <a:moveTo>
                  <a:pt x="0" y="0"/>
                </a:moveTo>
                <a:lnTo>
                  <a:pt x="453009" y="0"/>
                </a:lnTo>
                <a:lnTo>
                  <a:pt x="552450" y="99441"/>
                </a:lnTo>
                <a:lnTo>
                  <a:pt x="552450" y="733425"/>
                </a:lnTo>
                <a:lnTo>
                  <a:pt x="0" y="7334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9380B4"/>
            </a:solidFill>
            <a:prstDash val="solid"/>
          </a:ln>
        </p:spPr>
      </p:sp>
      <p:sp>
        <p:nvSpPr>
          <p:cNvPr id="450" name="skill-map-en-v2-150-start-1">
            <a:extLst xmlns:a="http://schemas.openxmlformats.org/drawingml/2006/main">
              <a:ext uri="{FF2B5EF4-FFF2-40B4-BE49-F238E27FC236}">
                <a16:creationId xmlns:a16="http://schemas.microsoft.com/office/drawing/2014/main" id="{5CC53CFA-4712-4274-B8B5-EC8E83A1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4059" y="84486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1" name="skill-map-en-v2-150-end-1">
            <a:extLst xmlns:a="http://schemas.openxmlformats.org/drawingml/2006/main">
              <a:ext uri="{FF2B5EF4-FFF2-40B4-BE49-F238E27FC236}">
                <a16:creationId xmlns:a16="http://schemas.microsoft.com/office/drawing/2014/main" id="{D38F0720-F2F1-4ACE-A606-EFD2C3E6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4059" y="85481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14" name=""/>
          <p:cNvCxnSpPr>
            <a:stCxn xmlns:a="http://schemas.openxmlformats.org/drawingml/2006/main" id="450" idx="2"/>
            <a:endCxn xmlns:a="http://schemas.openxmlformats.org/drawingml/2006/main" id="451" idx="0"/>
          </p:cNvCxnSpPr>
          <p:nvPr/>
        </p:nvCxnSpPr>
        <p:spPr>
          <a:xfrm xmlns:a="http://schemas.openxmlformats.org/drawingml/2006/main">
            <a:off x="8854107" y="8448770"/>
            <a:ext cx="0" cy="99346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9380B4"/>
            </a:solidFill>
            <a:prstDash val="solid"/>
          </a:ln>
        </p:spPr>
      </p:cxnSp>
      <p:sp>
        <p:nvSpPr>
          <p:cNvPr id="453" name="skill-map-en-v2-150-start-2">
            <a:extLst xmlns:a="http://schemas.openxmlformats.org/drawingml/2006/main">
              <a:ext uri="{FF2B5EF4-FFF2-40B4-BE49-F238E27FC236}">
                <a16:creationId xmlns:a16="http://schemas.microsoft.com/office/drawing/2014/main" id="{67391300-A745-46F9-88A3-89C46BC5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4059" y="85481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4" name="skill-map-en-v2-150-end-2">
            <a:extLst xmlns:a="http://schemas.openxmlformats.org/drawingml/2006/main">
              <a:ext uri="{FF2B5EF4-FFF2-40B4-BE49-F238E27FC236}">
                <a16:creationId xmlns:a16="http://schemas.microsoft.com/office/drawing/2014/main" id="{F0E0D255-DA2B-466A-B12E-22EB08F5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85481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17" name=""/>
          <p:cNvCxnSpPr>
            <a:stCxn xmlns:a="http://schemas.openxmlformats.org/drawingml/2006/main" id="453" idx="3"/>
            <a:endCxn xmlns:a="http://schemas.openxmlformats.org/drawingml/2006/main" id="454" idx="1"/>
          </p:cNvCxnSpPr>
          <p:nvPr/>
        </p:nvCxnSpPr>
        <p:spPr>
          <a:xfrm xmlns:a="http://schemas.openxmlformats.org/drawingml/2006/main">
            <a:off x="8854154" y="8548164"/>
            <a:ext cx="99346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9380B4"/>
            </a:solidFill>
            <a:prstDash val="solid"/>
          </a:ln>
        </p:spPr>
      </p:cxnSp>
      <p:sp>
        <p:nvSpPr>
          <p:cNvPr id="456" name="skill-map-en-v2-151">
            <a:extLst xmlns:a="http://schemas.openxmlformats.org/drawingml/2006/main">
              <a:ext uri="{FF2B5EF4-FFF2-40B4-BE49-F238E27FC236}">
                <a16:creationId xmlns:a16="http://schemas.microsoft.com/office/drawing/2014/main" id="{64FD1E3A-E2CD-4707-A4D9-E3D8219D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3918" y="8632031"/>
            <a:ext cx="287274" cy="19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7" name="skill-map-en-v2-152">
            <a:extLst xmlns:a="http://schemas.openxmlformats.org/drawingml/2006/main">
              <a:ext uri="{FF2B5EF4-FFF2-40B4-BE49-F238E27FC236}">
                <a16:creationId xmlns:a16="http://schemas.microsoft.com/office/drawing/2014/main" id="{B22EF580-2ED3-41A5-AD86-3657681A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3918" y="8712708"/>
            <a:ext cx="364617" cy="19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8" name="skill-map-en-v2-153">
            <a:extLst xmlns:a="http://schemas.openxmlformats.org/drawingml/2006/main">
              <a:ext uri="{FF2B5EF4-FFF2-40B4-BE49-F238E27FC236}">
                <a16:creationId xmlns:a16="http://schemas.microsoft.com/office/drawing/2014/main" id="{E6DF3CD6-1123-4D6E-ABBE-0FE452B6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3918" y="8793385"/>
            <a:ext cx="364617" cy="19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9C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9" name="skill-map-en-v2-154">
            <a:extLst xmlns:a="http://schemas.openxmlformats.org/drawingml/2006/main">
              <a:ext uri="{FF2B5EF4-FFF2-40B4-BE49-F238E27FC236}">
                <a16:creationId xmlns:a16="http://schemas.microsoft.com/office/drawing/2014/main" id="{7713AB88-0BCD-4423-9B1D-D0FA0A2C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3918" y="8874062"/>
            <a:ext cx="364617" cy="19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0" name="skill-map-en-v2-155">
            <a:extLst xmlns:a="http://schemas.openxmlformats.org/drawingml/2006/main">
              <a:ext uri="{FF2B5EF4-FFF2-40B4-BE49-F238E27FC236}">
                <a16:creationId xmlns:a16="http://schemas.microsoft.com/office/drawing/2014/main" id="{27E226BD-C85E-4089-8A35-B82349FC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8496300"/>
            <a:ext cx="333375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27FAA"/>
            </a:solidFill>
            <a:prstDash val="solid"/>
          </a:ln>
        </p:spPr>
      </p:sp>
      <p:sp>
        <p:nvSpPr>
          <p:cNvPr id="461" name="skill-map-en-v2-156">
            <a:extLst xmlns:a="http://schemas.openxmlformats.org/drawingml/2006/main">
              <a:ext uri="{FF2B5EF4-FFF2-40B4-BE49-F238E27FC236}">
                <a16:creationId xmlns:a16="http://schemas.microsoft.com/office/drawing/2014/main" id="{B03FE676-55BB-49D0-829C-8D949105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8448675"/>
            <a:ext cx="51720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Invited peer review</a:t>
            </a:r>
          </a:p>
        </p:txBody>
      </p:sp>
      <p:sp>
        <p:nvSpPr>
          <p:cNvPr id="462" name="skill-map-en-v2-157">
            <a:extLst xmlns:a="http://schemas.openxmlformats.org/drawingml/2006/main">
              <a:ext uri="{FF2B5EF4-FFF2-40B4-BE49-F238E27FC236}">
                <a16:creationId xmlns:a16="http://schemas.microsoft.com/office/drawing/2014/main" id="{AB2CEFC6-B194-45A8-8C98-FD1797FF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8943975"/>
            <a:ext cx="51720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88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887"/>
                </a:solidFill>
                <a:latin typeface="Arial"/>
                <a:ea typeface="Arial"/>
                <a:cs typeface="Arial"/>
              </a:rPr>
              <a:t>Review someone else’s submission</a:t>
            </a:r>
          </a:p>
        </p:txBody>
      </p:sp>
    </p:spTree>
    <p:extLst>
      <p:ext uri="{BB962C8B-B14F-4D97-AF65-F5344CB8AC3E}">
        <p14:creationId xmlns:p14="http://schemas.microsoft.com/office/powerpoint/2010/main" val="21455296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Slides>1</ns0:Slides>
  <ns0:Notes>1</ns0:Notes>
  <ns0:HiddenSlides>0</ns0:HiddenSlides>
  <ns0:SharedDoc>false</ns0:SharedDoc>
  <ns0:DocSecurity>0</ns0:DocSecurity>
</ns0:Properties>
</file>

<file path=docProps/core.xml><?xml version="1.0" encoding="utf-8"?>
<ns0:coreProperties xmlns:dc="http://purl.org/dc/elements/1.1/" xmlns:ns0="http://schemas.openxmlformats.org/package/2006/metadata/core-properties">
  <dc:creator>Open Research Skills contributors</dc:creator>
  <ns0:lastModifiedBy>Open Research Skills contributors</ns0:lastModifiedBy>
  <dc:title>Skill map en v2</dc:title>
</ns0:coreProperties>
</file>