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fa3e2a33f4156" /><Relationship Type="http://schemas.openxmlformats.org/officeDocument/2006/relationships/extended-properties" Target="/docProps/app.xml" Id="R7ed033cc1c5e473f" /><Relationship Type="http://schemas.openxmlformats.org/officeDocument/2006/relationships/officeDocument" Target="/ppt/presentation.xml" Id="R8b713c63cb82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b86ff083a478f"/>
  </p:sldMasterIdLst>
  <p:notesMasterIdLst>
    <p:notesMasterId xmlns:r="http://schemas.openxmlformats.org/officeDocument/2006/relationships" r:id="R33a763dc34124761"/>
  </p:notesMasterIdLst>
  <p:sldIdLst>
    <p:sldId xmlns:r="http://schemas.openxmlformats.org/officeDocument/2006/relationships" id="256" r:id="R5ceed482002d4028"/>
    <p:sldId xmlns:r="http://schemas.openxmlformats.org/officeDocument/2006/relationships" id="257" r:id="Re7163fa190fa4805"/>
    <p:sldId xmlns:r="http://schemas.openxmlformats.org/officeDocument/2006/relationships" id="258" r:id="Rb7a5da65eb8746bb"/>
    <p:sldId xmlns:r="http://schemas.openxmlformats.org/officeDocument/2006/relationships" id="259" r:id="Rec8fd801529c4fc8"/>
    <p:sldId xmlns:r="http://schemas.openxmlformats.org/officeDocument/2006/relationships" id="260" r:id="Rd05dc4ca895e4e75"/>
    <p:sldId xmlns:r="http://schemas.openxmlformats.org/officeDocument/2006/relationships" id="261" r:id="Raeddca7530a14d3a"/>
  </p:sldIdLst>
  <p:sldSz cx="6480000" cy="39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07a66235654040" /><Relationship Type="http://schemas.openxmlformats.org/officeDocument/2006/relationships/slideMaster" Target="/ppt/slideMasters/slideMaster1.xml" Id="Re01b86ff083a478f" /><Relationship Type="http://schemas.openxmlformats.org/officeDocument/2006/relationships/notesMaster" Target="/ppt/notesMasters/notesMaster1.xml" Id="R33a763dc34124761" /><Relationship Type="http://schemas.openxmlformats.org/officeDocument/2006/relationships/presProps" Target="/ppt/presProps.xml" Id="Rb22beed8712446d3" /><Relationship Type="http://schemas.openxmlformats.org/officeDocument/2006/relationships/tableStyles" Target="/ppt/tableStyles.xml" Id="Rd058e673a0364987" /><Relationship Type="http://schemas.openxmlformats.org/officeDocument/2006/relationships/slide" Target="/ppt/slides/slide1.xml" Id="R5ceed482002d4028" /><Relationship Type="http://schemas.openxmlformats.org/officeDocument/2006/relationships/slide" Target="/ppt/slides/slide2.xml" Id="Re7163fa190fa4805" /><Relationship Type="http://schemas.openxmlformats.org/officeDocument/2006/relationships/slide" Target="/ppt/slides/slide3.xml" Id="Rb7a5da65eb8746bb" /><Relationship Type="http://schemas.openxmlformats.org/officeDocument/2006/relationships/slide" Target="/ppt/slides/slide4.xml" Id="Rec8fd801529c4fc8" /><Relationship Type="http://schemas.openxmlformats.org/officeDocument/2006/relationships/slide" Target="/ppt/slides/slide5.xml" Id="Rd05dc4ca895e4e75" /><Relationship Type="http://schemas.openxmlformats.org/officeDocument/2006/relationships/slide" Target="/ppt/slides/slide6.xml" Id="Raeddca7530a1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a1562b76f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6c1a861c3401e" /><Relationship Type="http://schemas.openxmlformats.org/officeDocument/2006/relationships/notesMaster" Target="/ppt/notesMasters/notesMaster1.xml" Id="R436b40bc6cbb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0df01f91904e11" /><Relationship Type="http://schemas.openxmlformats.org/officeDocument/2006/relationships/notesMaster" Target="/ppt/notesMasters/notesMaster1.xml" Id="Rde52ab6a308a43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cca980c12f47e0" /><Relationship Type="http://schemas.openxmlformats.org/officeDocument/2006/relationships/notesMaster" Target="/ppt/notesMasters/notesMaster1.xml" Id="R9722c2741ddd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30e7f7a9a74a0d" /><Relationship Type="http://schemas.openxmlformats.org/officeDocument/2006/relationships/notesMaster" Target="/ppt/notesMasters/notesMaster1.xml" Id="R7d4403349c3748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e9425ea0534665" /><Relationship Type="http://schemas.openxmlformats.org/officeDocument/2006/relationships/notesMaster" Target="/ppt/notesMasters/notesMaster1.xml" Id="R3ac4a2a5209143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6812fc44549e8" /><Relationship Type="http://schemas.openxmlformats.org/officeDocument/2006/relationships/notesMaster" Target="/ppt/notesMasters/notesMaster1.xml" Id="Ree45dff95306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page demonstrates an open, object-led composition with a compact detail inset.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page demonstrates tokens entering a pale shared model field with an explicitly optional lower pooled-output branch.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page makes the training-only objective explicit with dashed connectors, then separates training and inference modes below.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page uses a compact repeated-block overview on the left and a magnified reusable block on the right.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palette board holds a matched mini-scene across N1, N2, and N3. It is a style comparison, not a scientific comparison.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reusable schematic template. This palette board holds a matched mini-scene across C1, C2, and C3. It is a style comparison, not a result comparison. All labels and graph elements are neutral placeholders; this slide reports no scientific result or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b54e5a01e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c11ab11a64069" /><Relationship Type="http://schemas.openxmlformats.org/officeDocument/2006/relationships/slideLayout" Target="/ppt/slideLayouts/slideLayout1.xml" Id="Rc249ca31ca5c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49ca31ca5c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1e14371bf42e4" /><Relationship Type="http://schemas.openxmlformats.org/officeDocument/2006/relationships/notesSlide" Target="/ppt/notesSlides/notesSlide1.xml" Id="R13a3462e9254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eab6b4c464251" /><Relationship Type="http://schemas.openxmlformats.org/officeDocument/2006/relationships/notesSlide" Target="/ppt/notesSlides/notesSlide2.xml" Id="R1f589e2597ad48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55a3f27a04c02" /><Relationship Type="http://schemas.openxmlformats.org/officeDocument/2006/relationships/notesSlide" Target="/ppt/notesSlides/notesSlide3.xml" Id="R39aa194c4966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56e324616437b" /><Relationship Type="http://schemas.openxmlformats.org/officeDocument/2006/relationships/notesSlide" Target="/ppt/notesSlides/notesSlide4.xml" Id="R6a18ca004daa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1778e96c445a0" /><Relationship Type="http://schemas.openxmlformats.org/officeDocument/2006/relationships/notesSlide" Target="/ppt/notesSlides/notesSlide5.xml" Id="R630973741a20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4273ed5574d49" /><Relationship Type="http://schemas.openxmlformats.org/officeDocument/2006/relationships/notesSlide" Target="/ppt/notesSlides/notesSlide6.xml" Id="R6e9206ca5c2d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DCA14-90B3-499D-9494-16E007F5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Object-led transformation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011D24-8763-4B10-8DA0-31777780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Open composition: begin with the scientific object, then make the transformation visible.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7618D078-FDEF-482B-AAA8-C8AD77E0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DBC9A22D-D4A7-4DFE-8BBA-F3DFC9D5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N1 · mist blue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DD7AC40-76C9-4141-989C-5A7B247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flow-cue">
            <a:extLst xmlns:a="http://schemas.openxmlformats.org/drawingml/2006/main">
              <a:ext uri="{FF2B5EF4-FFF2-40B4-BE49-F238E27FC236}">
                <a16:creationId xmlns:a16="http://schemas.microsoft.com/office/drawing/2014/main" id="{C9A017D8-5D31-493A-BCA6-37C2849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0550"/>
            <a:ext cx="1333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main transformation</a:t>
            </a:r>
          </a:p>
        </p:txBody>
      </p:sp>
      <p:sp>
        <p:nvSpPr>
          <p:cNvPr id="7" name="specimen-cell-anchor">
            <a:extLst xmlns:a="http://schemas.openxmlformats.org/drawingml/2006/main">
              <a:ext uri="{FF2B5EF4-FFF2-40B4-BE49-F238E27FC236}">
                <a16:creationId xmlns:a16="http://schemas.microsoft.com/office/drawing/2014/main" id="{0237AB44-0BC9-4A76-A4B0-7A05D82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00100"/>
            <a:ext cx="847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specimen-outline">
            <a:extLst xmlns:a="http://schemas.openxmlformats.org/drawingml/2006/main">
              <a:ext uri="{FF2B5EF4-FFF2-40B4-BE49-F238E27FC236}">
                <a16:creationId xmlns:a16="http://schemas.microsoft.com/office/drawing/2014/main" id="{14078013-5452-4D59-A92E-91496E9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438150" cy="438150"/>
          </a:xfrm>
          <a:custGeom xmlns:a="http://schemas.openxmlformats.org/drawingml/2006/main">
            <a:pathLst>
              <a:path w="952500" h="952500">
                <a:moveTo>
                  <a:pt x="161925" y="466725"/>
                </a:moveTo>
                <a:lnTo>
                  <a:pt x="114300" y="304800"/>
                </a:lnTo>
                <a:lnTo>
                  <a:pt x="238125" y="133350"/>
                </a:lnTo>
                <a:lnTo>
                  <a:pt x="485775" y="85725"/>
                </a:lnTo>
                <a:lnTo>
                  <a:pt x="714375" y="190500"/>
                </a:lnTo>
                <a:lnTo>
                  <a:pt x="828675" y="400050"/>
                </a:lnTo>
                <a:lnTo>
                  <a:pt x="762000" y="628650"/>
                </a:lnTo>
                <a:lnTo>
                  <a:pt x="590550" y="800100"/>
                </a:lnTo>
                <a:lnTo>
                  <a:pt x="333375" y="847725"/>
                </a:lnTo>
                <a:lnTo>
                  <a:pt x="152400" y="695325"/>
                </a:lnTo>
                <a:lnTo>
                  <a:pt x="161925" y="466725"/>
                </a:lnTo>
                <a:close/>
              </a:path>
            </a:pathLst>
          </a:cu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5B7F9E"/>
            </a:solidFill>
            <a:prstDash val="solid"/>
          </a:ln>
        </p:spPr>
      </p:sp>
      <p:sp>
        <p:nvSpPr>
          <p:cNvPr id="9" name="specimen-nucleus">
            <a:extLst xmlns:a="http://schemas.openxmlformats.org/drawingml/2006/main">
              <a:ext uri="{FF2B5EF4-FFF2-40B4-BE49-F238E27FC236}">
                <a16:creationId xmlns:a16="http://schemas.microsoft.com/office/drawing/2014/main" id="{B88C9275-58C2-4F34-AC51-D2A7084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7620">
            <a:solidFill>
              <a:srgbClr val="4F8A7B"/>
            </a:solidFill>
            <a:prstDash val="solid"/>
          </a:ln>
        </p:spPr>
      </p:sp>
      <p:sp>
        <p:nvSpPr>
          <p:cNvPr id="10" name="specimen-label">
            <a:extLst xmlns:a="http://schemas.openxmlformats.org/drawingml/2006/main">
              <a:ext uri="{FF2B5EF4-FFF2-40B4-BE49-F238E27FC236}">
                <a16:creationId xmlns:a16="http://schemas.microsoft.com/office/drawing/2014/main" id="{CB388A1F-3FA4-48B8-9D76-D029D0F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04950"/>
            <a:ext cx="6953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specimen / cell</a:t>
            </a:r>
          </a:p>
        </p:txBody>
      </p:sp>
      <p:sp>
        <p:nvSpPr>
          <p:cNvPr id="11" name="specimen-caption">
            <a:extLst xmlns:a="http://schemas.openxmlformats.org/drawingml/2006/main">
              <a:ext uri="{FF2B5EF4-FFF2-40B4-BE49-F238E27FC236}">
                <a16:creationId xmlns:a16="http://schemas.microsoft.com/office/drawing/2014/main" id="{0AF7CFB9-A74B-4060-8F64-58A0EBE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0"/>
            <a:ext cx="6953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object glyph</a:t>
            </a:r>
          </a:p>
        </p:txBody>
      </p:sp>
      <p:sp>
        <p:nvSpPr>
          <p:cNvPr id="12" name="matrix-anchor">
            <a:extLst xmlns:a="http://schemas.openxmlformats.org/drawingml/2006/main">
              <a:ext uri="{FF2B5EF4-FFF2-40B4-BE49-F238E27FC236}">
                <a16:creationId xmlns:a16="http://schemas.microsoft.com/office/drawing/2014/main" id="{E58D24B3-E39B-45CD-B52E-A4E82A66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800100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matrix-label">
            <a:extLst xmlns:a="http://schemas.openxmlformats.org/drawingml/2006/main">
              <a:ext uri="{FF2B5EF4-FFF2-40B4-BE49-F238E27FC236}">
                <a16:creationId xmlns:a16="http://schemas.microsoft.com/office/drawing/2014/main" id="{A353050A-3854-4472-B5AB-51D56ECF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85825"/>
            <a:ext cx="7524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matrix</a:t>
            </a:r>
          </a:p>
        </p:txBody>
      </p:sp>
      <p:sp>
        <p:nvSpPr>
          <p:cNvPr id="14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B61A6E9B-CC07-417E-9B08-B1256781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07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15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94FD15C5-8665-4E74-BACF-73C681BF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07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16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C6D6C2D0-1E62-445F-A1C5-DD4185DF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7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17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F6AAA6D9-C718-4891-91D7-5F2AE8B3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07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18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95A30613-C02E-4CC3-A0E1-BB83ED2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19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958F79E6-BC22-4276-8CDD-64484E9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219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0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DA738D71-3815-4D2A-BC6A-748F683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19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1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C5DD3B8F-D500-45AD-8C64-381709D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219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2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7C171D2B-5CFB-4EFC-B561-B4CA6C9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62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3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1AB7DEAE-BB42-4EFF-A130-CBCE7D5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362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4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5087BE02-7511-4B6C-A966-295C6F6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362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5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08F27BBD-9875-4585-ADA2-D3D9F7E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362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4">
            <a:solidFill>
              <a:srgbClr val="D7DEE5"/>
            </a:solidFill>
            <a:prstDash val="solid"/>
          </a:ln>
        </p:spPr>
      </p:sp>
      <p:sp>
        <p:nvSpPr>
          <p:cNvPr id="26" name="matrix-caption">
            <a:extLst xmlns:a="http://schemas.openxmlformats.org/drawingml/2006/main">
              <a:ext uri="{FF2B5EF4-FFF2-40B4-BE49-F238E27FC236}">
                <a16:creationId xmlns:a16="http://schemas.microsoft.com/office/drawing/2014/main" id="{AC21C757-30CA-4C96-A7B6-F1B3ECC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81150"/>
            <a:ext cx="7524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rows × features</a:t>
            </a:r>
          </a:p>
        </p:txBody>
      </p:sp>
      <p:sp>
        <p:nvSpPr>
          <p:cNvPr id="27" name="representation-anchor">
            <a:extLst xmlns:a="http://schemas.openxmlformats.org/drawingml/2006/main">
              <a:ext uri="{FF2B5EF4-FFF2-40B4-BE49-F238E27FC236}">
                <a16:creationId xmlns:a16="http://schemas.microsoft.com/office/drawing/2014/main" id="{A755AAEE-83A4-4002-A37B-707BBC7E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1104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8573">
            <a:solidFill>
              <a:srgbClr val="5B7F9E"/>
            </a:solidFill>
            <a:prstDash val="solid"/>
          </a:ln>
        </p:spPr>
      </p:sp>
      <p:sp>
        <p:nvSpPr>
          <p:cNvPr id="28" name="representation-label">
            <a:extLst xmlns:a="http://schemas.openxmlformats.org/drawingml/2006/main">
              <a:ext uri="{FF2B5EF4-FFF2-40B4-BE49-F238E27FC236}">
                <a16:creationId xmlns:a16="http://schemas.microsoft.com/office/drawing/2014/main" id="{6B0FC87E-9D12-46CF-BB89-C43C118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885825"/>
            <a:ext cx="9715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learned representation</a:t>
            </a:r>
          </a:p>
        </p:txBody>
      </p:sp>
      <p:sp>
        <p:nvSpPr>
          <p:cNvPr id="29" name="representation-edge-0">
            <a:extLst xmlns:a="http://schemas.openxmlformats.org/drawingml/2006/main">
              <a:ext uri="{FF2B5EF4-FFF2-40B4-BE49-F238E27FC236}">
                <a16:creationId xmlns:a16="http://schemas.microsoft.com/office/drawing/2014/main" id="{567649C7-D31B-40F8-8368-B146850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33725" y="1152525"/>
            <a:ext cx="2667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0" name="representation-edge-1">
            <a:extLst xmlns:a="http://schemas.openxmlformats.org/drawingml/2006/main">
              <a:ext uri="{FF2B5EF4-FFF2-40B4-BE49-F238E27FC236}">
                <a16:creationId xmlns:a16="http://schemas.microsoft.com/office/drawing/2014/main" id="{A0983396-F172-44A3-9217-E7772C9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33725" y="1209675"/>
            <a:ext cx="2667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1" name="representation-edge-2">
            <a:extLst xmlns:a="http://schemas.openxmlformats.org/drawingml/2006/main">
              <a:ext uri="{FF2B5EF4-FFF2-40B4-BE49-F238E27FC236}">
                <a16:creationId xmlns:a16="http://schemas.microsoft.com/office/drawing/2014/main" id="{37A0A213-414D-416F-A036-4DF8423C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33725" y="1304925"/>
            <a:ext cx="2667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2" name="representation-edge-3">
            <a:extLst xmlns:a="http://schemas.openxmlformats.org/drawingml/2006/main">
              <a:ext uri="{FF2B5EF4-FFF2-40B4-BE49-F238E27FC236}">
                <a16:creationId xmlns:a16="http://schemas.microsoft.com/office/drawing/2014/main" id="{1901723F-613C-42C7-940E-7EB60CE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33725" y="1400175"/>
            <a:ext cx="2667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3" name="representation-edge-4">
            <a:extLst xmlns:a="http://schemas.openxmlformats.org/drawingml/2006/main">
              <a:ext uri="{FF2B5EF4-FFF2-40B4-BE49-F238E27FC236}">
                <a16:creationId xmlns:a16="http://schemas.microsoft.com/office/drawing/2014/main" id="{F74EE1BE-F20F-40D1-AD2C-D55BE63E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0425" y="1152525"/>
            <a:ext cx="2857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4" name="representation-edge-5">
            <a:extLst xmlns:a="http://schemas.openxmlformats.org/drawingml/2006/main">
              <a:ext uri="{FF2B5EF4-FFF2-40B4-BE49-F238E27FC236}">
                <a16:creationId xmlns:a16="http://schemas.microsoft.com/office/drawing/2014/main" id="{FA9A057F-63C2-456B-96A2-E9C6F4B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0425" y="1152525"/>
            <a:ext cx="2857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5" name="representation-edge-6">
            <a:extLst xmlns:a="http://schemas.openxmlformats.org/drawingml/2006/main">
              <a:ext uri="{FF2B5EF4-FFF2-40B4-BE49-F238E27FC236}">
                <a16:creationId xmlns:a16="http://schemas.microsoft.com/office/drawing/2014/main" id="{A6BF1766-9BE2-4805-B3BC-2D086B37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0425" y="1209675"/>
            <a:ext cx="2857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6" name="representation-edge-7">
            <a:extLst xmlns:a="http://schemas.openxmlformats.org/drawingml/2006/main">
              <a:ext uri="{FF2B5EF4-FFF2-40B4-BE49-F238E27FC236}">
                <a16:creationId xmlns:a16="http://schemas.microsoft.com/office/drawing/2014/main" id="{A0B25914-B482-44E0-8A45-6B95EC8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0425" y="1304925"/>
            <a:ext cx="2857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7" name="representation-edge-8">
            <a:extLst xmlns:a="http://schemas.openxmlformats.org/drawingml/2006/main">
              <a:ext uri="{FF2B5EF4-FFF2-40B4-BE49-F238E27FC236}">
                <a16:creationId xmlns:a16="http://schemas.microsoft.com/office/drawing/2014/main" id="{7ADC5529-C82C-4E5C-A76C-31D9C801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0425" y="1400175"/>
            <a:ext cx="2857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5B7F9E"/>
            </a:solidFill>
            <a:prstDash val="solid"/>
          </a:ln>
        </p:spPr>
      </p:sp>
      <p:sp>
        <p:nvSpPr>
          <p:cNvPr id="38" name="representation-node-0">
            <a:extLst xmlns:a="http://schemas.openxmlformats.org/drawingml/2006/main">
              <a:ext uri="{FF2B5EF4-FFF2-40B4-BE49-F238E27FC236}">
                <a16:creationId xmlns:a16="http://schemas.microsoft.com/office/drawing/2014/main" id="{D1517F95-1D56-4CFF-915A-BBD55BC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16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39" name="representation-node-1">
            <a:extLst xmlns:a="http://schemas.openxmlformats.org/drawingml/2006/main">
              <a:ext uri="{FF2B5EF4-FFF2-40B4-BE49-F238E27FC236}">
                <a16:creationId xmlns:a16="http://schemas.microsoft.com/office/drawing/2014/main" id="{A3FB4168-2230-4469-8969-C5E7FB2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40" name="representation-node-2">
            <a:extLst xmlns:a="http://schemas.openxmlformats.org/drawingml/2006/main">
              <a:ext uri="{FF2B5EF4-FFF2-40B4-BE49-F238E27FC236}">
                <a16:creationId xmlns:a16="http://schemas.microsoft.com/office/drawing/2014/main" id="{50F849C3-C567-46FA-9E71-B26C5505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0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41" name="representation-node-3">
            <a:extLst xmlns:a="http://schemas.openxmlformats.org/drawingml/2006/main">
              <a:ext uri="{FF2B5EF4-FFF2-40B4-BE49-F238E27FC236}">
                <a16:creationId xmlns:a16="http://schemas.microsoft.com/office/drawing/2014/main" id="{A45039CF-2D4A-42F2-87A7-84FEB77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5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6191">
            <a:solidFill>
              <a:srgbClr val="A17B36"/>
            </a:solidFill>
            <a:prstDash val="solid"/>
          </a:ln>
        </p:spPr>
      </p:sp>
      <p:sp>
        <p:nvSpPr>
          <p:cNvPr id="42" name="representation-node-4">
            <a:extLst xmlns:a="http://schemas.openxmlformats.org/drawingml/2006/main">
              <a:ext uri="{FF2B5EF4-FFF2-40B4-BE49-F238E27FC236}">
                <a16:creationId xmlns:a16="http://schemas.microsoft.com/office/drawing/2014/main" id="{DC238743-5CDB-4A56-807C-9AA005D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43" name="representation-node-5">
            <a:extLst xmlns:a="http://schemas.openxmlformats.org/drawingml/2006/main">
              <a:ext uri="{FF2B5EF4-FFF2-40B4-BE49-F238E27FC236}">
                <a16:creationId xmlns:a16="http://schemas.microsoft.com/office/drawing/2014/main" id="{2E542A25-58AE-4D25-86CA-49FB576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6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44" name="representation-node-6">
            <a:extLst xmlns:a="http://schemas.openxmlformats.org/drawingml/2006/main">
              <a:ext uri="{FF2B5EF4-FFF2-40B4-BE49-F238E27FC236}">
                <a16:creationId xmlns:a16="http://schemas.microsoft.com/office/drawing/2014/main" id="{A6A848D4-37A0-4657-8438-4F020245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5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6191">
            <a:solidFill>
              <a:srgbClr val="4F8A7B"/>
            </a:solidFill>
            <a:prstDash val="solid"/>
          </a:ln>
        </p:spPr>
      </p:sp>
      <p:sp>
        <p:nvSpPr>
          <p:cNvPr id="45" name="representation-caption">
            <a:extLst xmlns:a="http://schemas.openxmlformats.org/drawingml/2006/main">
              <a:ext uri="{FF2B5EF4-FFF2-40B4-BE49-F238E27FC236}">
                <a16:creationId xmlns:a16="http://schemas.microsoft.com/office/drawing/2014/main" id="{C365FB68-837F-48C8-8F31-0674E03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581150"/>
            <a:ext cx="9715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state / embedding</a:t>
            </a:r>
          </a:p>
        </p:txBody>
      </p:sp>
      <p:sp>
        <p:nvSpPr>
          <p:cNvPr id="46" name="output-vector-anchor">
            <a:extLst xmlns:a="http://schemas.openxmlformats.org/drawingml/2006/main">
              <a:ext uri="{FF2B5EF4-FFF2-40B4-BE49-F238E27FC236}">
                <a16:creationId xmlns:a16="http://schemas.microsoft.com/office/drawing/2014/main" id="{A0113C03-72FC-47E7-B65B-C1B73B2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800100"/>
            <a:ext cx="7715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output-vector-label">
            <a:extLst xmlns:a="http://schemas.openxmlformats.org/drawingml/2006/main">
              <a:ext uri="{FF2B5EF4-FFF2-40B4-BE49-F238E27FC236}">
                <a16:creationId xmlns:a16="http://schemas.microsoft.com/office/drawing/2014/main" id="{743438C7-0C1F-4DBF-A2CB-B7B901D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885825"/>
            <a:ext cx="6191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 vector</a:t>
            </a:r>
          </a:p>
        </p:txBody>
      </p:sp>
      <p:sp>
        <p:nvSpPr>
          <p:cNvPr id="48" name="output-vector-tile-0">
            <a:extLst xmlns:a="http://schemas.openxmlformats.org/drawingml/2006/main">
              <a:ext uri="{FF2B5EF4-FFF2-40B4-BE49-F238E27FC236}">
                <a16:creationId xmlns:a16="http://schemas.microsoft.com/office/drawing/2014/main" id="{83452BEB-D66A-4D7A-94A0-FC0014D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08585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49" name="output-vector-tile-1">
            <a:extLst xmlns:a="http://schemas.openxmlformats.org/drawingml/2006/main">
              <a:ext uri="{FF2B5EF4-FFF2-40B4-BE49-F238E27FC236}">
                <a16:creationId xmlns:a16="http://schemas.microsoft.com/office/drawing/2014/main" id="{4317B198-3335-4581-B13E-E9C2567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1811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0">
            <a:noFill/>
          </a:ln>
        </p:spPr>
      </p:sp>
      <p:sp>
        <p:nvSpPr>
          <p:cNvPr id="50" name="output-vector-tile-2">
            <a:extLst xmlns:a="http://schemas.openxmlformats.org/drawingml/2006/main">
              <a:ext uri="{FF2B5EF4-FFF2-40B4-BE49-F238E27FC236}">
                <a16:creationId xmlns:a16="http://schemas.microsoft.com/office/drawing/2014/main" id="{9F85DD2E-1202-4358-83A7-F6381FC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27635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0">
            <a:noFill/>
          </a:ln>
        </p:spPr>
      </p:sp>
      <p:sp>
        <p:nvSpPr>
          <p:cNvPr id="51" name="output-vector-tile-3">
            <a:extLst xmlns:a="http://schemas.openxmlformats.org/drawingml/2006/main">
              <a:ext uri="{FF2B5EF4-FFF2-40B4-BE49-F238E27FC236}">
                <a16:creationId xmlns:a16="http://schemas.microsoft.com/office/drawing/2014/main" id="{E93AA60C-75EA-410E-8132-1973E5F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3716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52" name="output-vector-tile-4">
            <a:extLst xmlns:a="http://schemas.openxmlformats.org/drawingml/2006/main">
              <a:ext uri="{FF2B5EF4-FFF2-40B4-BE49-F238E27FC236}">
                <a16:creationId xmlns:a16="http://schemas.microsoft.com/office/drawing/2014/main" id="{18AA247A-7C2B-4CFE-82F2-D1E7B7B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46685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0">
            <a:noFill/>
          </a:ln>
        </p:spPr>
      </p:sp>
      <p:sp>
        <p:nvSpPr>
          <p:cNvPr id="53" name="output-vector-left-bracket">
            <a:extLst xmlns:a="http://schemas.openxmlformats.org/drawingml/2006/main">
              <a:ext uri="{FF2B5EF4-FFF2-40B4-BE49-F238E27FC236}">
                <a16:creationId xmlns:a16="http://schemas.microsoft.com/office/drawing/2014/main" id="{D6013995-1958-4F75-9EF1-B69D0853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8775" y="1076325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5B7F9E"/>
            </a:solidFill>
            <a:prstDash val="solid"/>
          </a:ln>
        </p:spPr>
      </p:sp>
      <p:sp>
        <p:nvSpPr>
          <p:cNvPr id="54" name="output-vector-right-bracket">
            <a:extLst xmlns:a="http://schemas.openxmlformats.org/drawingml/2006/main">
              <a:ext uri="{FF2B5EF4-FFF2-40B4-BE49-F238E27FC236}">
                <a16:creationId xmlns:a16="http://schemas.microsoft.com/office/drawing/2014/main" id="{7101B68A-A25B-4737-87DF-8BE7BCC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81675" y="1076325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5B7F9E"/>
            </a:solidFill>
            <a:prstDash val="solid"/>
          </a:ln>
        </p:spPr>
      </p:sp>
      <p:sp>
        <p:nvSpPr>
          <p:cNvPr id="55" name="output-vector-caption">
            <a:extLst xmlns:a="http://schemas.openxmlformats.org/drawingml/2006/main">
              <a:ext uri="{FF2B5EF4-FFF2-40B4-BE49-F238E27FC236}">
                <a16:creationId xmlns:a16="http://schemas.microsoft.com/office/drawing/2014/main" id="{327DF55F-E18A-4BE7-8D9A-F98E5FB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81150"/>
            <a:ext cx="6191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task endpoint</a:t>
            </a:r>
          </a:p>
        </p:txBody>
      </p:sp>
      <p:cxnSp>
        <p:nvCxnSpPr>
          <p:cNvPr id="134" name="specimen-to-matrix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04900" y="12668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5B7F9E"/>
            </a:solidFill>
            <a:prstDash val="solid"/>
            <a:tailEnd type="triangle" w="sm" len="sm"/>
          </a:ln>
        </p:spPr>
      </p:cxnSp>
      <p:cxnSp>
        <p:nvCxnSpPr>
          <p:cNvPr id="135" name="matrix-to-representation"/>
          <p:cNvCxnSpPr>
            <a:stCxn xmlns:a="http://schemas.openxmlformats.org/drawingml/2006/main" id="1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419350" y="12668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5B7F9E"/>
            </a:solidFill>
            <a:prstDash val="solid"/>
            <a:tailEnd type="triangle" w="sm" len="sm"/>
          </a:ln>
        </p:spPr>
      </p:cxnSp>
      <p:cxnSp>
        <p:nvCxnSpPr>
          <p:cNvPr id="136" name="representation-to-output"/>
          <p:cNvCxnSpPr>
            <a:stCxn xmlns:a="http://schemas.openxmlformats.org/drawingml/2006/main" id="27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962400" y="1266825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5B7F9E"/>
            </a:solidFill>
            <a:prstDash val="solid"/>
            <a:tailEnd type="triangle" w="sm" len="sm"/>
          </a:ln>
        </p:spPr>
      </p:cxnSp>
      <p:sp>
        <p:nvSpPr>
          <p:cNvPr id="59" name="object-to-matrix-label">
            <a:extLst xmlns:a="http://schemas.openxmlformats.org/drawingml/2006/main">
              <a:ext uri="{FF2B5EF4-FFF2-40B4-BE49-F238E27FC236}">
                <a16:creationId xmlns:a16="http://schemas.microsoft.com/office/drawing/2014/main" id="{587B6C8F-DF5D-43A1-8824-9792D0F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085850"/>
            <a:ext cx="4476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60" name="matrix-to-representation-label">
            <a:extLst xmlns:a="http://schemas.openxmlformats.org/drawingml/2006/main">
              <a:ext uri="{FF2B5EF4-FFF2-40B4-BE49-F238E27FC236}">
                <a16:creationId xmlns:a16="http://schemas.microsoft.com/office/drawing/2014/main" id="{8676BCA9-CD27-41F2-A1EF-66C2A6FF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85850"/>
            <a:ext cx="438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61" name="representation-to-output-label">
            <a:extLst xmlns:a="http://schemas.openxmlformats.org/drawingml/2006/main">
              <a:ext uri="{FF2B5EF4-FFF2-40B4-BE49-F238E27FC236}">
                <a16:creationId xmlns:a16="http://schemas.microsoft.com/office/drawing/2014/main" id="{646DCFA3-7B2F-4E94-BC3B-6578705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085850"/>
            <a:ext cx="6381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read out</a:t>
            </a:r>
          </a:p>
        </p:txBody>
      </p:sp>
      <p:sp>
        <p:nvSpPr>
          <p:cNvPr id="62" name="slide1-separator">
            <a:extLst xmlns:a="http://schemas.openxmlformats.org/drawingml/2006/main">
              <a:ext uri="{FF2B5EF4-FFF2-40B4-BE49-F238E27FC236}">
                <a16:creationId xmlns:a16="http://schemas.microsoft.com/office/drawing/2014/main" id="{BC1D029D-DA5E-41AB-91EC-8969D63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175" y="2000250"/>
            <a:ext cx="596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63" name="inset-title">
            <a:extLst xmlns:a="http://schemas.openxmlformats.org/drawingml/2006/main">
              <a:ext uri="{FF2B5EF4-FFF2-40B4-BE49-F238E27FC236}">
                <a16:creationId xmlns:a16="http://schemas.microsoft.com/office/drawing/2014/main" id="{0B668362-A48E-43E6-9953-E687680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114550"/>
            <a:ext cx="78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detail inset</a:t>
            </a:r>
          </a:p>
        </p:txBody>
      </p:sp>
      <p:sp>
        <p:nvSpPr>
          <p:cNvPr id="64" name="inset-field">
            <a:extLst xmlns:a="http://schemas.openxmlformats.org/drawingml/2006/main">
              <a:ext uri="{FF2B5EF4-FFF2-40B4-BE49-F238E27FC236}">
                <a16:creationId xmlns:a16="http://schemas.microsoft.com/office/drawing/2014/main" id="{197FA58B-C4E3-4610-B64F-028516B2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05050"/>
            <a:ext cx="57435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5" name="inset-description">
            <a:extLst xmlns:a="http://schemas.openxmlformats.org/drawingml/2006/main">
              <a:ext uri="{FF2B5EF4-FFF2-40B4-BE49-F238E27FC236}">
                <a16:creationId xmlns:a16="http://schemas.microsoft.com/office/drawing/2014/main" id="{799D04E5-DBF1-4B1A-A095-9A916EE0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5048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Reuse a compact secondary grammar to explain the core transformation without filling the page.</a:t>
            </a:r>
          </a:p>
        </p:txBody>
      </p:sp>
      <p:sp>
        <p:nvSpPr>
          <p:cNvPr id="66" name="inset-encoder">
            <a:extLst xmlns:a="http://schemas.openxmlformats.org/drawingml/2006/main">
              <a:ext uri="{FF2B5EF4-FFF2-40B4-BE49-F238E27FC236}">
                <a16:creationId xmlns:a16="http://schemas.microsoft.com/office/drawing/2014/main" id="{947EFB74-25AE-4152-8F00-29FF3BE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14625"/>
            <a:ext cx="9906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67" name="inset-encoder-label">
            <a:extLst xmlns:a="http://schemas.openxmlformats.org/drawingml/2006/main">
              <a:ext uri="{FF2B5EF4-FFF2-40B4-BE49-F238E27FC236}">
                <a16:creationId xmlns:a16="http://schemas.microsoft.com/office/drawing/2014/main" id="{B30FB81C-507C-4227-8771-01BDF051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8" name="inset-latent">
            <a:extLst xmlns:a="http://schemas.openxmlformats.org/drawingml/2006/main">
              <a:ext uri="{FF2B5EF4-FFF2-40B4-BE49-F238E27FC236}">
                <a16:creationId xmlns:a16="http://schemas.microsoft.com/office/drawing/2014/main" id="{DD18B88D-6556-4B5D-A2EC-5B53CC3B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990600" cy="333375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E5F1EC"/>
          </a:solidFill>
          <a:ln xmlns:a="http://schemas.openxmlformats.org/drawingml/2006/main" w="7620">
            <a:solidFill>
              <a:srgbClr val="4F8A7B"/>
            </a:solidFill>
            <a:prstDash val="solid"/>
          </a:ln>
        </p:spPr>
      </p:sp>
      <p:sp>
        <p:nvSpPr>
          <p:cNvPr id="69" name="inset-latent-label">
            <a:extLst xmlns:a="http://schemas.openxmlformats.org/drawingml/2006/main">
              <a:ext uri="{FF2B5EF4-FFF2-40B4-BE49-F238E27FC236}">
                <a16:creationId xmlns:a16="http://schemas.microsoft.com/office/drawing/2014/main" id="{45F063D0-43E4-48D5-B68A-59B8F40C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336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latent</a:t>
            </a:r>
          </a:p>
        </p:txBody>
      </p:sp>
      <p:sp>
        <p:nvSpPr>
          <p:cNvPr id="70" name="inset-readout">
            <a:extLst xmlns:a="http://schemas.openxmlformats.org/drawingml/2006/main">
              <a:ext uri="{FF2B5EF4-FFF2-40B4-BE49-F238E27FC236}">
                <a16:creationId xmlns:a16="http://schemas.microsoft.com/office/drawing/2014/main" id="{192CABEB-EAC9-491B-801B-9A28E598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14625"/>
            <a:ext cx="9906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DDA"/>
          </a:solidFill>
          <a:ln xmlns:a="http://schemas.openxmlformats.org/drawingml/2006/main" w="7620">
            <a:solidFill>
              <a:srgbClr val="A17B36"/>
            </a:solidFill>
            <a:prstDash val="solid"/>
          </a:ln>
        </p:spPr>
      </p:sp>
      <p:sp>
        <p:nvSpPr>
          <p:cNvPr id="71" name="inset-readout-label">
            <a:extLst xmlns:a="http://schemas.openxmlformats.org/drawingml/2006/main">
              <a:ext uri="{FF2B5EF4-FFF2-40B4-BE49-F238E27FC236}">
                <a16:creationId xmlns:a16="http://schemas.microsoft.com/office/drawing/2014/main" id="{260DD832-9D5B-44DB-8B28-35A6869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336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cxnSp>
        <p:nvCxnSpPr>
          <p:cNvPr id="150" name="inset-encoder-to-latent"/>
          <p:cNvCxnSpPr>
            <a:stCxn xmlns:a="http://schemas.openxmlformats.org/drawingml/2006/main" id="66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838325" y="2881313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4F8A7B"/>
            </a:solidFill>
            <a:prstDash val="solid"/>
            <a:tailEnd type="triangle" w="sm" len="sm"/>
          </a:ln>
        </p:spPr>
      </p:cxnSp>
      <p:cxnSp>
        <p:nvCxnSpPr>
          <p:cNvPr id="151" name="inset-latent-to-readout"/>
          <p:cNvCxnSpPr>
            <a:stCxn xmlns:a="http://schemas.openxmlformats.org/drawingml/2006/main" id="68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3752850" y="2881313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A17B36"/>
            </a:solidFill>
            <a:prstDash val="solid"/>
            <a:tailEnd type="triangle" w="sm" len="sm"/>
          </a:ln>
        </p:spPr>
      </p:cxnSp>
      <p:sp>
        <p:nvSpPr>
          <p:cNvPr id="74" name="inset-encoder-caption">
            <a:extLst xmlns:a="http://schemas.openxmlformats.org/drawingml/2006/main">
              <a:ext uri="{FF2B5EF4-FFF2-40B4-BE49-F238E27FC236}">
                <a16:creationId xmlns:a16="http://schemas.microsoft.com/office/drawing/2014/main" id="{F6A62328-8E39-4F2A-8FEA-D8A9696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05150"/>
            <a:ext cx="9906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replace operation</a:t>
            </a:r>
          </a:p>
        </p:txBody>
      </p:sp>
      <p:sp>
        <p:nvSpPr>
          <p:cNvPr id="75" name="inset-latent-caption">
            <a:extLst xmlns:a="http://schemas.openxmlformats.org/drawingml/2006/main">
              <a:ext uri="{FF2B5EF4-FFF2-40B4-BE49-F238E27FC236}">
                <a16:creationId xmlns:a16="http://schemas.microsoft.com/office/drawing/2014/main" id="{90B05281-C6FA-40DC-A89D-E718E07B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05150"/>
            <a:ext cx="9906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replace state</a:t>
            </a:r>
          </a:p>
        </p:txBody>
      </p:sp>
      <p:sp>
        <p:nvSpPr>
          <p:cNvPr id="76" name="inset-readout-caption">
            <a:extLst xmlns:a="http://schemas.openxmlformats.org/drawingml/2006/main">
              <a:ext uri="{FF2B5EF4-FFF2-40B4-BE49-F238E27FC236}">
                <a16:creationId xmlns:a16="http://schemas.microsoft.com/office/drawing/2014/main" id="{EFD1C1B9-2B20-44ED-94DE-42D5327E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05150"/>
            <a:ext cx="9906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replace endpoint</a:t>
            </a:r>
          </a:p>
        </p:txBody>
      </p:sp>
      <p:sp>
        <p:nvSpPr>
          <p:cNvPr id="7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5DF7D00-6DBF-4685-8676-89D87585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78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C94E0A0A-05AF-4B67-A6CC-79EF4371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759778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A2C8EA-8EB0-4EB7-9760-DF0A2F2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Shared token field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753192-AB26-4320-AFCB-24689B7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A quiet shared field can hold sequential operations while preserving named token roles.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29A2F82D-DA6B-4D64-B665-4100F7D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FA06DCE8-DF6D-4A5D-85B6-8F896CA9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N1 · mist blue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5ACDA3D-6B42-433B-8C1C-9BA1DBF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tokens-heading">
            <a:extLst xmlns:a="http://schemas.openxmlformats.org/drawingml/2006/main">
              <a:ext uri="{FF2B5EF4-FFF2-40B4-BE49-F238E27FC236}">
                <a16:creationId xmlns:a16="http://schemas.microsoft.com/office/drawing/2014/main" id="{1186A8D5-5056-4C82-885A-86D574E4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9125"/>
            <a:ext cx="952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 tokens</a:t>
            </a:r>
          </a:p>
        </p:txBody>
      </p:sp>
      <p:sp>
        <p:nvSpPr>
          <p:cNvPr id="7" name="input-token-0">
            <a:extLst xmlns:a="http://schemas.openxmlformats.org/drawingml/2006/main">
              <a:ext uri="{FF2B5EF4-FFF2-40B4-BE49-F238E27FC236}">
                <a16:creationId xmlns:a16="http://schemas.microsoft.com/office/drawing/2014/main" id="{B5B0488E-53EC-4D8D-B9A9-B2BDE09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38200"/>
            <a:ext cx="8191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8" name="input-token-0-label">
            <a:extLst xmlns:a="http://schemas.openxmlformats.org/drawingml/2006/main">
              <a:ext uri="{FF2B5EF4-FFF2-40B4-BE49-F238E27FC236}">
                <a16:creationId xmlns:a16="http://schemas.microsoft.com/office/drawing/2014/main" id="{693FAE6E-23A5-4EBA-9732-7F2626E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572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token 1</a:t>
            </a:r>
          </a:p>
        </p:txBody>
      </p:sp>
      <p:sp>
        <p:nvSpPr>
          <p:cNvPr id="9" name="input-token-1">
            <a:extLst xmlns:a="http://schemas.openxmlformats.org/drawingml/2006/main">
              <a:ext uri="{FF2B5EF4-FFF2-40B4-BE49-F238E27FC236}">
                <a16:creationId xmlns:a16="http://schemas.microsoft.com/office/drawing/2014/main" id="{CFF04382-0773-459F-98EF-1ACC2C4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52525"/>
            <a:ext cx="8191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10" name="input-token-1-label">
            <a:extLst xmlns:a="http://schemas.openxmlformats.org/drawingml/2006/main">
              <a:ext uri="{FF2B5EF4-FFF2-40B4-BE49-F238E27FC236}">
                <a16:creationId xmlns:a16="http://schemas.microsoft.com/office/drawing/2014/main" id="{1E8E24DA-D222-40EC-9277-41CF9E5F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token 2</a:t>
            </a:r>
          </a:p>
        </p:txBody>
      </p:sp>
      <p:sp>
        <p:nvSpPr>
          <p:cNvPr id="11" name="input-token-2">
            <a:extLst xmlns:a="http://schemas.openxmlformats.org/drawingml/2006/main">
              <a:ext uri="{FF2B5EF4-FFF2-40B4-BE49-F238E27FC236}">
                <a16:creationId xmlns:a16="http://schemas.microsoft.com/office/drawing/2014/main" id="{F69BFFB9-22E6-4C99-A56D-0B55753D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66850"/>
            <a:ext cx="8191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12" name="input-token-2-label">
            <a:extLst xmlns:a="http://schemas.openxmlformats.org/drawingml/2006/main">
              <a:ext uri="{FF2B5EF4-FFF2-40B4-BE49-F238E27FC236}">
                <a16:creationId xmlns:a16="http://schemas.microsoft.com/office/drawing/2014/main" id="{0D3FC494-891E-448F-A659-E1802B96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8590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token 3</a:t>
            </a:r>
          </a:p>
        </p:txBody>
      </p:sp>
      <p:sp>
        <p:nvSpPr>
          <p:cNvPr id="13" name="input-token-3">
            <a:extLst xmlns:a="http://schemas.openxmlformats.org/drawingml/2006/main">
              <a:ext uri="{FF2B5EF4-FFF2-40B4-BE49-F238E27FC236}">
                <a16:creationId xmlns:a16="http://schemas.microsoft.com/office/drawing/2014/main" id="{8E262765-8975-40E6-B278-3C63257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81175"/>
            <a:ext cx="8191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EDDA"/>
          </a:solidFill>
          <a:ln xmlns:a="http://schemas.openxmlformats.org/drawingml/2006/main" w="7620">
            <a:solidFill>
              <a:srgbClr val="A17B36"/>
            </a:solidFill>
            <a:prstDash val="solid"/>
          </a:ln>
        </p:spPr>
      </p:sp>
      <p:sp>
        <p:nvSpPr>
          <p:cNvPr id="14" name="input-token-3-label">
            <a:extLst xmlns:a="http://schemas.openxmlformats.org/drawingml/2006/main">
              <a:ext uri="{FF2B5EF4-FFF2-40B4-BE49-F238E27FC236}">
                <a16:creationId xmlns:a16="http://schemas.microsoft.com/office/drawing/2014/main" id="{05A34DC9-E5ED-4DB9-B2E5-9F57EFD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02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token n</a:t>
            </a:r>
          </a:p>
        </p:txBody>
      </p:sp>
      <p:sp>
        <p:nvSpPr>
          <p:cNvPr id="15" name="token-stack-anchor">
            <a:extLst xmlns:a="http://schemas.openxmlformats.org/drawingml/2006/main">
              <a:ext uri="{FF2B5EF4-FFF2-40B4-BE49-F238E27FC236}">
                <a16:creationId xmlns:a16="http://schemas.microsoft.com/office/drawing/2014/main" id="{6EB5F8C0-6FEF-428A-8C70-A995F708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00100"/>
            <a:ext cx="981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token-stack-bracket">
            <a:extLst xmlns:a="http://schemas.openxmlformats.org/drawingml/2006/main">
              <a:ext uri="{FF2B5EF4-FFF2-40B4-BE49-F238E27FC236}">
                <a16:creationId xmlns:a16="http://schemas.microsoft.com/office/drawing/2014/main" id="{66E91F54-C40B-426B-BF7F-F7C794A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85725" cy="120015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17" name="token-caption">
            <a:extLst xmlns:a="http://schemas.openxmlformats.org/drawingml/2006/main">
              <a:ext uri="{FF2B5EF4-FFF2-40B4-BE49-F238E27FC236}">
                <a16:creationId xmlns:a16="http://schemas.microsoft.com/office/drawing/2014/main" id="{506C0C74-B44B-4802-8AA2-C35F9C6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152650"/>
            <a:ext cx="9525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one token set</a:t>
            </a:r>
          </a:p>
        </p:txBody>
      </p:sp>
      <p:sp>
        <p:nvSpPr>
          <p:cNvPr id="18" name="shared-model-field">
            <a:extLst xmlns:a="http://schemas.openxmlformats.org/drawingml/2006/main">
              <a:ext uri="{FF2B5EF4-FFF2-40B4-BE49-F238E27FC236}">
                <a16:creationId xmlns:a16="http://schemas.microsoft.com/office/drawing/2014/main" id="{527F0C4D-9B94-4F64-9EA5-C7D0C0A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57225"/>
            <a:ext cx="3181350" cy="16573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19" name="shared-field-title">
            <a:extLst xmlns:a="http://schemas.openxmlformats.org/drawingml/2006/main">
              <a:ext uri="{FF2B5EF4-FFF2-40B4-BE49-F238E27FC236}">
                <a16:creationId xmlns:a16="http://schemas.microsoft.com/office/drawing/2014/main" id="{AC0AC838-AAF9-4DF2-8657-CEE76DE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81050"/>
            <a:ext cx="28098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3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73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shared model field</a:t>
            </a:r>
          </a:p>
        </p:txBody>
      </p:sp>
      <p:sp>
        <p:nvSpPr>
          <p:cNvPr id="20" name="shared-field-rule">
            <a:extLst xmlns:a="http://schemas.openxmlformats.org/drawingml/2006/main">
              <a:ext uri="{FF2B5EF4-FFF2-40B4-BE49-F238E27FC236}">
                <a16:creationId xmlns:a16="http://schemas.microsoft.com/office/drawing/2014/main" id="{6611C782-B0DD-4DAC-92A2-08B1A2D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47850" y="971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5"/>
            </a:solidFill>
            <a:prstDash val="solid"/>
          </a:ln>
        </p:spPr>
      </p:sp>
      <p:sp>
        <p:nvSpPr>
          <p:cNvPr id="21" name="shared-embed">
            <a:extLst xmlns:a="http://schemas.openxmlformats.org/drawingml/2006/main">
              <a:ext uri="{FF2B5EF4-FFF2-40B4-BE49-F238E27FC236}">
                <a16:creationId xmlns:a16="http://schemas.microsoft.com/office/drawing/2014/main" id="{FCF5DEDE-B8F3-4447-A4A8-EC2F67BE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38250"/>
            <a:ext cx="7048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22" name="shared-embed-label">
            <a:extLst xmlns:a="http://schemas.openxmlformats.org/drawingml/2006/main">
              <a:ext uri="{FF2B5EF4-FFF2-40B4-BE49-F238E27FC236}">
                <a16:creationId xmlns:a16="http://schemas.microsoft.com/office/drawing/2014/main" id="{50493858-8C10-4034-998C-313A678E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257300"/>
            <a:ext cx="64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3" name="shared-mix">
            <a:extLst xmlns:a="http://schemas.openxmlformats.org/drawingml/2006/main">
              <a:ext uri="{FF2B5EF4-FFF2-40B4-BE49-F238E27FC236}">
                <a16:creationId xmlns:a16="http://schemas.microsoft.com/office/drawing/2014/main" id="{E74FD203-9843-4D32-B01B-270E1CB8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38250"/>
            <a:ext cx="704850" cy="371475"/>
          </a:xfrm>
          <a:prstGeom xmlns:a="http://schemas.openxmlformats.org/drawingml/2006/main" prst="roundRect">
            <a:avLst>
              <a:gd name="adj" fmla="val 48718"/>
            </a:avLst>
          </a:prstGeom>
          <a:solidFill xmlns:a="http://schemas.openxmlformats.org/drawingml/2006/main">
            <a:srgbClr val="E5F1EC"/>
          </a:solidFill>
          <a:ln xmlns:a="http://schemas.openxmlformats.org/drawingml/2006/main" w="7620">
            <a:solidFill>
              <a:srgbClr val="4F8A7B"/>
            </a:solidFill>
            <a:prstDash val="solid"/>
          </a:ln>
        </p:spPr>
      </p:sp>
      <p:sp>
        <p:nvSpPr>
          <p:cNvPr id="24" name="shared-mix-label">
            <a:extLst xmlns:a="http://schemas.openxmlformats.org/drawingml/2006/main">
              <a:ext uri="{FF2B5EF4-FFF2-40B4-BE49-F238E27FC236}">
                <a16:creationId xmlns:a16="http://schemas.microsoft.com/office/drawing/2014/main" id="{9A4FF4EA-EDEB-4E65-B44B-63A669F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257300"/>
            <a:ext cx="64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25" name="shared-readout">
            <a:extLst xmlns:a="http://schemas.openxmlformats.org/drawingml/2006/main">
              <a:ext uri="{FF2B5EF4-FFF2-40B4-BE49-F238E27FC236}">
                <a16:creationId xmlns:a16="http://schemas.microsoft.com/office/drawing/2014/main" id="{F75DFB5F-9429-4005-8771-2C7C7413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238250"/>
            <a:ext cx="7048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EDDA"/>
          </a:solidFill>
          <a:ln xmlns:a="http://schemas.openxmlformats.org/drawingml/2006/main" w="7620">
            <a:solidFill>
              <a:srgbClr val="A17B36"/>
            </a:solidFill>
            <a:prstDash val="solid"/>
          </a:ln>
        </p:spPr>
      </p:sp>
      <p:sp>
        <p:nvSpPr>
          <p:cNvPr id="26" name="shared-readout-label">
            <a:extLst xmlns:a="http://schemas.openxmlformats.org/drawingml/2006/main">
              <a:ext uri="{FF2B5EF4-FFF2-40B4-BE49-F238E27FC236}">
                <a16:creationId xmlns:a16="http://schemas.microsoft.com/office/drawing/2014/main" id="{28F1A9FB-86C7-4ADD-BF4B-BC67DA31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57300"/>
            <a:ext cx="64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cxnSp>
        <p:nvCxnSpPr>
          <p:cNvPr id="75" name="token-set-to-embed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1276350" y="1423988"/>
            <a:ext cx="5715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5B7F9E"/>
            </a:solidFill>
            <a:prstDash val="solid"/>
            <a:tailEnd type="triangle" w="sm" len="sm"/>
          </a:ln>
        </p:spPr>
      </p:cxnSp>
      <p:cxnSp>
        <p:nvCxnSpPr>
          <p:cNvPr id="76" name="embed-to-mix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52700" y="1423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A7B"/>
            </a:solidFill>
            <a:prstDash val="solid"/>
            <a:tailEnd type="triangle" w="sm" len="sm"/>
          </a:ln>
        </p:spPr>
      </p:cxnSp>
      <p:cxnSp>
        <p:nvCxnSpPr>
          <p:cNvPr id="77" name="mix-to-readout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543300" y="1423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17B36"/>
            </a:solidFill>
            <a:prstDash val="solid"/>
            <a:tailEnd type="triangle" w="sm" len="sm"/>
          </a:ln>
        </p:spPr>
      </p:cxnSp>
      <p:sp>
        <p:nvSpPr>
          <p:cNvPr id="30" name="pooled-output">
            <a:extLst xmlns:a="http://schemas.openxmlformats.org/drawingml/2006/main">
              <a:ext uri="{FF2B5EF4-FFF2-40B4-BE49-F238E27FC236}">
                <a16:creationId xmlns:a16="http://schemas.microsoft.com/office/drawing/2014/main" id="{A77A2E31-B3BA-4EEB-80FE-71D739C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57375"/>
            <a:ext cx="83820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F8A7B"/>
            </a:solidFill>
            <a:prstDash val="solid"/>
          </a:ln>
        </p:spPr>
      </p:sp>
      <p:sp>
        <p:nvSpPr>
          <p:cNvPr id="31" name="pooled-output-label">
            <a:extLst xmlns:a="http://schemas.openxmlformats.org/drawingml/2006/main">
              <a:ext uri="{FF2B5EF4-FFF2-40B4-BE49-F238E27FC236}">
                <a16:creationId xmlns:a16="http://schemas.microsoft.com/office/drawing/2014/main" id="{93409987-B5F7-491D-AB72-2AA22B5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764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pooled output</a:t>
            </a:r>
          </a:p>
        </p:txBody>
      </p:sp>
      <p:cxnSp>
        <p:nvCxnSpPr>
          <p:cNvPr id="80" name="mix-to-pooled"/>
          <p:cNvCxnSpPr>
            <a:stCxn xmlns:a="http://schemas.openxmlformats.org/drawingml/2006/main" id="23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3190875" y="1609725"/>
            <a:ext cx="66675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049">
            <a:solidFill>
              <a:srgbClr val="4F8A7B"/>
            </a:solidFill>
            <a:prstDash val="dash"/>
            <a:tailEnd type="triangle" w="sm" len="sm"/>
          </a:ln>
        </p:spPr>
      </p:cxnSp>
      <p:sp>
        <p:nvSpPr>
          <p:cNvPr id="33" name="pooled-branch-label">
            <a:extLst xmlns:a="http://schemas.openxmlformats.org/drawingml/2006/main">
              <a:ext uri="{FF2B5EF4-FFF2-40B4-BE49-F238E27FC236}">
                <a16:creationId xmlns:a16="http://schemas.microsoft.com/office/drawing/2014/main" id="{F5550326-D2F5-4D5D-B33E-E6C40F82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14525"/>
            <a:ext cx="7524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optional branch</a:t>
            </a:r>
          </a:p>
        </p:txBody>
      </p:sp>
      <p:sp>
        <p:nvSpPr>
          <p:cNvPr id="34" name="vector-heading">
            <a:extLst xmlns:a="http://schemas.openxmlformats.org/drawingml/2006/main">
              <a:ext uri="{FF2B5EF4-FFF2-40B4-BE49-F238E27FC236}">
                <a16:creationId xmlns:a16="http://schemas.microsoft.com/office/drawing/2014/main" id="{71613760-EAA3-4D49-871F-187B67FD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9125"/>
            <a:ext cx="1162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role-labelled output</a:t>
            </a:r>
          </a:p>
        </p:txBody>
      </p:sp>
      <p:sp>
        <p:nvSpPr>
          <p:cNvPr id="35" name="shared-output-vector-anchor">
            <a:extLst xmlns:a="http://schemas.openxmlformats.org/drawingml/2006/main">
              <a:ext uri="{FF2B5EF4-FFF2-40B4-BE49-F238E27FC236}">
                <a16:creationId xmlns:a16="http://schemas.microsoft.com/office/drawing/2014/main" id="{466C6F57-CDEF-4F8F-B249-03F7A49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962025"/>
            <a:ext cx="95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36" name="shared-output-vector-tile-0">
            <a:extLst xmlns:a="http://schemas.openxmlformats.org/drawingml/2006/main">
              <a:ext uri="{FF2B5EF4-FFF2-40B4-BE49-F238E27FC236}">
                <a16:creationId xmlns:a16="http://schemas.microsoft.com/office/drawing/2014/main" id="{95277357-448F-4D28-8133-C21D943F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668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37" name="shared-output-vector-role-0">
            <a:extLst xmlns:a="http://schemas.openxmlformats.org/drawingml/2006/main">
              <a:ext uri="{FF2B5EF4-FFF2-40B4-BE49-F238E27FC236}">
                <a16:creationId xmlns:a16="http://schemas.microsoft.com/office/drawing/2014/main" id="{C3880561-6F90-43C6-AA83-3732849A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038225"/>
            <a:ext cx="41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role A</a:t>
            </a:r>
          </a:p>
        </p:txBody>
      </p:sp>
      <p:sp>
        <p:nvSpPr>
          <p:cNvPr id="38" name="shared-output-vector-tile-1">
            <a:extLst xmlns:a="http://schemas.openxmlformats.org/drawingml/2006/main">
              <a:ext uri="{FF2B5EF4-FFF2-40B4-BE49-F238E27FC236}">
                <a16:creationId xmlns:a16="http://schemas.microsoft.com/office/drawing/2014/main" id="{CD49CC6A-1959-4734-B5AB-05A1837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190625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C"/>
          </a:solidFill>
          <a:ln xmlns:a="http://schemas.openxmlformats.org/drawingml/2006/main" w="0">
            <a:noFill/>
          </a:ln>
        </p:spPr>
      </p:sp>
      <p:sp>
        <p:nvSpPr>
          <p:cNvPr id="39" name="shared-output-vector-role-1">
            <a:extLst xmlns:a="http://schemas.openxmlformats.org/drawingml/2006/main">
              <a:ext uri="{FF2B5EF4-FFF2-40B4-BE49-F238E27FC236}">
                <a16:creationId xmlns:a16="http://schemas.microsoft.com/office/drawing/2014/main" id="{7020A7F0-D626-4BEB-89F6-3690419D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62050"/>
            <a:ext cx="41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role B</a:t>
            </a:r>
          </a:p>
        </p:txBody>
      </p:sp>
      <p:sp>
        <p:nvSpPr>
          <p:cNvPr id="40" name="shared-output-vector-tile-2">
            <a:extLst xmlns:a="http://schemas.openxmlformats.org/drawingml/2006/main">
              <a:ext uri="{FF2B5EF4-FFF2-40B4-BE49-F238E27FC236}">
                <a16:creationId xmlns:a16="http://schemas.microsoft.com/office/drawing/2014/main" id="{31BDA1E0-EF00-4C44-9C2B-A897259F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144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A"/>
          </a:solidFill>
          <a:ln xmlns:a="http://schemas.openxmlformats.org/drawingml/2006/main" w="0">
            <a:noFill/>
          </a:ln>
        </p:spPr>
      </p:sp>
      <p:sp>
        <p:nvSpPr>
          <p:cNvPr id="41" name="shared-output-vector-role-2">
            <a:extLst xmlns:a="http://schemas.openxmlformats.org/drawingml/2006/main">
              <a:ext uri="{FF2B5EF4-FFF2-40B4-BE49-F238E27FC236}">
                <a16:creationId xmlns:a16="http://schemas.microsoft.com/office/drawing/2014/main" id="{FC1392D3-7548-4904-A98F-9ED6296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285875"/>
            <a:ext cx="41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role C</a:t>
            </a:r>
          </a:p>
        </p:txBody>
      </p:sp>
      <p:cxnSp>
        <p:nvCxnSpPr>
          <p:cNvPr id="90" name="readout-to-vector"/>
          <p:cNvCxnSpPr>
            <a:stCxn xmlns:a="http://schemas.openxmlformats.org/drawingml/2006/main" id="25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4533900" y="1238250"/>
            <a:ext cx="561975" cy="185738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17B36"/>
            </a:solidFill>
            <a:prstDash val="solid"/>
            <a:tailEnd type="triangle" w="sm" len="sm"/>
          </a:ln>
        </p:spPr>
      </p:cxnSp>
      <p:sp>
        <p:nvSpPr>
          <p:cNvPr id="43" name="slide2-key-solid">
            <a:extLst xmlns:a="http://schemas.openxmlformats.org/drawingml/2006/main">
              <a:ext uri="{FF2B5EF4-FFF2-40B4-BE49-F238E27FC236}">
                <a16:creationId xmlns:a16="http://schemas.microsoft.com/office/drawing/2014/main" id="{0EFBB648-E6CE-4E46-9662-D2CF3CD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43150" y="27241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9E"/>
            </a:solidFill>
            <a:prstDash val="solid"/>
          </a:ln>
        </p:spPr>
      </p:sp>
      <p:sp>
        <p:nvSpPr>
          <p:cNvPr id="44" name="slide2-key-solid-label">
            <a:extLst xmlns:a="http://schemas.openxmlformats.org/drawingml/2006/main">
              <a:ext uri="{FF2B5EF4-FFF2-40B4-BE49-F238E27FC236}">
                <a16:creationId xmlns:a16="http://schemas.microsoft.com/office/drawing/2014/main" id="{54A22CA5-A324-4D92-A244-F88FBFE4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57475"/>
            <a:ext cx="1133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solid = core operation</a:t>
            </a:r>
          </a:p>
        </p:txBody>
      </p:sp>
      <p:sp>
        <p:nvSpPr>
          <p:cNvPr id="45" name="slide2-key-dashed">
            <a:extLst xmlns:a="http://schemas.openxmlformats.org/drawingml/2006/main">
              <a:ext uri="{FF2B5EF4-FFF2-40B4-BE49-F238E27FC236}">
                <a16:creationId xmlns:a16="http://schemas.microsoft.com/office/drawing/2014/main" id="{2895D776-CFF8-41D8-A8C8-89885D6F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76675" y="27241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8A7B"/>
            </a:solidFill>
            <a:prstDash val="dash"/>
          </a:ln>
        </p:spPr>
      </p:sp>
      <p:sp>
        <p:nvSpPr>
          <p:cNvPr id="46" name="slide2-key-dashed-label">
            <a:extLst xmlns:a="http://schemas.openxmlformats.org/drawingml/2006/main">
              <a:ext uri="{FF2B5EF4-FFF2-40B4-BE49-F238E27FC236}">
                <a16:creationId xmlns:a16="http://schemas.microsoft.com/office/drawing/2014/main" id="{19E1406A-791A-4554-8770-5C253A4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57475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dashed = optional branch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6BE81A-FD4F-4440-8FE9-57B2B57B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48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56838FED-F050-44A0-AD91-50A6B7C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554891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9B8F57-2300-46AA-A0CA-51F91910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Compact training / inference flow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C67D8B-B5D4-4B36-9751-B34CDB4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Module-led grammar: align the main computational chain and isolate training-only logic.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D308ED99-7ED8-481F-B077-664024BB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38672E4B-E641-40A2-9DC7-6D8D0DA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C1 · blue-orange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F5EE9D-6D86-47AE-BE25-B9E33DC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flow-input">
            <a:extLst xmlns:a="http://schemas.openxmlformats.org/drawingml/2006/main">
              <a:ext uri="{FF2B5EF4-FFF2-40B4-BE49-F238E27FC236}">
                <a16:creationId xmlns:a16="http://schemas.microsoft.com/office/drawing/2014/main" id="{4EA4C9B7-7062-4111-8269-1C9F55D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9334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7" name="flow-input-label">
            <a:extLst xmlns:a="http://schemas.openxmlformats.org/drawingml/2006/main">
              <a:ext uri="{FF2B5EF4-FFF2-40B4-BE49-F238E27FC236}">
                <a16:creationId xmlns:a16="http://schemas.microsoft.com/office/drawing/2014/main" id="{F3F11B21-43B0-46CB-8DF4-EF96AD90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flow-encoder">
            <a:extLst xmlns:a="http://schemas.openxmlformats.org/drawingml/2006/main">
              <a:ext uri="{FF2B5EF4-FFF2-40B4-BE49-F238E27FC236}">
                <a16:creationId xmlns:a16="http://schemas.microsoft.com/office/drawing/2014/main" id="{BCA080FD-E725-479E-B88F-76FFE62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962025"/>
            <a:ext cx="10763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9" name="flow-encoder-label">
            <a:extLst xmlns:a="http://schemas.openxmlformats.org/drawingml/2006/main">
              <a:ext uri="{FF2B5EF4-FFF2-40B4-BE49-F238E27FC236}">
                <a16:creationId xmlns:a16="http://schemas.microsoft.com/office/drawing/2014/main" id="{96107478-CDB9-4DC1-A57B-93D017F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81075"/>
            <a:ext cx="1019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flow-output">
            <a:extLst xmlns:a="http://schemas.openxmlformats.org/drawingml/2006/main">
              <a:ext uri="{FF2B5EF4-FFF2-40B4-BE49-F238E27FC236}">
                <a16:creationId xmlns:a16="http://schemas.microsoft.com/office/drawing/2014/main" id="{42C2F26A-8669-4072-8763-1D24652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962025"/>
            <a:ext cx="9334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11" name="flow-output-label">
            <a:extLst xmlns:a="http://schemas.openxmlformats.org/drawingml/2006/main">
              <a:ext uri="{FF2B5EF4-FFF2-40B4-BE49-F238E27FC236}">
                <a16:creationId xmlns:a16="http://schemas.microsoft.com/office/drawing/2014/main" id="{0D0B6A0B-14FD-41F0-8AB1-A584615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98107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" name="training-objective">
            <a:extLst xmlns:a="http://schemas.openxmlformats.org/drawingml/2006/main">
              <a:ext uri="{FF2B5EF4-FFF2-40B4-BE49-F238E27FC236}">
                <a16:creationId xmlns:a16="http://schemas.microsoft.com/office/drawing/2014/main" id="{54A71A6C-5980-4697-A9E3-3CCCE46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1076325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13" name="training-objective-label">
            <a:extLst xmlns:a="http://schemas.openxmlformats.org/drawingml/2006/main">
              <a:ext uri="{FF2B5EF4-FFF2-40B4-BE49-F238E27FC236}">
                <a16:creationId xmlns:a16="http://schemas.microsoft.com/office/drawing/2014/main" id="{54FBED49-DF35-48DA-B156-2F36D6D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43075"/>
            <a:ext cx="1019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cxnSp>
        <p:nvCxnSpPr>
          <p:cNvPr id="57" name="input-to-encoder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457325" y="1162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58" name="encoder-to-output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48000" y="1162050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59" name="encoder-to-objective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509838" y="1362075"/>
            <a:ext cx="132397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B86A18"/>
            </a:solidFill>
            <a:prstDash val="dash"/>
            <a:tailEnd type="triangle" w="sm" len="sm"/>
          </a:ln>
        </p:spPr>
      </p:cxnSp>
      <p:cxnSp>
        <p:nvCxnSpPr>
          <p:cNvPr id="60" name="output-to-objective"/>
          <p:cNvCxnSpPr>
            <a:stCxn xmlns:a="http://schemas.openxmlformats.org/drawingml/2006/main" id="10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371975" y="1362075"/>
            <a:ext cx="600075" cy="542925"/>
          </a:xfrm>
          <a:prstGeom xmlns:a="http://schemas.openxmlformats.org/drawingml/2006/main" prst="bentConnector5">
            <a:avLst>
              <a:gd name="adj1" fmla="val 0"/>
              <a:gd name="adj2" fmla="val 42105"/>
              <a:gd name="adj3" fmla="val 61905"/>
            </a:avLst>
          </a:prstGeom>
          <a:ln xmlns:a="http://schemas.openxmlformats.org/drawingml/2006/main" w="9525">
            <a:solidFill>
              <a:srgbClr val="B86A18"/>
            </a:solidFill>
            <a:prstDash val="dash"/>
            <a:tailEnd type="triangle" w="sm" len="sm"/>
          </a:ln>
        </p:spPr>
      </p:cxnSp>
      <p:sp>
        <p:nvSpPr>
          <p:cNvPr id="18" name="training-only-badge">
            <a:extLst xmlns:a="http://schemas.openxmlformats.org/drawingml/2006/main">
              <a:ext uri="{FF2B5EF4-FFF2-40B4-BE49-F238E27FC236}">
                <a16:creationId xmlns:a16="http://schemas.microsoft.com/office/drawing/2014/main" id="{52AF882A-4EB0-4D4D-AAA1-5FE6CC1F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81225"/>
            <a:ext cx="10763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TRAINING ONLY</a:t>
            </a:r>
          </a:p>
        </p:txBody>
      </p:sp>
      <p:sp>
        <p:nvSpPr>
          <p:cNvPr id="19" name="main-path-label">
            <a:extLst xmlns:a="http://schemas.openxmlformats.org/drawingml/2006/main">
              <a:ext uri="{FF2B5EF4-FFF2-40B4-BE49-F238E27FC236}">
                <a16:creationId xmlns:a16="http://schemas.microsoft.com/office/drawing/2014/main" id="{4A7289D0-DEDB-4D6F-B651-CF2B1ED2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09650"/>
            <a:ext cx="8858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main path</a:t>
            </a:r>
          </a:p>
        </p:txBody>
      </p:sp>
      <p:sp>
        <p:nvSpPr>
          <p:cNvPr id="20" name="slide3-mode-rule">
            <a:extLst xmlns:a="http://schemas.openxmlformats.org/drawingml/2006/main">
              <a:ext uri="{FF2B5EF4-FFF2-40B4-BE49-F238E27FC236}">
                <a16:creationId xmlns:a16="http://schemas.microsoft.com/office/drawing/2014/main" id="{19C4C4C7-3DF8-41AA-A9FE-06E0E227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" y="2447925"/>
            <a:ext cx="571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21" name="modes-title">
            <a:extLst xmlns:a="http://schemas.openxmlformats.org/drawingml/2006/main">
              <a:ext uri="{FF2B5EF4-FFF2-40B4-BE49-F238E27FC236}">
                <a16:creationId xmlns:a16="http://schemas.microsoft.com/office/drawing/2014/main" id="{2221D6DB-4924-4568-903E-516D860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0325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Execution modes</a:t>
            </a:r>
          </a:p>
        </p:txBody>
      </p:sp>
      <p:sp>
        <p:nvSpPr>
          <p:cNvPr id="22" name="training-mode-field">
            <a:extLst xmlns:a="http://schemas.openxmlformats.org/drawingml/2006/main">
              <a:ext uri="{FF2B5EF4-FFF2-40B4-BE49-F238E27FC236}">
                <a16:creationId xmlns:a16="http://schemas.microsoft.com/office/drawing/2014/main" id="{596FC79D-F419-40EC-86BB-CA8DF256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19400"/>
            <a:ext cx="24384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23" name="inference-mode-field">
            <a:extLst xmlns:a="http://schemas.openxmlformats.org/drawingml/2006/main">
              <a:ext uri="{FF2B5EF4-FFF2-40B4-BE49-F238E27FC236}">
                <a16:creationId xmlns:a16="http://schemas.microsoft.com/office/drawing/2014/main" id="{4D63C910-CAC9-4436-9223-0F5209E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19400"/>
            <a:ext cx="24384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BF6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24" name="training-mode-title">
            <a:extLst xmlns:a="http://schemas.openxmlformats.org/drawingml/2006/main">
              <a:ext uri="{FF2B5EF4-FFF2-40B4-BE49-F238E27FC236}">
                <a16:creationId xmlns:a16="http://schemas.microsoft.com/office/drawing/2014/main" id="{18705406-FD74-489D-B6B4-1FBB1212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9048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Training mode</a:t>
            </a:r>
          </a:p>
        </p:txBody>
      </p:sp>
      <p:sp>
        <p:nvSpPr>
          <p:cNvPr id="25" name="inference-mode-title">
            <a:extLst xmlns:a="http://schemas.openxmlformats.org/drawingml/2006/main">
              <a:ext uri="{FF2B5EF4-FFF2-40B4-BE49-F238E27FC236}">
                <a16:creationId xmlns:a16="http://schemas.microsoft.com/office/drawing/2014/main" id="{D91A23C6-DE75-4DF5-BE66-6289C99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9048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Inference mode</a:t>
            </a:r>
          </a:p>
        </p:txBody>
      </p:sp>
      <p:sp>
        <p:nvSpPr>
          <p:cNvPr id="26" name="training-mini-input">
            <a:extLst xmlns:a="http://schemas.openxmlformats.org/drawingml/2006/main">
              <a:ext uri="{FF2B5EF4-FFF2-40B4-BE49-F238E27FC236}">
                <a16:creationId xmlns:a16="http://schemas.microsoft.com/office/drawing/2014/main" id="{8913709F-F246-4A24-AF59-FF1A12D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428625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27" name="training-mini-input-label">
            <a:extLst xmlns:a="http://schemas.openxmlformats.org/drawingml/2006/main">
              <a:ext uri="{FF2B5EF4-FFF2-40B4-BE49-F238E27FC236}">
                <a16:creationId xmlns:a16="http://schemas.microsoft.com/office/drawing/2014/main" id="{D088D20E-035B-4441-8D9F-54330028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71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8" name="training-mini-encoder">
            <a:extLst xmlns:a="http://schemas.openxmlformats.org/drawingml/2006/main">
              <a:ext uri="{FF2B5EF4-FFF2-40B4-BE49-F238E27FC236}">
                <a16:creationId xmlns:a16="http://schemas.microsoft.com/office/drawing/2014/main" id="{7DFD3DE7-F24F-4982-8889-F9EAD2A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51435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29" name="training-mini-encoder-label">
            <a:extLst xmlns:a="http://schemas.openxmlformats.org/drawingml/2006/main">
              <a:ext uri="{FF2B5EF4-FFF2-40B4-BE49-F238E27FC236}">
                <a16:creationId xmlns:a16="http://schemas.microsoft.com/office/drawing/2014/main" id="{B770472B-E250-4781-ADD8-152B03AB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457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0" name="training-mini-objective">
            <a:extLst xmlns:a="http://schemas.openxmlformats.org/drawingml/2006/main">
              <a:ext uri="{FF2B5EF4-FFF2-40B4-BE49-F238E27FC236}">
                <a16:creationId xmlns:a16="http://schemas.microsoft.com/office/drawing/2014/main" id="{0B9F438F-5CFC-4116-98DD-B2B6108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86100"/>
            <a:ext cx="40005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31" name="training-mini-objective-label">
            <a:extLst xmlns:a="http://schemas.openxmlformats.org/drawingml/2006/main">
              <a:ext uri="{FF2B5EF4-FFF2-40B4-BE49-F238E27FC236}">
                <a16:creationId xmlns:a16="http://schemas.microsoft.com/office/drawing/2014/main" id="{41531E1A-71F7-49FF-A0EC-99D50F51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cxnSp>
        <p:nvCxnSpPr>
          <p:cNvPr id="75" name="training-mini-a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123950" y="3162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76" name="training-mini-b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066925" y="3162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B86A18"/>
            </a:solidFill>
            <a:prstDash val="dash"/>
            <a:tailEnd type="triangle" w="sm" len="sm"/>
          </a:ln>
        </p:spPr>
      </p:cxnSp>
      <p:sp>
        <p:nvSpPr>
          <p:cNvPr id="34" name="inference-mini-input">
            <a:extLst xmlns:a="http://schemas.openxmlformats.org/drawingml/2006/main">
              <a:ext uri="{FF2B5EF4-FFF2-40B4-BE49-F238E27FC236}">
                <a16:creationId xmlns:a16="http://schemas.microsoft.com/office/drawing/2014/main" id="{E6238297-6B60-4E8F-94C1-6EE72B3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428625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35" name="inference-mini-input-label">
            <a:extLst xmlns:a="http://schemas.openxmlformats.org/drawingml/2006/main">
              <a:ext uri="{FF2B5EF4-FFF2-40B4-BE49-F238E27FC236}">
                <a16:creationId xmlns:a16="http://schemas.microsoft.com/office/drawing/2014/main" id="{F47ED662-CB48-465B-9A22-556A3A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05150"/>
            <a:ext cx="371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6" name="inference-mini-encoder">
            <a:extLst xmlns:a="http://schemas.openxmlformats.org/drawingml/2006/main">
              <a:ext uri="{FF2B5EF4-FFF2-40B4-BE49-F238E27FC236}">
                <a16:creationId xmlns:a16="http://schemas.microsoft.com/office/drawing/2014/main" id="{F0BFF01C-7051-41C9-940E-88CCDE7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86100"/>
            <a:ext cx="51435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37" name="inference-mini-encoder-label">
            <a:extLst xmlns:a="http://schemas.openxmlformats.org/drawingml/2006/main">
              <a:ext uri="{FF2B5EF4-FFF2-40B4-BE49-F238E27FC236}">
                <a16:creationId xmlns:a16="http://schemas.microsoft.com/office/drawing/2014/main" id="{600383B4-B89D-409C-9F72-8639A8A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457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8" name="inference-mini-output">
            <a:extLst xmlns:a="http://schemas.openxmlformats.org/drawingml/2006/main">
              <a:ext uri="{FF2B5EF4-FFF2-40B4-BE49-F238E27FC236}">
                <a16:creationId xmlns:a16="http://schemas.microsoft.com/office/drawing/2014/main" id="{E7A72483-5A4B-4D83-9343-4D886348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485775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39" name="inference-mini-output-label">
            <a:extLst xmlns:a="http://schemas.openxmlformats.org/drawingml/2006/main">
              <a:ext uri="{FF2B5EF4-FFF2-40B4-BE49-F238E27FC236}">
                <a16:creationId xmlns:a16="http://schemas.microsoft.com/office/drawing/2014/main" id="{E6F721AB-CB8A-4D0A-BB21-569AEE70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05150"/>
            <a:ext cx="4286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83" name="inference-mini-a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143375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84" name="inference-mini-b"/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5038725" y="31623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55FFA9-15B1-457A-8A6C-944C740C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43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CEBD7CF3-EBF9-4DC2-B88B-1D9E03B5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642617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099DF0-877C-4A9D-99AF-782EB59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Repeated block with magnified detail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CE6B8B-4EB6-495F-8546-DAB04B52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Use a compact chain for context and reserve the right-side detail region for the reusable block.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320C31DF-BFC0-4BBE-8AE9-6437B2F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A427C860-87D6-460B-867B-12318E8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C1 · blue-orange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4953239-3AE3-4E4D-AA37-F653BF0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overview-label">
            <a:extLst xmlns:a="http://schemas.openxmlformats.org/drawingml/2006/main">
              <a:ext uri="{FF2B5EF4-FFF2-40B4-BE49-F238E27FC236}">
                <a16:creationId xmlns:a16="http://schemas.microsoft.com/office/drawing/2014/main" id="{EFE0710C-799B-4476-B55C-A6EE909D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0075"/>
            <a:ext cx="7620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7" name="block-input-tile-0">
            <a:extLst xmlns:a="http://schemas.openxmlformats.org/drawingml/2006/main">
              <a:ext uri="{FF2B5EF4-FFF2-40B4-BE49-F238E27FC236}">
                <a16:creationId xmlns:a16="http://schemas.microsoft.com/office/drawing/2014/main" id="{E92703D3-443C-4292-9682-FF1ABC6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6477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8" name="block-input-tile-0-label">
            <a:extLst xmlns:a="http://schemas.openxmlformats.org/drawingml/2006/main">
              <a:ext uri="{FF2B5EF4-FFF2-40B4-BE49-F238E27FC236}">
                <a16:creationId xmlns:a16="http://schemas.microsoft.com/office/drawing/2014/main" id="{FF486CAB-5707-4D27-976A-0BF4D232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85825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tile 1</a:t>
            </a:r>
          </a:p>
        </p:txBody>
      </p:sp>
      <p:sp>
        <p:nvSpPr>
          <p:cNvPr id="9" name="block-input-tile-1">
            <a:extLst xmlns:a="http://schemas.openxmlformats.org/drawingml/2006/main">
              <a:ext uri="{FF2B5EF4-FFF2-40B4-BE49-F238E27FC236}">
                <a16:creationId xmlns:a16="http://schemas.microsoft.com/office/drawing/2014/main" id="{2723D357-AF18-43E2-BF27-B7933A2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6477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10" name="block-input-tile-1-label">
            <a:extLst xmlns:a="http://schemas.openxmlformats.org/drawingml/2006/main">
              <a:ext uri="{FF2B5EF4-FFF2-40B4-BE49-F238E27FC236}">
                <a16:creationId xmlns:a16="http://schemas.microsoft.com/office/drawing/2014/main" id="{A61D1955-CEFD-43AC-9546-659174E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tile 2</a:t>
            </a:r>
          </a:p>
        </p:txBody>
      </p:sp>
      <p:sp>
        <p:nvSpPr>
          <p:cNvPr id="11" name="block-input-tile-2">
            <a:extLst xmlns:a="http://schemas.openxmlformats.org/drawingml/2006/main">
              <a:ext uri="{FF2B5EF4-FFF2-40B4-BE49-F238E27FC236}">
                <a16:creationId xmlns:a16="http://schemas.microsoft.com/office/drawing/2014/main" id="{A272F221-E1A8-48CB-B060-4B2E12B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477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12" name="block-input-tile-2-label">
            <a:extLst xmlns:a="http://schemas.openxmlformats.org/drawingml/2006/main">
              <a:ext uri="{FF2B5EF4-FFF2-40B4-BE49-F238E27FC236}">
                <a16:creationId xmlns:a16="http://schemas.microsoft.com/office/drawing/2014/main" id="{727644C3-7591-4FBA-BA54-253B5A92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00175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tile 3</a:t>
            </a:r>
          </a:p>
        </p:txBody>
      </p:sp>
      <p:sp>
        <p:nvSpPr>
          <p:cNvPr id="13" name="block-input-tile-3">
            <a:extLst xmlns:a="http://schemas.openxmlformats.org/drawingml/2006/main">
              <a:ext uri="{FF2B5EF4-FFF2-40B4-BE49-F238E27FC236}">
                <a16:creationId xmlns:a16="http://schemas.microsoft.com/office/drawing/2014/main" id="{7F4E57E7-E89C-41B7-B253-746226A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6477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14" name="block-input-tile-3-label">
            <a:extLst xmlns:a="http://schemas.openxmlformats.org/drawingml/2006/main">
              <a:ext uri="{FF2B5EF4-FFF2-40B4-BE49-F238E27FC236}">
                <a16:creationId xmlns:a16="http://schemas.microsoft.com/office/drawing/2014/main" id="{C568058C-6202-4602-8822-5528BEB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573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tile 4</a:t>
            </a:r>
          </a:p>
        </p:txBody>
      </p:sp>
      <p:sp>
        <p:nvSpPr>
          <p:cNvPr id="15" name="block-input-stack-anchor">
            <a:extLst xmlns:a="http://schemas.openxmlformats.org/drawingml/2006/main">
              <a:ext uri="{FF2B5EF4-FFF2-40B4-BE49-F238E27FC236}">
                <a16:creationId xmlns:a16="http://schemas.microsoft.com/office/drawing/2014/main" id="{80069B10-E457-49BC-8C24-12E4351E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781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block-input-stack-bracket">
            <a:extLst xmlns:a="http://schemas.openxmlformats.org/drawingml/2006/main">
              <a:ext uri="{FF2B5EF4-FFF2-40B4-BE49-F238E27FC236}">
                <a16:creationId xmlns:a16="http://schemas.microsoft.com/office/drawing/2014/main" id="{70480293-AAB9-4D89-B085-D0797DE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7725"/>
            <a:ext cx="85725" cy="1000125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17" name="processing-block-0">
            <a:extLst xmlns:a="http://schemas.openxmlformats.org/drawingml/2006/main">
              <a:ext uri="{FF2B5EF4-FFF2-40B4-BE49-F238E27FC236}">
                <a16:creationId xmlns:a16="http://schemas.microsoft.com/office/drawing/2014/main" id="{212E8F2F-CAF1-49A5-8021-78B780C0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190625"/>
            <a:ext cx="53340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18" name="processing-block-0-label">
            <a:extLst xmlns:a="http://schemas.openxmlformats.org/drawingml/2006/main">
              <a:ext uri="{FF2B5EF4-FFF2-40B4-BE49-F238E27FC236}">
                <a16:creationId xmlns:a16="http://schemas.microsoft.com/office/drawing/2014/main" id="{6B984600-B463-44D9-9BF9-437C6DF8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096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block 1</a:t>
            </a:r>
          </a:p>
        </p:txBody>
      </p:sp>
      <p:sp>
        <p:nvSpPr>
          <p:cNvPr id="19" name="processing-block-1">
            <a:extLst xmlns:a="http://schemas.openxmlformats.org/drawingml/2006/main">
              <a:ext uri="{FF2B5EF4-FFF2-40B4-BE49-F238E27FC236}">
                <a16:creationId xmlns:a16="http://schemas.microsoft.com/office/drawing/2014/main" id="{A61CC054-89E1-4838-AFB0-B7B6F828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190625"/>
            <a:ext cx="53340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20" name="processing-block-1-label">
            <a:extLst xmlns:a="http://schemas.openxmlformats.org/drawingml/2006/main">
              <a:ext uri="{FF2B5EF4-FFF2-40B4-BE49-F238E27FC236}">
                <a16:creationId xmlns:a16="http://schemas.microsoft.com/office/drawing/2014/main" id="{8234AF49-CC88-46D7-9730-848C7118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096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block 2</a:t>
            </a:r>
          </a:p>
        </p:txBody>
      </p:sp>
      <p:sp>
        <p:nvSpPr>
          <p:cNvPr id="21" name="processing-block-2">
            <a:extLst xmlns:a="http://schemas.openxmlformats.org/drawingml/2006/main">
              <a:ext uri="{FF2B5EF4-FFF2-40B4-BE49-F238E27FC236}">
                <a16:creationId xmlns:a16="http://schemas.microsoft.com/office/drawing/2014/main" id="{0EFFD1A8-99B4-4849-A6A9-F3686FC4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190625"/>
            <a:ext cx="53340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22" name="processing-block-2-label">
            <a:extLst xmlns:a="http://schemas.openxmlformats.org/drawingml/2006/main">
              <a:ext uri="{FF2B5EF4-FFF2-40B4-BE49-F238E27FC236}">
                <a16:creationId xmlns:a16="http://schemas.microsoft.com/office/drawing/2014/main" id="{0642C545-24E9-4A55-852A-465A71A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096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block 3</a:t>
            </a:r>
          </a:p>
        </p:txBody>
      </p:sp>
      <p:sp>
        <p:nvSpPr>
          <p:cNvPr id="23" name="block-overview-output">
            <a:extLst xmlns:a="http://schemas.openxmlformats.org/drawingml/2006/main">
              <a:ext uri="{FF2B5EF4-FFF2-40B4-BE49-F238E27FC236}">
                <a16:creationId xmlns:a16="http://schemas.microsoft.com/office/drawing/2014/main" id="{39CEB2A2-AD47-4E4B-B5A9-71D24AA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52525"/>
            <a:ext cx="52387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24" name="block-overview-output-label">
            <a:extLst xmlns:a="http://schemas.openxmlformats.org/drawingml/2006/main">
              <a:ext uri="{FF2B5EF4-FFF2-40B4-BE49-F238E27FC236}">
                <a16:creationId xmlns:a16="http://schemas.microsoft.com/office/drawing/2014/main" id="{03BBE65E-527B-4CE1-89D0-4397FA2F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71575"/>
            <a:ext cx="466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cxnSp>
        <p:nvCxnSpPr>
          <p:cNvPr id="68" name="input-stack-to-first-block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23950" y="1347788"/>
            <a:ext cx="4667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69" name="block-chain-a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124075" y="1357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70" name="block-chain-b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47975" y="1357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71" name="block-to-readout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571875" y="135731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29" name="repeat-cue">
            <a:extLst xmlns:a="http://schemas.openxmlformats.org/drawingml/2006/main">
              <a:ext uri="{FF2B5EF4-FFF2-40B4-BE49-F238E27FC236}">
                <a16:creationId xmlns:a16="http://schemas.microsoft.com/office/drawing/2014/main" id="{338FC0D1-BF12-4715-B6A2-26D5680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09725"/>
            <a:ext cx="5619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repeat × N</a:t>
            </a:r>
          </a:p>
        </p:txBody>
      </p:sp>
      <p:sp>
        <p:nvSpPr>
          <p:cNvPr id="30" name="block-detail-divider">
            <a:extLst xmlns:a="http://schemas.openxmlformats.org/drawingml/2006/main">
              <a:ext uri="{FF2B5EF4-FFF2-40B4-BE49-F238E27FC236}">
                <a16:creationId xmlns:a16="http://schemas.microsoft.com/office/drawing/2014/main" id="{5C34831E-5C2D-4D97-9886-26DBDBF8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86275" y="600075"/>
            <a:ext cx="0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31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F4F045FA-9CA0-4B6D-879E-C020641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00075"/>
            <a:ext cx="13620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Detail of block 2</a:t>
            </a:r>
          </a:p>
        </p:txBody>
      </p:sp>
      <p:sp>
        <p:nvSpPr>
          <p:cNvPr id="32" name="selected-block-2-marker">
            <a:extLst xmlns:a="http://schemas.openxmlformats.org/drawingml/2006/main">
              <a:ext uri="{FF2B5EF4-FFF2-40B4-BE49-F238E27FC236}">
                <a16:creationId xmlns:a16="http://schemas.microsoft.com/office/drawing/2014/main" id="{F32F881D-E412-4171-92AE-D4E92B18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14300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B86A18"/>
            </a:solidFill>
            <a:prstDash val="solid"/>
          </a:ln>
        </p:spPr>
      </p:sp>
      <p:sp>
        <p:nvSpPr>
          <p:cNvPr id="33" name="magnified-block-frame">
            <a:extLst xmlns:a="http://schemas.openxmlformats.org/drawingml/2006/main">
              <a:ext uri="{FF2B5EF4-FFF2-40B4-BE49-F238E27FC236}">
                <a16:creationId xmlns:a16="http://schemas.microsoft.com/office/drawing/2014/main" id="{9FC58C37-1169-4A73-A232-53C62DE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847725"/>
            <a:ext cx="1362075" cy="210502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8096">
            <a:solidFill>
              <a:srgbClr val="2563A6"/>
            </a:solidFill>
            <a:prstDash val="solid"/>
          </a:ln>
        </p:spPr>
      </p:sp>
      <p:sp>
        <p:nvSpPr>
          <p:cNvPr id="34" name="detail-normalize">
            <a:extLst xmlns:a="http://schemas.openxmlformats.org/drawingml/2006/main">
              <a:ext uri="{FF2B5EF4-FFF2-40B4-BE49-F238E27FC236}">
                <a16:creationId xmlns:a16="http://schemas.microsoft.com/office/drawing/2014/main" id="{24A8455A-B35E-40CB-9653-D745D8D2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04900"/>
            <a:ext cx="94297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35" name="detail-normalize-label">
            <a:extLst xmlns:a="http://schemas.openxmlformats.org/drawingml/2006/main">
              <a:ext uri="{FF2B5EF4-FFF2-40B4-BE49-F238E27FC236}">
                <a16:creationId xmlns:a16="http://schemas.microsoft.com/office/drawing/2014/main" id="{61A6F9A4-BF70-4AE4-96A8-4389E48E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12395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36" name="detail-mix">
            <a:extLst xmlns:a="http://schemas.openxmlformats.org/drawingml/2006/main">
              <a:ext uri="{FF2B5EF4-FFF2-40B4-BE49-F238E27FC236}">
                <a16:creationId xmlns:a16="http://schemas.microsoft.com/office/drawing/2014/main" id="{A8F6EBCD-3348-4FD8-8BB8-B363915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24025"/>
            <a:ext cx="94297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37" name="detail-mix-label">
            <a:extLst xmlns:a="http://schemas.openxmlformats.org/drawingml/2006/main">
              <a:ext uri="{FF2B5EF4-FFF2-40B4-BE49-F238E27FC236}">
                <a16:creationId xmlns:a16="http://schemas.microsoft.com/office/drawing/2014/main" id="{2D1E56CE-6CD4-4B63-95C9-2F0719E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38" name="detail-feed-forward">
            <a:extLst xmlns:a="http://schemas.openxmlformats.org/drawingml/2006/main">
              <a:ext uri="{FF2B5EF4-FFF2-40B4-BE49-F238E27FC236}">
                <a16:creationId xmlns:a16="http://schemas.microsoft.com/office/drawing/2014/main" id="{2EA532EF-E16F-4C2A-A265-2606C94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94297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39" name="detail-feed-forward-label">
            <a:extLst xmlns:a="http://schemas.openxmlformats.org/drawingml/2006/main">
              <a:ext uri="{FF2B5EF4-FFF2-40B4-BE49-F238E27FC236}">
                <a16:creationId xmlns:a16="http://schemas.microsoft.com/office/drawing/2014/main" id="{420B780C-386C-4B47-98A3-BF04E993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885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Feed-forward</a:t>
            </a:r>
          </a:p>
        </p:txBody>
      </p:sp>
      <p:cxnSp>
        <p:nvCxnSpPr>
          <p:cNvPr id="83" name="detail-norm-mix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5376863" y="14382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6A18"/>
            </a:solidFill>
            <a:prstDash val="solid"/>
            <a:tailEnd type="triangle" w="sm" len="sm"/>
          </a:ln>
        </p:spPr>
      </p:cxnSp>
      <p:cxnSp>
        <p:nvCxnSpPr>
          <p:cNvPr id="84" name="detail-mix-ff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5376863" y="20574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2EE1B0-AF41-4962-8F25-FDD9914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43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9F963F7F-4035-4C77-B8C3-5BFC3E0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1934796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053426-306D-45B1-983D-CF74C95F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 palette board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154675-029B-4682-9269-7BEFACC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Three original open-style palettes on the same input → operator → output grammar.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1628445C-5E68-43C8-8343-DC841129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3C931BFF-2DA3-4FB0-954F-856BBD32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 · swap test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6327AD-C149-4D42-B636-929ED08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n-board-note">
            <a:extLst xmlns:a="http://schemas.openxmlformats.org/drawingml/2006/main">
              <a:ext uri="{FF2B5EF4-FFF2-40B4-BE49-F238E27FC236}">
                <a16:creationId xmlns:a16="http://schemas.microsoft.com/office/drawing/2014/main" id="{7A61AD3A-AC4B-437B-BEB4-C5D4BC37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"/>
            <a:ext cx="44767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Only palette assignment changes below. Graph structure and geometry remain matched.</a:t>
            </a:r>
          </a:p>
        </p:txBody>
      </p:sp>
      <p:sp>
        <p:nvSpPr>
          <p:cNvPr id="7" name="n1-scene-frame">
            <a:extLst xmlns:a="http://schemas.openxmlformats.org/drawingml/2006/main">
              <a:ext uri="{FF2B5EF4-FFF2-40B4-BE49-F238E27FC236}">
                <a16:creationId xmlns:a16="http://schemas.microsoft.com/office/drawing/2014/main" id="{6393F14E-B232-4736-A92E-1A7342A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00100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8" name="n1-scene-id">
            <a:extLst xmlns:a="http://schemas.openxmlformats.org/drawingml/2006/main">
              <a:ext uri="{FF2B5EF4-FFF2-40B4-BE49-F238E27FC236}">
                <a16:creationId xmlns:a16="http://schemas.microsoft.com/office/drawing/2014/main" id="{70DEA9FE-E9BE-4CEB-A203-9A93823E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N1</a:t>
            </a:r>
          </a:p>
        </p:txBody>
      </p:sp>
      <p:sp>
        <p:nvSpPr>
          <p:cNvPr id="9" name="n1-scene-caption">
            <a:extLst xmlns:a="http://schemas.openxmlformats.org/drawingml/2006/main">
              <a:ext uri="{FF2B5EF4-FFF2-40B4-BE49-F238E27FC236}">
                <a16:creationId xmlns:a16="http://schemas.microsoft.com/office/drawing/2014/main" id="{633512FD-7B73-40C3-8BB7-5442FBF3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Mist blue / sea glass / oat</a:t>
            </a:r>
          </a:p>
        </p:txBody>
      </p:sp>
      <p:sp>
        <p:nvSpPr>
          <p:cNvPr id="10" name="n1-scene-input">
            <a:extLst xmlns:a="http://schemas.openxmlformats.org/drawingml/2006/main">
              <a:ext uri="{FF2B5EF4-FFF2-40B4-BE49-F238E27FC236}">
                <a16:creationId xmlns:a16="http://schemas.microsoft.com/office/drawing/2014/main" id="{94E1EB34-6582-4975-996D-0C482447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7620">
            <a:solidFill>
              <a:srgbClr val="5B7F9E"/>
            </a:solidFill>
            <a:prstDash val="solid"/>
          </a:ln>
        </p:spPr>
      </p:sp>
      <p:sp>
        <p:nvSpPr>
          <p:cNvPr id="11" name="n1-scene-input-label">
            <a:extLst xmlns:a="http://schemas.openxmlformats.org/drawingml/2006/main">
              <a:ext uri="{FF2B5EF4-FFF2-40B4-BE49-F238E27FC236}">
                <a16:creationId xmlns:a16="http://schemas.microsoft.com/office/drawing/2014/main" id="{CCC12E6E-1EB6-4B90-86D3-2A628A0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n1-scene-operator">
            <a:extLst xmlns:a="http://schemas.openxmlformats.org/drawingml/2006/main">
              <a:ext uri="{FF2B5EF4-FFF2-40B4-BE49-F238E27FC236}">
                <a16:creationId xmlns:a16="http://schemas.microsoft.com/office/drawing/2014/main" id="{CF814A7C-2750-4619-9685-EC19A38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1EC"/>
          </a:solidFill>
          <a:ln xmlns:a="http://schemas.openxmlformats.org/drawingml/2006/main" w="7620">
            <a:solidFill>
              <a:srgbClr val="4F8A7B"/>
            </a:solidFill>
            <a:prstDash val="solid"/>
          </a:ln>
        </p:spPr>
      </p:sp>
      <p:sp>
        <p:nvSpPr>
          <p:cNvPr id="13" name="n1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0A3A4235-96F9-4A61-9496-5352F0C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4" name="n1-scene-output">
            <a:extLst xmlns:a="http://schemas.openxmlformats.org/drawingml/2006/main">
              <a:ext uri="{FF2B5EF4-FFF2-40B4-BE49-F238E27FC236}">
                <a16:creationId xmlns:a16="http://schemas.microsoft.com/office/drawing/2014/main" id="{E736BEA9-9011-4E0E-BBC8-25D4CCE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5EDDA"/>
          </a:solidFill>
          <a:ln xmlns:a="http://schemas.openxmlformats.org/drawingml/2006/main" w="7620">
            <a:solidFill>
              <a:srgbClr val="A17B36"/>
            </a:solidFill>
            <a:prstDash val="solid"/>
          </a:ln>
        </p:spPr>
      </p:sp>
      <p:sp>
        <p:nvSpPr>
          <p:cNvPr id="15" name="n1-scene-output-label">
            <a:extLst xmlns:a="http://schemas.openxmlformats.org/drawingml/2006/main">
              <a:ext uri="{FF2B5EF4-FFF2-40B4-BE49-F238E27FC236}">
                <a16:creationId xmlns:a16="http://schemas.microsoft.com/office/drawing/2014/main" id="{5C12E9C2-7B7B-47EF-8229-2B56075A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58" name="n1-scene-arrow-a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71775" y="11096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5B7F9E"/>
            </a:solidFill>
            <a:prstDash val="solid"/>
            <a:tailEnd type="triangle" w="sm" len="sm"/>
          </a:ln>
        </p:spPr>
      </p:cxnSp>
      <p:cxnSp>
        <p:nvCxnSpPr>
          <p:cNvPr id="59" name="n1-scene-arrow-b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48150" y="11096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A17B36"/>
            </a:solidFill>
            <a:prstDash val="solid"/>
            <a:tailEnd type="triangle" w="sm" len="sm"/>
          </a:ln>
        </p:spPr>
      </p:cxnSp>
      <p:sp>
        <p:nvSpPr>
          <p:cNvPr id="18" name="n2-scene-frame">
            <a:extLst xmlns:a="http://schemas.openxmlformats.org/drawingml/2006/main">
              <a:ext uri="{FF2B5EF4-FFF2-40B4-BE49-F238E27FC236}">
                <a16:creationId xmlns:a16="http://schemas.microsoft.com/office/drawing/2014/main" id="{ED09C572-6AF0-47CE-9F39-C4622E4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71625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9" name="n2-scene-id">
            <a:extLst xmlns:a="http://schemas.openxmlformats.org/drawingml/2006/main">
              <a:ext uri="{FF2B5EF4-FFF2-40B4-BE49-F238E27FC236}">
                <a16:creationId xmlns:a16="http://schemas.microsoft.com/office/drawing/2014/main" id="{D09CCB9E-7D5E-4DEB-9690-95C8F8D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N2</a:t>
            </a:r>
          </a:p>
        </p:txBody>
      </p:sp>
      <p:sp>
        <p:nvSpPr>
          <p:cNvPr id="20" name="n2-scene-caption">
            <a:extLst xmlns:a="http://schemas.openxmlformats.org/drawingml/2006/main">
              <a:ext uri="{FF2B5EF4-FFF2-40B4-BE49-F238E27FC236}">
                <a16:creationId xmlns:a16="http://schemas.microsoft.com/office/drawing/2014/main" id="{D25A4F9C-BE29-43CF-936A-78BB2CFA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Sage / lilac / cream</a:t>
            </a:r>
          </a:p>
        </p:txBody>
      </p:sp>
      <p:sp>
        <p:nvSpPr>
          <p:cNvPr id="21" name="n2-scene-input">
            <a:extLst xmlns:a="http://schemas.openxmlformats.org/drawingml/2006/main">
              <a:ext uri="{FF2B5EF4-FFF2-40B4-BE49-F238E27FC236}">
                <a16:creationId xmlns:a16="http://schemas.microsoft.com/office/drawing/2014/main" id="{97F12052-DD7F-404D-9EB1-C6896F3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7620">
            <a:solidFill>
              <a:srgbClr val="6C8660"/>
            </a:solidFill>
            <a:prstDash val="solid"/>
          </a:ln>
        </p:spPr>
      </p:sp>
      <p:sp>
        <p:nvSpPr>
          <p:cNvPr id="22" name="n2-scene-input-label">
            <a:extLst xmlns:a="http://schemas.openxmlformats.org/drawingml/2006/main">
              <a:ext uri="{FF2B5EF4-FFF2-40B4-BE49-F238E27FC236}">
                <a16:creationId xmlns:a16="http://schemas.microsoft.com/office/drawing/2014/main" id="{25C4DFA2-D486-4854-A0C4-79F2ED0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3" name="n2-scene-operator">
            <a:extLst xmlns:a="http://schemas.openxmlformats.org/drawingml/2006/main">
              <a:ext uri="{FF2B5EF4-FFF2-40B4-BE49-F238E27FC236}">
                <a16:creationId xmlns:a16="http://schemas.microsoft.com/office/drawing/2014/main" id="{ACEC5F95-88FC-4692-A38A-99CC1350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7620">
            <a:solidFill>
              <a:srgbClr val="84729F"/>
            </a:solidFill>
            <a:prstDash val="solid"/>
          </a:ln>
        </p:spPr>
      </p:sp>
      <p:sp>
        <p:nvSpPr>
          <p:cNvPr id="24" name="n2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E4DFD95C-0463-45F4-B277-AF552FD2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25" name="n2-scene-output">
            <a:extLst xmlns:a="http://schemas.openxmlformats.org/drawingml/2006/main">
              <a:ext uri="{FF2B5EF4-FFF2-40B4-BE49-F238E27FC236}">
                <a16:creationId xmlns:a16="http://schemas.microsoft.com/office/drawing/2014/main" id="{8E1A5D53-822B-46E6-A25E-5B7A233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7EDDD"/>
          </a:solidFill>
          <a:ln xmlns:a="http://schemas.openxmlformats.org/drawingml/2006/main" w="7620">
            <a:solidFill>
              <a:srgbClr val="A08250"/>
            </a:solidFill>
            <a:prstDash val="solid"/>
          </a:ln>
        </p:spPr>
      </p:sp>
      <p:sp>
        <p:nvSpPr>
          <p:cNvPr id="26" name="n2-scene-output-label">
            <a:extLst xmlns:a="http://schemas.openxmlformats.org/drawingml/2006/main">
              <a:ext uri="{FF2B5EF4-FFF2-40B4-BE49-F238E27FC236}">
                <a16:creationId xmlns:a16="http://schemas.microsoft.com/office/drawing/2014/main" id="{71307966-4204-4CFC-8078-2ADAD39A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69" name="n2-scene-arrow-a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71775" y="1881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6C8660"/>
            </a:solidFill>
            <a:prstDash val="solid"/>
            <a:tailEnd type="triangle" w="sm" len="sm"/>
          </a:ln>
        </p:spPr>
      </p:cxnSp>
      <p:cxnSp>
        <p:nvCxnSpPr>
          <p:cNvPr id="70" name="n2-scene-arrow-b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248150" y="1881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A08250"/>
            </a:solidFill>
            <a:prstDash val="solid"/>
            <a:tailEnd type="triangle" w="sm" len="sm"/>
          </a:ln>
        </p:spPr>
      </p:cxnSp>
      <p:sp>
        <p:nvSpPr>
          <p:cNvPr id="29" name="n3-scene-frame">
            <a:extLst xmlns:a="http://schemas.openxmlformats.org/drawingml/2006/main">
              <a:ext uri="{FF2B5EF4-FFF2-40B4-BE49-F238E27FC236}">
                <a16:creationId xmlns:a16="http://schemas.microsoft.com/office/drawing/2014/main" id="{7ABCB021-A10C-41E2-97AF-7E884D0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43150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30" name="n3-scene-id">
            <a:extLst xmlns:a="http://schemas.openxmlformats.org/drawingml/2006/main">
              <a:ext uri="{FF2B5EF4-FFF2-40B4-BE49-F238E27FC236}">
                <a16:creationId xmlns:a16="http://schemas.microsoft.com/office/drawing/2014/main" id="{1299F233-05A7-4231-8CA3-F57DCA26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N3</a:t>
            </a:r>
          </a:p>
        </p:txBody>
      </p:sp>
      <p:sp>
        <p:nvSpPr>
          <p:cNvPr id="31" name="n3-scene-caption">
            <a:extLst xmlns:a="http://schemas.openxmlformats.org/drawingml/2006/main">
              <a:ext uri="{FF2B5EF4-FFF2-40B4-BE49-F238E27FC236}">
                <a16:creationId xmlns:a16="http://schemas.microsoft.com/office/drawing/2014/main" id="{FA6DE112-B1B2-4BCF-85F5-9C91846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Lilac / ice blue / sand</a:t>
            </a:r>
          </a:p>
        </p:txBody>
      </p:sp>
      <p:sp>
        <p:nvSpPr>
          <p:cNvPr id="32" name="n3-scene-input">
            <a:extLst xmlns:a="http://schemas.openxmlformats.org/drawingml/2006/main">
              <a:ext uri="{FF2B5EF4-FFF2-40B4-BE49-F238E27FC236}">
                <a16:creationId xmlns:a16="http://schemas.microsoft.com/office/drawing/2014/main" id="{BB25302F-955A-41FE-8BFF-517DDA87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CE8F4"/>
          </a:solidFill>
          <a:ln xmlns:a="http://schemas.openxmlformats.org/drawingml/2006/main" w="7620">
            <a:solidFill>
              <a:srgbClr val="806F9A"/>
            </a:solidFill>
            <a:prstDash val="solid"/>
          </a:ln>
        </p:spPr>
      </p:sp>
      <p:sp>
        <p:nvSpPr>
          <p:cNvPr id="33" name="n3-scene-input-label">
            <a:extLst xmlns:a="http://schemas.openxmlformats.org/drawingml/2006/main">
              <a:ext uri="{FF2B5EF4-FFF2-40B4-BE49-F238E27FC236}">
                <a16:creationId xmlns:a16="http://schemas.microsoft.com/office/drawing/2014/main" id="{207ED5A1-C11A-469B-9156-5255115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4" name="n3-scene-operator">
            <a:extLst xmlns:a="http://schemas.openxmlformats.org/drawingml/2006/main">
              <a:ext uri="{FF2B5EF4-FFF2-40B4-BE49-F238E27FC236}">
                <a16:creationId xmlns:a16="http://schemas.microsoft.com/office/drawing/2014/main" id="{C0D501FC-9D28-4709-BD6B-96A5D1C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7620">
            <a:solidFill>
              <a:srgbClr val="658AA5"/>
            </a:solidFill>
            <a:prstDash val="solid"/>
          </a:ln>
        </p:spPr>
      </p:sp>
      <p:sp>
        <p:nvSpPr>
          <p:cNvPr id="35" name="n3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3D59591F-ECDC-4202-899C-2071BDF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36" name="n3-scene-output">
            <a:extLst xmlns:a="http://schemas.openxmlformats.org/drawingml/2006/main">
              <a:ext uri="{FF2B5EF4-FFF2-40B4-BE49-F238E27FC236}">
                <a16:creationId xmlns:a16="http://schemas.microsoft.com/office/drawing/2014/main" id="{59FEE81E-7BE6-430F-B29A-425C586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3EADC"/>
          </a:solidFill>
          <a:ln xmlns:a="http://schemas.openxmlformats.org/drawingml/2006/main" w="7620">
            <a:solidFill>
              <a:srgbClr val="9C7E51"/>
            </a:solidFill>
            <a:prstDash val="solid"/>
          </a:ln>
        </p:spPr>
      </p:sp>
      <p:sp>
        <p:nvSpPr>
          <p:cNvPr id="37" name="n3-scene-output-label">
            <a:extLst xmlns:a="http://schemas.openxmlformats.org/drawingml/2006/main">
              <a:ext uri="{FF2B5EF4-FFF2-40B4-BE49-F238E27FC236}">
                <a16:creationId xmlns:a16="http://schemas.microsoft.com/office/drawing/2014/main" id="{13DC211D-2E7E-46CF-B882-7DD1C9D0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80" name="n3-scene-arrow-a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771775" y="265271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806F9A"/>
            </a:solidFill>
            <a:prstDash val="solid"/>
            <a:tailEnd type="triangle" w="sm" len="sm"/>
          </a:ln>
        </p:spPr>
      </p:cxnSp>
      <p:cxnSp>
        <p:nvCxnSpPr>
          <p:cNvPr id="81" name="n3-scene-arrow-b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248150" y="265271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9C7E51"/>
            </a:solidFill>
            <a:prstDash val="solid"/>
            <a:tailEnd type="triangle" w="sm" len="sm"/>
          </a:ln>
        </p:spPr>
      </p:cxnSp>
      <p:sp>
        <p:nvSpPr>
          <p:cNvPr id="40" name="n-board-footer">
            <a:extLst xmlns:a="http://schemas.openxmlformats.org/drawingml/2006/main">
              <a:ext uri="{FF2B5EF4-FFF2-40B4-BE49-F238E27FC236}">
                <a16:creationId xmlns:a16="http://schemas.microsoft.com/office/drawing/2014/main" id="{04C0F81B-F3F6-453D-A53F-A9E62EF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90875"/>
            <a:ext cx="5600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Use this board to select a palette after the method graph is fixed; palette selection alone does not change meaning.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074EA15-D71C-4F6D-A92F-031DA49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42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D2DC16E9-085E-41C7-B721-28528CD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1101269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3883EC-2A22-46BE-8921-59AA86D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95250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 palette board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521D17-284C-47C9-B436-549F25C5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57175"/>
            <a:ext cx="4324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Three original compact-module palettes on the same input → operator → output grammar.</a:t>
            </a:r>
          </a:p>
        </p:txBody>
      </p:sp>
      <p:sp>
        <p:nvSpPr>
          <p:cNvPr id="3" name="palette-id">
            <a:extLst xmlns:a="http://schemas.openxmlformats.org/drawingml/2006/main">
              <a:ext uri="{FF2B5EF4-FFF2-40B4-BE49-F238E27FC236}">
                <a16:creationId xmlns:a16="http://schemas.microsoft.com/office/drawing/2014/main" id="{7B7B98BA-C8C0-4324-9435-542812E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4775"/>
            <a:ext cx="10572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4" name="palette-id-label">
            <a:extLst xmlns:a="http://schemas.openxmlformats.org/drawingml/2006/main">
              <a:ext uri="{FF2B5EF4-FFF2-40B4-BE49-F238E27FC236}">
                <a16:creationId xmlns:a16="http://schemas.microsoft.com/office/drawing/2014/main" id="{60C5D1EA-63D1-4B0B-9D21-3E94BDC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23825"/>
            <a:ext cx="1000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 · swap test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2FDE3A9-C7D0-4713-8D04-4AC8B96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4095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6" name="c-board-note">
            <a:extLst xmlns:a="http://schemas.openxmlformats.org/drawingml/2006/main">
              <a:ext uri="{FF2B5EF4-FFF2-40B4-BE49-F238E27FC236}">
                <a16:creationId xmlns:a16="http://schemas.microsoft.com/office/drawing/2014/main" id="{E1BF6131-C0C2-424A-BF6E-3DBF737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"/>
            <a:ext cx="44767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Use the same layout to test a structured, module-led visual language without changing the graph.</a:t>
            </a:r>
          </a:p>
        </p:txBody>
      </p:sp>
      <p:sp>
        <p:nvSpPr>
          <p:cNvPr id="7" name="c1-scene-frame">
            <a:extLst xmlns:a="http://schemas.openxmlformats.org/drawingml/2006/main">
              <a:ext uri="{FF2B5EF4-FFF2-40B4-BE49-F238E27FC236}">
                <a16:creationId xmlns:a16="http://schemas.microsoft.com/office/drawing/2014/main" id="{5326AC8C-8F01-4A80-9EE5-C2D46B1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00100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8" name="c1-scene-id">
            <a:extLst xmlns:a="http://schemas.openxmlformats.org/drawingml/2006/main">
              <a:ext uri="{FF2B5EF4-FFF2-40B4-BE49-F238E27FC236}">
                <a16:creationId xmlns:a16="http://schemas.microsoft.com/office/drawing/2014/main" id="{B125327A-9149-40D8-B438-4B5FC4B3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9" name="c1-scene-caption">
            <a:extLst xmlns:a="http://schemas.openxmlformats.org/drawingml/2006/main">
              <a:ext uri="{FF2B5EF4-FFF2-40B4-BE49-F238E27FC236}">
                <a16:creationId xmlns:a16="http://schemas.microsoft.com/office/drawing/2014/main" id="{129302BC-7AF5-40E8-82DC-550D8F24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Blue / apricot / slate</a:t>
            </a:r>
          </a:p>
        </p:txBody>
      </p:sp>
      <p:sp>
        <p:nvSpPr>
          <p:cNvPr id="10" name="c1-scene-input">
            <a:extLst xmlns:a="http://schemas.openxmlformats.org/drawingml/2006/main">
              <a:ext uri="{FF2B5EF4-FFF2-40B4-BE49-F238E27FC236}">
                <a16:creationId xmlns:a16="http://schemas.microsoft.com/office/drawing/2014/main" id="{E374CD53-4B63-440F-859B-5B7488E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2563A6"/>
            </a:solidFill>
            <a:prstDash val="solid"/>
          </a:ln>
        </p:spPr>
      </p:sp>
      <p:sp>
        <p:nvSpPr>
          <p:cNvPr id="11" name="c1-scene-input-label">
            <a:extLst xmlns:a="http://schemas.openxmlformats.org/drawingml/2006/main">
              <a:ext uri="{FF2B5EF4-FFF2-40B4-BE49-F238E27FC236}">
                <a16:creationId xmlns:a16="http://schemas.microsoft.com/office/drawing/2014/main" id="{690D3F58-48D4-48C7-BEE1-9FE2D61A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c1-scene-operator">
            <a:extLst xmlns:a="http://schemas.openxmlformats.org/drawingml/2006/main">
              <a:ext uri="{FF2B5EF4-FFF2-40B4-BE49-F238E27FC236}">
                <a16:creationId xmlns:a16="http://schemas.microsoft.com/office/drawing/2014/main" id="{104658B1-E6D5-439D-A4A5-E9060CD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EEAD4"/>
          </a:solidFill>
          <a:ln xmlns:a="http://schemas.openxmlformats.org/drawingml/2006/main" w="7620">
            <a:solidFill>
              <a:srgbClr val="B86A18"/>
            </a:solidFill>
            <a:prstDash val="solid"/>
          </a:ln>
        </p:spPr>
      </p:sp>
      <p:sp>
        <p:nvSpPr>
          <p:cNvPr id="13" name="c1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AAD0F036-E185-4F64-B530-A8FD5CE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4" name="c1-scene-output">
            <a:extLst xmlns:a="http://schemas.openxmlformats.org/drawingml/2006/main">
              <a:ext uri="{FF2B5EF4-FFF2-40B4-BE49-F238E27FC236}">
                <a16:creationId xmlns:a16="http://schemas.microsoft.com/office/drawing/2014/main" id="{ECBE4BF3-37FE-4BA1-9DF4-0EE60694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96202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7620">
            <a:solidFill>
              <a:srgbClr val="64748B"/>
            </a:solidFill>
            <a:prstDash val="solid"/>
          </a:ln>
        </p:spPr>
      </p:sp>
      <p:sp>
        <p:nvSpPr>
          <p:cNvPr id="15" name="c1-scene-output-label">
            <a:extLst xmlns:a="http://schemas.openxmlformats.org/drawingml/2006/main">
              <a:ext uri="{FF2B5EF4-FFF2-40B4-BE49-F238E27FC236}">
                <a16:creationId xmlns:a16="http://schemas.microsoft.com/office/drawing/2014/main" id="{8BCB41CB-40A4-43B6-8199-B77F2F4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107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58" name="c1-scene-arrow-a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71775" y="11096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2563A6"/>
            </a:solidFill>
            <a:prstDash val="solid"/>
            <a:tailEnd type="triangle" w="sm" len="sm"/>
          </a:ln>
        </p:spPr>
      </p:cxnSp>
      <p:cxnSp>
        <p:nvCxnSpPr>
          <p:cNvPr id="59" name="c1-scene-arrow-b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48150" y="11096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18" name="c2-scene-frame">
            <a:extLst xmlns:a="http://schemas.openxmlformats.org/drawingml/2006/main">
              <a:ext uri="{FF2B5EF4-FFF2-40B4-BE49-F238E27FC236}">
                <a16:creationId xmlns:a16="http://schemas.microsoft.com/office/drawing/2014/main" id="{AE8968D8-D3F9-41AC-B67C-2B44603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71625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9" name="c2-scene-id">
            <a:extLst xmlns:a="http://schemas.openxmlformats.org/drawingml/2006/main">
              <a:ext uri="{FF2B5EF4-FFF2-40B4-BE49-F238E27FC236}">
                <a16:creationId xmlns:a16="http://schemas.microsoft.com/office/drawing/2014/main" id="{3AAE3D51-4D3B-440C-8EAF-CDC52EF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0" name="c2-scene-caption">
            <a:extLst xmlns:a="http://schemas.openxmlformats.org/drawingml/2006/main">
              <a:ext uri="{FF2B5EF4-FFF2-40B4-BE49-F238E27FC236}">
                <a16:creationId xmlns:a16="http://schemas.microsoft.com/office/drawing/2014/main" id="{34FA1BA4-959D-4A14-A757-64327E12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Indigo / teal / wheat</a:t>
            </a:r>
          </a:p>
        </p:txBody>
      </p:sp>
      <p:sp>
        <p:nvSpPr>
          <p:cNvPr id="21" name="c2-scene-input">
            <a:extLst xmlns:a="http://schemas.openxmlformats.org/drawingml/2006/main">
              <a:ext uri="{FF2B5EF4-FFF2-40B4-BE49-F238E27FC236}">
                <a16:creationId xmlns:a16="http://schemas.microsoft.com/office/drawing/2014/main" id="{B23461FF-C005-4762-929D-C97FC8B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E8FC"/>
          </a:solidFill>
          <a:ln xmlns:a="http://schemas.openxmlformats.org/drawingml/2006/main" w="7620">
            <a:solidFill>
              <a:srgbClr val="5E61A8"/>
            </a:solidFill>
            <a:prstDash val="solid"/>
          </a:ln>
        </p:spPr>
      </p:sp>
      <p:sp>
        <p:nvSpPr>
          <p:cNvPr id="22" name="c2-scene-input-label">
            <a:extLst xmlns:a="http://schemas.openxmlformats.org/drawingml/2006/main">
              <a:ext uri="{FF2B5EF4-FFF2-40B4-BE49-F238E27FC236}">
                <a16:creationId xmlns:a16="http://schemas.microsoft.com/office/drawing/2014/main" id="{FF53FB5D-F449-44FB-B22B-1137988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3" name="c2-scene-operator">
            <a:extLst xmlns:a="http://schemas.openxmlformats.org/drawingml/2006/main">
              <a:ext uri="{FF2B5EF4-FFF2-40B4-BE49-F238E27FC236}">
                <a16:creationId xmlns:a16="http://schemas.microsoft.com/office/drawing/2014/main" id="{670F2F9F-2BCF-4CDD-A30E-E82C9B1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7620">
            <a:solidFill>
              <a:srgbClr val="087F8C"/>
            </a:solidFill>
            <a:prstDash val="solid"/>
          </a:ln>
        </p:spPr>
      </p:sp>
      <p:sp>
        <p:nvSpPr>
          <p:cNvPr id="24" name="c2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D2B4EE1C-04CD-474A-869C-D26FD89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25" name="c2-scene-output">
            <a:extLst xmlns:a="http://schemas.openxmlformats.org/drawingml/2006/main">
              <a:ext uri="{FF2B5EF4-FFF2-40B4-BE49-F238E27FC236}">
                <a16:creationId xmlns:a16="http://schemas.microsoft.com/office/drawing/2014/main" id="{6415F9D1-4B3C-4BBB-A4F2-146DE7C6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6ECCD"/>
          </a:solidFill>
          <a:ln xmlns:a="http://schemas.openxmlformats.org/drawingml/2006/main" w="7620">
            <a:solidFill>
              <a:srgbClr val="A67C1A"/>
            </a:solidFill>
            <a:prstDash val="solid"/>
          </a:ln>
        </p:spPr>
      </p:sp>
      <p:sp>
        <p:nvSpPr>
          <p:cNvPr id="26" name="c2-scene-output-label">
            <a:extLst xmlns:a="http://schemas.openxmlformats.org/drawingml/2006/main">
              <a:ext uri="{FF2B5EF4-FFF2-40B4-BE49-F238E27FC236}">
                <a16:creationId xmlns:a16="http://schemas.microsoft.com/office/drawing/2014/main" id="{78F62BE0-D79D-45E7-9A41-A8E3E1A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526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69" name="c2-scene-arrow-a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71775" y="1881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5E61A8"/>
            </a:solidFill>
            <a:prstDash val="solid"/>
            <a:tailEnd type="triangle" w="sm" len="sm"/>
          </a:ln>
        </p:spPr>
      </p:cxnSp>
      <p:cxnSp>
        <p:nvCxnSpPr>
          <p:cNvPr id="70" name="c2-scene-arrow-b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248150" y="18811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A67C1A"/>
            </a:solidFill>
            <a:prstDash val="solid"/>
            <a:tailEnd type="triangle" w="sm" len="sm"/>
          </a:ln>
        </p:spPr>
      </p:cxnSp>
      <p:sp>
        <p:nvSpPr>
          <p:cNvPr id="29" name="c3-scene-frame">
            <a:extLst xmlns:a="http://schemas.openxmlformats.org/drawingml/2006/main">
              <a:ext uri="{FF2B5EF4-FFF2-40B4-BE49-F238E27FC236}">
                <a16:creationId xmlns:a16="http://schemas.microsoft.com/office/drawing/2014/main" id="{75C6E3A6-8945-49EB-B34B-31050EF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43150"/>
            <a:ext cx="56007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30" name="c3-scene-id">
            <a:extLst xmlns:a="http://schemas.openxmlformats.org/drawingml/2006/main">
              <a:ext uri="{FF2B5EF4-FFF2-40B4-BE49-F238E27FC236}">
                <a16:creationId xmlns:a16="http://schemas.microsoft.com/office/drawing/2014/main" id="{307CF44B-6652-480C-9AD8-8B973979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600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31" name="c3-scene-caption">
            <a:extLst xmlns:a="http://schemas.openxmlformats.org/drawingml/2006/main">
              <a:ext uri="{FF2B5EF4-FFF2-40B4-BE49-F238E27FC236}">
                <a16:creationId xmlns:a16="http://schemas.microsoft.com/office/drawing/2014/main" id="{276FB561-9DF8-44C7-ADE6-5F708A2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Plum / cyan / cool gray</a:t>
            </a:r>
          </a:p>
        </p:txBody>
      </p:sp>
      <p:sp>
        <p:nvSpPr>
          <p:cNvPr id="32" name="c3-scene-input">
            <a:extLst xmlns:a="http://schemas.openxmlformats.org/drawingml/2006/main">
              <a:ext uri="{FF2B5EF4-FFF2-40B4-BE49-F238E27FC236}">
                <a16:creationId xmlns:a16="http://schemas.microsoft.com/office/drawing/2014/main" id="{A89FF559-B91E-4A3B-A98A-1955A1F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0E5F5"/>
          </a:solidFill>
          <a:ln xmlns:a="http://schemas.openxmlformats.org/drawingml/2006/main" w="7620">
            <a:solidFill>
              <a:srgbClr val="8A559E"/>
            </a:solidFill>
            <a:prstDash val="solid"/>
          </a:ln>
        </p:spPr>
      </p:sp>
      <p:sp>
        <p:nvSpPr>
          <p:cNvPr id="33" name="c3-scene-input-label">
            <a:extLst xmlns:a="http://schemas.openxmlformats.org/drawingml/2006/main">
              <a:ext uri="{FF2B5EF4-FFF2-40B4-BE49-F238E27FC236}">
                <a16:creationId xmlns:a16="http://schemas.microsoft.com/office/drawing/2014/main" id="{A42825CF-C2DF-4715-8E80-053D4AFA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4" name="c3-scene-operator">
            <a:extLst xmlns:a="http://schemas.openxmlformats.org/drawingml/2006/main">
              <a:ext uri="{FF2B5EF4-FFF2-40B4-BE49-F238E27FC236}">
                <a16:creationId xmlns:a16="http://schemas.microsoft.com/office/drawing/2014/main" id="{F246AAD3-D3E5-48F9-9372-BEAEC444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EF2F7"/>
          </a:solidFill>
          <a:ln xmlns:a="http://schemas.openxmlformats.org/drawingml/2006/main" w="7620">
            <a:solidFill>
              <a:srgbClr val="147D92"/>
            </a:solidFill>
            <a:prstDash val="solid"/>
          </a:ln>
        </p:spPr>
      </p:sp>
      <p:sp>
        <p:nvSpPr>
          <p:cNvPr id="35" name="c3-scene-operator-label">
            <a:extLst xmlns:a="http://schemas.openxmlformats.org/drawingml/2006/main">
              <a:ext uri="{FF2B5EF4-FFF2-40B4-BE49-F238E27FC236}">
                <a16:creationId xmlns:a16="http://schemas.microsoft.com/office/drawing/2014/main" id="{E481E86B-4E52-4AF9-BA1C-E39A8EE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36" name="c3-scene-output">
            <a:extLst xmlns:a="http://schemas.openxmlformats.org/drawingml/2006/main">
              <a:ext uri="{FF2B5EF4-FFF2-40B4-BE49-F238E27FC236}">
                <a16:creationId xmlns:a16="http://schemas.microsoft.com/office/drawing/2014/main" id="{95279F67-BA4A-46ED-96B5-2333D93C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05075"/>
            <a:ext cx="8286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BEFF4"/>
          </a:solidFill>
          <a:ln xmlns:a="http://schemas.openxmlformats.org/drawingml/2006/main" w="7620">
            <a:solidFill>
              <a:srgbClr val="607387"/>
            </a:solidFill>
            <a:prstDash val="solid"/>
          </a:ln>
        </p:spPr>
      </p:sp>
      <p:sp>
        <p:nvSpPr>
          <p:cNvPr id="37" name="c3-scene-output-label">
            <a:extLst xmlns:a="http://schemas.openxmlformats.org/drawingml/2006/main">
              <a:ext uri="{FF2B5EF4-FFF2-40B4-BE49-F238E27FC236}">
                <a16:creationId xmlns:a16="http://schemas.microsoft.com/office/drawing/2014/main" id="{A77FA4A1-2066-4F86-BBD2-9124819F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24125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cxnSp>
        <p:nvCxnSpPr>
          <p:cNvPr id="80" name="c3-scene-arrow-a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771775" y="265271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8A559E"/>
            </a:solidFill>
            <a:prstDash val="solid"/>
            <a:tailEnd type="triangle" w="sm" len="sm"/>
          </a:ln>
        </p:spPr>
      </p:cxnSp>
      <p:cxnSp>
        <p:nvCxnSpPr>
          <p:cNvPr id="81" name="c3-scene-arrow-b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248150" y="265271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9049">
            <a:solidFill>
              <a:srgbClr val="607387"/>
            </a:solidFill>
            <a:prstDash val="solid"/>
            <a:tailEnd type="triangle" w="sm" len="sm"/>
          </a:ln>
        </p:spPr>
      </p:cxnSp>
      <p:sp>
        <p:nvSpPr>
          <p:cNvPr id="40" name="c-board-footer">
            <a:extLst xmlns:a="http://schemas.openxmlformats.org/drawingml/2006/main">
              <a:ext uri="{FF2B5EF4-FFF2-40B4-BE49-F238E27FC236}">
                <a16:creationId xmlns:a16="http://schemas.microsoft.com/office/drawing/2014/main" id="{738CF9D7-D581-4A65-A889-DA33227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90875"/>
            <a:ext cx="5600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27323D"/>
                </a:solidFill>
                <a:latin typeface="Arial"/>
                <a:ea typeface="Arial"/>
                <a:cs typeface="Arial"/>
              </a:rPr>
              <a:t>Keep the label hierarchy and connector logic constant while checking palette contrast and module boundaries.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1AEB71-7744-4B14-B6E9-49B8411B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" y="3648075"/>
            <a:ext cx="615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5"/>
            </a:solidFill>
            <a:prstDash val="solid"/>
          </a:ln>
        </p:spPr>
      </p:sp>
      <p:sp>
        <p:nvSpPr>
          <p:cNvPr id="42" name="template-disclosure">
            <a:extLst xmlns:a="http://schemas.openxmlformats.org/drawingml/2006/main">
              <a:ext uri="{FF2B5EF4-FFF2-40B4-BE49-F238E27FC236}">
                <a16:creationId xmlns:a16="http://schemas.microsoft.com/office/drawing/2014/main" id="{30A1FE26-EFE6-4865-A278-75B67EDE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714750"/>
            <a:ext cx="615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0" i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728" b="0" i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Original schematic template · replace labels and graph for your method</a:t>
            </a:r>
          </a:p>
        </p:txBody>
      </p:sp>
    </p:spTree>
    <p:extLst>
      <p:ext uri="{BB962C8B-B14F-4D97-AF65-F5344CB8AC3E}">
        <p14:creationId xmlns:p14="http://schemas.microsoft.com/office/powerpoint/2010/main" val="2071045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6</ns0:Slides>
  <ns0:Notes>6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Diagram style library</dc:title>
</ns0:coreProperties>
</file>